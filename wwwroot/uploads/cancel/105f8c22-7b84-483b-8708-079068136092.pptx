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17"/>
  </p:notesMasterIdLst>
  <p:sldIdLst>
    <p:sldId id="256" r:id="rId2"/>
    <p:sldId id="258" r:id="rId3"/>
    <p:sldId id="260" r:id="rId4"/>
    <p:sldId id="261" r:id="rId5"/>
    <p:sldId id="269" r:id="rId6"/>
    <p:sldId id="262" r:id="rId7"/>
    <p:sldId id="270" r:id="rId8"/>
    <p:sldId id="263" r:id="rId9"/>
    <p:sldId id="271" r:id="rId10"/>
    <p:sldId id="264" r:id="rId11"/>
    <p:sldId id="272" r:id="rId12"/>
    <p:sldId id="266" r:id="rId13"/>
    <p:sldId id="273" r:id="rId14"/>
    <p:sldId id="267" r:id="rId15"/>
    <p:sldId id="268" r:id="rId16"/>
  </p:sldIdLst>
  <p:sldSz cx="9144000" cy="5143500" type="screen16x9"/>
  <p:notesSz cx="6858000" cy="9144000"/>
  <p:embeddedFontLst>
    <p:embeddedFont>
      <p:font typeface="Anaheim" panose="020B0604020202020204" charset="0"/>
      <p:regular r:id="rId18"/>
      <p:bold r:id="rId19"/>
    </p:embeddedFont>
    <p:embeddedFont>
      <p:font typeface="Bebas Neue" panose="020B0604020202020204" charset="0"/>
      <p:regular r:id="rId20"/>
    </p:embeddedFont>
    <p:embeddedFont>
      <p:font typeface="Cambay" panose="020B0604020202020204" charset="0"/>
      <p:regular r:id="rId21"/>
      <p:bold r:id="rId22"/>
      <p:italic r:id="rId23"/>
      <p:boldItalic r:id="rId24"/>
    </p:embeddedFont>
    <p:embeddedFont>
      <p:font typeface="Catamaran" panose="020B0604020202020204" charset="0"/>
      <p:regular r:id="rId25"/>
      <p:bold r:id="rId26"/>
    </p:embeddedFont>
    <p:embeddedFont>
      <p:font typeface="Catamaran Black" panose="020B0604020202020204" charset="0"/>
      <p:bold r:id="rId27"/>
    </p:embeddedFont>
    <p:embeddedFont>
      <p:font typeface="Raleway" pitchFamily="2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E397F443-DFB2-4DCF-AA90-371674EC1DDF}">
          <p14:sldIdLst>
            <p14:sldId id="256"/>
            <p14:sldId id="258"/>
            <p14:sldId id="260"/>
            <p14:sldId id="261"/>
            <p14:sldId id="269"/>
            <p14:sldId id="262"/>
            <p14:sldId id="270"/>
            <p14:sldId id="263"/>
            <p14:sldId id="271"/>
            <p14:sldId id="264"/>
            <p14:sldId id="272"/>
            <p14:sldId id="266"/>
            <p14:sldId id="273"/>
            <p14:sldId id="267"/>
            <p14:sldId id="26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2A3C139-538F-41DD-AC1E-0C4B78FB32E5}">
  <a:tblStyle styleId="{22A3C139-538F-41DD-AC1E-0C4B78FB32E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CFFDA29-BC98-4BF8-9EAE-40CF162B938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876" y="-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1" name="Google Shape;1021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g22cdd89e91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4" name="Google Shape;1294;g22cdd89e91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g22d03454ee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9" name="Google Shape;1349;g22d03454ee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Google Shape;1486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7" name="Google Shape;1487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g22d03454ee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9" name="Google Shape;1349;g22d03454ee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03310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g22d03454eeb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6" name="Google Shape;1496;g22d03454eeb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g22d03454ee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9" name="Google Shape;1349;g22d03454ee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57544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Google Shape;1506;g22d03454eeb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7" name="Google Shape;1507;g22d03454eeb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g22d03454ee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9" name="Google Shape;1349;g22d03454ee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883647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Google Shape;1519;g22d03454eeb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0" name="Google Shape;1520;g22d03454eeb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g22d03454ee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9" name="Google Shape;1349;g22d03454ee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24355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" name="Google Shape;1542;g22d03454eeb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3" name="Google Shape;1543;g22d03454eeb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g22d03454ee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9" name="Google Shape;1349;g22d03454ee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37237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" name="Google Shape;1561;g22d03454eeb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2" name="Google Shape;1562;g22d03454eeb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Google Shape;1567;g22d03454eeb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8" name="Google Shape;1568;g22d03454eeb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-1011874">
            <a:off x="-1289272" y="-416126"/>
            <a:ext cx="3508361" cy="1689304"/>
          </a:xfrm>
          <a:custGeom>
            <a:avLst/>
            <a:gdLst/>
            <a:ahLst/>
            <a:cxnLst/>
            <a:rect l="l" t="t" r="r" b="b"/>
            <a:pathLst>
              <a:path w="26606" h="12811" extrusionOk="0">
                <a:moveTo>
                  <a:pt x="681" y="0"/>
                </a:moveTo>
                <a:cubicBezTo>
                  <a:pt x="681" y="0"/>
                  <a:pt x="0" y="3029"/>
                  <a:pt x="3131" y="4181"/>
                </a:cubicBezTo>
                <a:cubicBezTo>
                  <a:pt x="6258" y="5333"/>
                  <a:pt x="8503" y="6644"/>
                  <a:pt x="8948" y="8790"/>
                </a:cubicBezTo>
                <a:cubicBezTo>
                  <a:pt x="9301" y="10474"/>
                  <a:pt x="12290" y="12810"/>
                  <a:pt x="16574" y="12810"/>
                </a:cubicBezTo>
                <a:cubicBezTo>
                  <a:pt x="17749" y="12810"/>
                  <a:pt x="19022" y="12634"/>
                  <a:pt x="20364" y="12221"/>
                </a:cubicBezTo>
                <a:cubicBezTo>
                  <a:pt x="26605" y="10302"/>
                  <a:pt x="25770" y="7677"/>
                  <a:pt x="23067" y="6404"/>
                </a:cubicBezTo>
                <a:cubicBezTo>
                  <a:pt x="20364" y="5136"/>
                  <a:pt x="21520" y="3457"/>
                  <a:pt x="21598" y="2686"/>
                </a:cubicBezTo>
                <a:cubicBezTo>
                  <a:pt x="21679" y="1915"/>
                  <a:pt x="21195" y="159"/>
                  <a:pt x="20480" y="0"/>
                </a:cubicBezTo>
                <a:close/>
              </a:path>
            </a:pathLst>
          </a:custGeom>
          <a:solidFill>
            <a:srgbClr val="FFFFFF">
              <a:alpha val="226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 rot="-9408615">
            <a:off x="-1267987" y="4085401"/>
            <a:ext cx="3508369" cy="1689308"/>
          </a:xfrm>
          <a:custGeom>
            <a:avLst/>
            <a:gdLst/>
            <a:ahLst/>
            <a:cxnLst/>
            <a:rect l="l" t="t" r="r" b="b"/>
            <a:pathLst>
              <a:path w="26606" h="12811" extrusionOk="0">
                <a:moveTo>
                  <a:pt x="681" y="0"/>
                </a:moveTo>
                <a:cubicBezTo>
                  <a:pt x="681" y="0"/>
                  <a:pt x="0" y="3029"/>
                  <a:pt x="3131" y="4181"/>
                </a:cubicBezTo>
                <a:cubicBezTo>
                  <a:pt x="6258" y="5333"/>
                  <a:pt x="8503" y="6644"/>
                  <a:pt x="8948" y="8790"/>
                </a:cubicBezTo>
                <a:cubicBezTo>
                  <a:pt x="9301" y="10474"/>
                  <a:pt x="12290" y="12810"/>
                  <a:pt x="16574" y="12810"/>
                </a:cubicBezTo>
                <a:cubicBezTo>
                  <a:pt x="17749" y="12810"/>
                  <a:pt x="19022" y="12634"/>
                  <a:pt x="20364" y="12221"/>
                </a:cubicBezTo>
                <a:cubicBezTo>
                  <a:pt x="26605" y="10302"/>
                  <a:pt x="25770" y="7677"/>
                  <a:pt x="23067" y="6404"/>
                </a:cubicBezTo>
                <a:cubicBezTo>
                  <a:pt x="20364" y="5136"/>
                  <a:pt x="21520" y="3457"/>
                  <a:pt x="21598" y="2686"/>
                </a:cubicBezTo>
                <a:cubicBezTo>
                  <a:pt x="21679" y="1915"/>
                  <a:pt x="21195" y="159"/>
                  <a:pt x="20480" y="0"/>
                </a:cubicBezTo>
                <a:close/>
              </a:path>
            </a:pathLst>
          </a:custGeom>
          <a:solidFill>
            <a:srgbClr val="FFFFFF">
              <a:alpha val="226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712450" y="870225"/>
            <a:ext cx="5223600" cy="198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300"/>
              <a:buNone/>
              <a:defRPr sz="5300" b="1">
                <a:latin typeface="Catamaran"/>
                <a:ea typeface="Catamaran"/>
                <a:cs typeface="Catamaran"/>
                <a:sym typeface="Catamar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712450" y="3020600"/>
            <a:ext cx="4345800" cy="4758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713225" y="2599900"/>
            <a:ext cx="3981600" cy="89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1475500"/>
            <a:ext cx="1332600" cy="10113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4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16" name="Google Shape;16;p3"/>
          <p:cNvGrpSpPr/>
          <p:nvPr/>
        </p:nvGrpSpPr>
        <p:grpSpPr>
          <a:xfrm>
            <a:off x="8429651" y="1381443"/>
            <a:ext cx="955370" cy="450470"/>
            <a:chOff x="8429651" y="1681943"/>
            <a:chExt cx="955370" cy="450470"/>
          </a:xfrm>
        </p:grpSpPr>
        <p:sp>
          <p:nvSpPr>
            <p:cNvPr id="17" name="Google Shape;17;p3"/>
            <p:cNvSpPr/>
            <p:nvPr/>
          </p:nvSpPr>
          <p:spPr>
            <a:xfrm>
              <a:off x="9223525" y="1681943"/>
              <a:ext cx="80632" cy="424115"/>
            </a:xfrm>
            <a:custGeom>
              <a:avLst/>
              <a:gdLst/>
              <a:ahLst/>
              <a:cxnLst/>
              <a:rect l="l" t="t" r="r" b="b"/>
              <a:pathLst>
                <a:path w="1089" h="5728" extrusionOk="0">
                  <a:moveTo>
                    <a:pt x="0" y="1"/>
                  </a:moveTo>
                  <a:lnTo>
                    <a:pt x="0" y="5728"/>
                  </a:lnTo>
                  <a:lnTo>
                    <a:pt x="1088" y="5728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rgbClr val="FCFC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3"/>
            <p:cNvSpPr/>
            <p:nvPr/>
          </p:nvSpPr>
          <p:spPr>
            <a:xfrm>
              <a:off x="9223525" y="1729848"/>
              <a:ext cx="80632" cy="28951"/>
            </a:xfrm>
            <a:custGeom>
              <a:avLst/>
              <a:gdLst/>
              <a:ahLst/>
              <a:cxnLst/>
              <a:rect l="l" t="t" r="r" b="b"/>
              <a:pathLst>
                <a:path w="1089" h="391" extrusionOk="0">
                  <a:moveTo>
                    <a:pt x="0" y="1"/>
                  </a:moveTo>
                  <a:lnTo>
                    <a:pt x="0" y="390"/>
                  </a:lnTo>
                  <a:lnTo>
                    <a:pt x="1088" y="390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3"/>
            <p:cNvSpPr/>
            <p:nvPr/>
          </p:nvSpPr>
          <p:spPr>
            <a:xfrm>
              <a:off x="9223525" y="2038158"/>
              <a:ext cx="80632" cy="28877"/>
            </a:xfrm>
            <a:custGeom>
              <a:avLst/>
              <a:gdLst/>
              <a:ahLst/>
              <a:cxnLst/>
              <a:rect l="l" t="t" r="r" b="b"/>
              <a:pathLst>
                <a:path w="1089" h="390" extrusionOk="0">
                  <a:moveTo>
                    <a:pt x="0" y="0"/>
                  </a:moveTo>
                  <a:lnTo>
                    <a:pt x="0" y="390"/>
                  </a:lnTo>
                  <a:lnTo>
                    <a:pt x="1088" y="390"/>
                  </a:lnTo>
                  <a:lnTo>
                    <a:pt x="108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9142968" y="1681943"/>
              <a:ext cx="80632" cy="424115"/>
            </a:xfrm>
            <a:custGeom>
              <a:avLst/>
              <a:gdLst/>
              <a:ahLst/>
              <a:cxnLst/>
              <a:rect l="l" t="t" r="r" b="b"/>
              <a:pathLst>
                <a:path w="1089" h="5728" extrusionOk="0">
                  <a:moveTo>
                    <a:pt x="0" y="1"/>
                  </a:moveTo>
                  <a:lnTo>
                    <a:pt x="0" y="5728"/>
                  </a:lnTo>
                  <a:lnTo>
                    <a:pt x="1088" y="5728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9142968" y="1729848"/>
              <a:ext cx="80632" cy="28951"/>
            </a:xfrm>
            <a:custGeom>
              <a:avLst/>
              <a:gdLst/>
              <a:ahLst/>
              <a:cxnLst/>
              <a:rect l="l" t="t" r="r" b="b"/>
              <a:pathLst>
                <a:path w="1089" h="391" extrusionOk="0">
                  <a:moveTo>
                    <a:pt x="0" y="1"/>
                  </a:moveTo>
                  <a:lnTo>
                    <a:pt x="0" y="390"/>
                  </a:lnTo>
                  <a:lnTo>
                    <a:pt x="1088" y="390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>
              <a:off x="9142968" y="2038158"/>
              <a:ext cx="80632" cy="28877"/>
            </a:xfrm>
            <a:custGeom>
              <a:avLst/>
              <a:gdLst/>
              <a:ahLst/>
              <a:cxnLst/>
              <a:rect l="l" t="t" r="r" b="b"/>
              <a:pathLst>
                <a:path w="1089" h="390" extrusionOk="0">
                  <a:moveTo>
                    <a:pt x="0" y="0"/>
                  </a:moveTo>
                  <a:lnTo>
                    <a:pt x="0" y="390"/>
                  </a:lnTo>
                  <a:lnTo>
                    <a:pt x="1088" y="390"/>
                  </a:lnTo>
                  <a:lnTo>
                    <a:pt x="108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>
              <a:off x="9062411" y="1681943"/>
              <a:ext cx="80632" cy="424115"/>
            </a:xfrm>
            <a:custGeom>
              <a:avLst/>
              <a:gdLst/>
              <a:ahLst/>
              <a:cxnLst/>
              <a:rect l="l" t="t" r="r" b="b"/>
              <a:pathLst>
                <a:path w="1089" h="5728" extrusionOk="0">
                  <a:moveTo>
                    <a:pt x="0" y="1"/>
                  </a:moveTo>
                  <a:lnTo>
                    <a:pt x="0" y="5728"/>
                  </a:lnTo>
                  <a:lnTo>
                    <a:pt x="1088" y="5728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>
              <a:off x="9062411" y="1729848"/>
              <a:ext cx="80632" cy="28951"/>
            </a:xfrm>
            <a:custGeom>
              <a:avLst/>
              <a:gdLst/>
              <a:ahLst/>
              <a:cxnLst/>
              <a:rect l="l" t="t" r="r" b="b"/>
              <a:pathLst>
                <a:path w="1089" h="391" extrusionOk="0">
                  <a:moveTo>
                    <a:pt x="0" y="1"/>
                  </a:moveTo>
                  <a:lnTo>
                    <a:pt x="0" y="390"/>
                  </a:lnTo>
                  <a:lnTo>
                    <a:pt x="1088" y="390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>
              <a:off x="9062411" y="2038158"/>
              <a:ext cx="80632" cy="28877"/>
            </a:xfrm>
            <a:custGeom>
              <a:avLst/>
              <a:gdLst/>
              <a:ahLst/>
              <a:cxnLst/>
              <a:rect l="l" t="t" r="r" b="b"/>
              <a:pathLst>
                <a:path w="1089" h="390" extrusionOk="0">
                  <a:moveTo>
                    <a:pt x="0" y="0"/>
                  </a:moveTo>
                  <a:lnTo>
                    <a:pt x="0" y="390"/>
                  </a:lnTo>
                  <a:lnTo>
                    <a:pt x="1088" y="390"/>
                  </a:lnTo>
                  <a:lnTo>
                    <a:pt x="108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8779127" y="1700380"/>
              <a:ext cx="283361" cy="407604"/>
            </a:xfrm>
            <a:custGeom>
              <a:avLst/>
              <a:gdLst/>
              <a:ahLst/>
              <a:cxnLst/>
              <a:rect l="l" t="t" r="r" b="b"/>
              <a:pathLst>
                <a:path w="3827" h="5505" extrusionOk="0">
                  <a:moveTo>
                    <a:pt x="2884" y="0"/>
                  </a:moveTo>
                  <a:lnTo>
                    <a:pt x="1" y="4956"/>
                  </a:lnTo>
                  <a:lnTo>
                    <a:pt x="943" y="5505"/>
                  </a:lnTo>
                  <a:lnTo>
                    <a:pt x="3826" y="549"/>
                  </a:lnTo>
                  <a:lnTo>
                    <a:pt x="288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>
              <a:off x="8953940" y="1741917"/>
              <a:ext cx="84408" cy="65750"/>
            </a:xfrm>
            <a:custGeom>
              <a:avLst/>
              <a:gdLst/>
              <a:ahLst/>
              <a:cxnLst/>
              <a:rect l="l" t="t" r="r" b="b"/>
              <a:pathLst>
                <a:path w="1140" h="888" extrusionOk="0">
                  <a:moveTo>
                    <a:pt x="197" y="0"/>
                  </a:moveTo>
                  <a:lnTo>
                    <a:pt x="0" y="339"/>
                  </a:lnTo>
                  <a:lnTo>
                    <a:pt x="942" y="887"/>
                  </a:lnTo>
                  <a:lnTo>
                    <a:pt x="1139" y="549"/>
                  </a:lnTo>
                  <a:lnTo>
                    <a:pt x="1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8798822" y="2008319"/>
              <a:ext cx="84408" cy="65750"/>
            </a:xfrm>
            <a:custGeom>
              <a:avLst/>
              <a:gdLst/>
              <a:ahLst/>
              <a:cxnLst/>
              <a:rect l="l" t="t" r="r" b="b"/>
              <a:pathLst>
                <a:path w="1140" h="888" extrusionOk="0">
                  <a:moveTo>
                    <a:pt x="197" y="1"/>
                  </a:moveTo>
                  <a:lnTo>
                    <a:pt x="0" y="339"/>
                  </a:lnTo>
                  <a:lnTo>
                    <a:pt x="943" y="887"/>
                  </a:lnTo>
                  <a:lnTo>
                    <a:pt x="1140" y="549"/>
                  </a:lnTo>
                  <a:lnTo>
                    <a:pt x="19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>
              <a:off x="8429651" y="2105980"/>
              <a:ext cx="955370" cy="26433"/>
            </a:xfrm>
            <a:custGeom>
              <a:avLst/>
              <a:gdLst/>
              <a:ahLst/>
              <a:cxnLst/>
              <a:rect l="l" t="t" r="r" b="b"/>
              <a:pathLst>
                <a:path w="12903" h="357" extrusionOk="0">
                  <a:moveTo>
                    <a:pt x="0" y="1"/>
                  </a:moveTo>
                  <a:lnTo>
                    <a:pt x="0" y="356"/>
                  </a:lnTo>
                  <a:lnTo>
                    <a:pt x="12902" y="356"/>
                  </a:lnTo>
                  <a:lnTo>
                    <a:pt x="129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8455936" y="1934426"/>
              <a:ext cx="267812" cy="171631"/>
            </a:xfrm>
            <a:custGeom>
              <a:avLst/>
              <a:gdLst/>
              <a:ahLst/>
              <a:cxnLst/>
              <a:rect l="l" t="t" r="r" b="b"/>
              <a:pathLst>
                <a:path w="3617" h="2318" extrusionOk="0">
                  <a:moveTo>
                    <a:pt x="1" y="0"/>
                  </a:moveTo>
                  <a:lnTo>
                    <a:pt x="1" y="2318"/>
                  </a:lnTo>
                  <a:lnTo>
                    <a:pt x="3616" y="2318"/>
                  </a:lnTo>
                  <a:lnTo>
                    <a:pt x="361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8442682" y="1934426"/>
              <a:ext cx="294689" cy="30209"/>
            </a:xfrm>
            <a:custGeom>
              <a:avLst/>
              <a:gdLst/>
              <a:ahLst/>
              <a:cxnLst/>
              <a:rect l="l" t="t" r="r" b="b"/>
              <a:pathLst>
                <a:path w="3980" h="408" extrusionOk="0">
                  <a:moveTo>
                    <a:pt x="0" y="0"/>
                  </a:moveTo>
                  <a:lnTo>
                    <a:pt x="0" y="407"/>
                  </a:lnTo>
                  <a:lnTo>
                    <a:pt x="3979" y="407"/>
                  </a:lnTo>
                  <a:lnTo>
                    <a:pt x="397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" name="Google Shape;32;p3"/>
          <p:cNvGrpSpPr/>
          <p:nvPr/>
        </p:nvGrpSpPr>
        <p:grpSpPr>
          <a:xfrm>
            <a:off x="8750325" y="2175022"/>
            <a:ext cx="625511" cy="2121834"/>
            <a:chOff x="8750325" y="2475522"/>
            <a:chExt cx="625511" cy="2121834"/>
          </a:xfrm>
        </p:grpSpPr>
        <p:sp>
          <p:nvSpPr>
            <p:cNvPr id="33" name="Google Shape;33;p3"/>
            <p:cNvSpPr/>
            <p:nvPr/>
          </p:nvSpPr>
          <p:spPr>
            <a:xfrm>
              <a:off x="9235520" y="2803453"/>
              <a:ext cx="7404" cy="426929"/>
            </a:xfrm>
            <a:custGeom>
              <a:avLst/>
              <a:gdLst/>
              <a:ahLst/>
              <a:cxnLst/>
              <a:rect l="l" t="t" r="r" b="b"/>
              <a:pathLst>
                <a:path w="100" h="5766" extrusionOk="0">
                  <a:moveTo>
                    <a:pt x="1" y="0"/>
                  </a:moveTo>
                  <a:lnTo>
                    <a:pt x="1" y="5766"/>
                  </a:lnTo>
                  <a:lnTo>
                    <a:pt x="99" y="5766"/>
                  </a:lnTo>
                  <a:lnTo>
                    <a:pt x="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>
              <a:off x="9043678" y="2630566"/>
              <a:ext cx="38132" cy="1966791"/>
            </a:xfrm>
            <a:custGeom>
              <a:avLst/>
              <a:gdLst/>
              <a:ahLst/>
              <a:cxnLst/>
              <a:rect l="l" t="t" r="r" b="b"/>
              <a:pathLst>
                <a:path w="515" h="26563" extrusionOk="0">
                  <a:moveTo>
                    <a:pt x="0" y="1"/>
                  </a:moveTo>
                  <a:lnTo>
                    <a:pt x="0" y="26563"/>
                  </a:lnTo>
                  <a:lnTo>
                    <a:pt x="514" y="26563"/>
                  </a:lnTo>
                  <a:lnTo>
                    <a:pt x="51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>
              <a:off x="8750325" y="2476115"/>
              <a:ext cx="625511" cy="452696"/>
            </a:xfrm>
            <a:custGeom>
              <a:avLst/>
              <a:gdLst/>
              <a:ahLst/>
              <a:cxnLst/>
              <a:rect l="l" t="t" r="r" b="b"/>
              <a:pathLst>
                <a:path w="8448" h="6114" extrusionOk="0">
                  <a:moveTo>
                    <a:pt x="1628" y="1"/>
                  </a:moveTo>
                  <a:lnTo>
                    <a:pt x="0" y="6113"/>
                  </a:lnTo>
                  <a:lnTo>
                    <a:pt x="8447" y="6113"/>
                  </a:lnTo>
                  <a:lnTo>
                    <a:pt x="682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8867311" y="4558612"/>
              <a:ext cx="390796" cy="38724"/>
            </a:xfrm>
            <a:custGeom>
              <a:avLst/>
              <a:gdLst/>
              <a:ahLst/>
              <a:cxnLst/>
              <a:rect l="l" t="t" r="r" b="b"/>
              <a:pathLst>
                <a:path w="5278" h="523" extrusionOk="0">
                  <a:moveTo>
                    <a:pt x="523" y="0"/>
                  </a:moveTo>
                  <a:cubicBezTo>
                    <a:pt x="236" y="0"/>
                    <a:pt x="1" y="236"/>
                    <a:pt x="1" y="523"/>
                  </a:cubicBezTo>
                  <a:lnTo>
                    <a:pt x="5278" y="523"/>
                  </a:lnTo>
                  <a:cubicBezTo>
                    <a:pt x="5278" y="236"/>
                    <a:pt x="5047" y="0"/>
                    <a:pt x="47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9228560" y="3221789"/>
              <a:ext cx="22583" cy="92997"/>
            </a:xfrm>
            <a:custGeom>
              <a:avLst/>
              <a:gdLst/>
              <a:ahLst/>
              <a:cxnLst/>
              <a:rect l="l" t="t" r="r" b="b"/>
              <a:pathLst>
                <a:path w="305" h="1256" extrusionOk="0">
                  <a:moveTo>
                    <a:pt x="151" y="0"/>
                  </a:moveTo>
                  <a:cubicBezTo>
                    <a:pt x="69" y="0"/>
                    <a:pt x="1" y="69"/>
                    <a:pt x="1" y="150"/>
                  </a:cubicBezTo>
                  <a:lnTo>
                    <a:pt x="1" y="1105"/>
                  </a:lnTo>
                  <a:cubicBezTo>
                    <a:pt x="1" y="1187"/>
                    <a:pt x="69" y="1255"/>
                    <a:pt x="151" y="1255"/>
                  </a:cubicBezTo>
                  <a:cubicBezTo>
                    <a:pt x="236" y="1255"/>
                    <a:pt x="305" y="1187"/>
                    <a:pt x="305" y="1105"/>
                  </a:cubicBezTo>
                  <a:lnTo>
                    <a:pt x="305" y="150"/>
                  </a:lnTo>
                  <a:cubicBezTo>
                    <a:pt x="305" y="69"/>
                    <a:pt x="236" y="0"/>
                    <a:pt x="1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8836584" y="2475522"/>
              <a:ext cx="94256" cy="453584"/>
            </a:xfrm>
            <a:custGeom>
              <a:avLst/>
              <a:gdLst/>
              <a:ahLst/>
              <a:cxnLst/>
              <a:rect l="l" t="t" r="r" b="b"/>
              <a:pathLst>
                <a:path w="1273" h="6126" extrusionOk="0">
                  <a:moveTo>
                    <a:pt x="1200" y="0"/>
                  </a:moveTo>
                  <a:lnTo>
                    <a:pt x="0" y="6113"/>
                  </a:lnTo>
                  <a:lnTo>
                    <a:pt x="73" y="6126"/>
                  </a:lnTo>
                  <a:lnTo>
                    <a:pt x="1272" y="13"/>
                  </a:lnTo>
                  <a:lnTo>
                    <a:pt x="12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9005325" y="2475819"/>
              <a:ext cx="12069" cy="452992"/>
            </a:xfrm>
            <a:custGeom>
              <a:avLst/>
              <a:gdLst/>
              <a:ahLst/>
              <a:cxnLst/>
              <a:rect l="l" t="t" r="r" b="b"/>
              <a:pathLst>
                <a:path w="163" h="6118" extrusionOk="0">
                  <a:moveTo>
                    <a:pt x="90" y="0"/>
                  </a:moveTo>
                  <a:lnTo>
                    <a:pt x="0" y="6117"/>
                  </a:lnTo>
                  <a:lnTo>
                    <a:pt x="73" y="6117"/>
                  </a:lnTo>
                  <a:lnTo>
                    <a:pt x="163" y="5"/>
                  </a:lnTo>
                  <a:lnTo>
                    <a:pt x="9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9119127" y="2475819"/>
              <a:ext cx="23249" cy="452992"/>
            </a:xfrm>
            <a:custGeom>
              <a:avLst/>
              <a:gdLst/>
              <a:ahLst/>
              <a:cxnLst/>
              <a:rect l="l" t="t" r="r" b="b"/>
              <a:pathLst>
                <a:path w="314" h="6118" extrusionOk="0">
                  <a:moveTo>
                    <a:pt x="74" y="0"/>
                  </a:moveTo>
                  <a:lnTo>
                    <a:pt x="1" y="5"/>
                  </a:lnTo>
                  <a:lnTo>
                    <a:pt x="241" y="6117"/>
                  </a:lnTo>
                  <a:lnTo>
                    <a:pt x="313" y="6113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9189540" y="2475522"/>
              <a:ext cx="98402" cy="452029"/>
            </a:xfrm>
            <a:custGeom>
              <a:avLst/>
              <a:gdLst/>
              <a:ahLst/>
              <a:cxnLst/>
              <a:rect l="l" t="t" r="r" b="b"/>
              <a:pathLst>
                <a:path w="1329" h="6105" extrusionOk="0">
                  <a:moveTo>
                    <a:pt x="74" y="0"/>
                  </a:moveTo>
                  <a:lnTo>
                    <a:pt x="1" y="13"/>
                  </a:lnTo>
                  <a:lnTo>
                    <a:pt x="1256" y="6104"/>
                  </a:lnTo>
                  <a:lnTo>
                    <a:pt x="1329" y="6087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" name="Google Shape;42;p3"/>
          <p:cNvSpPr/>
          <p:nvPr/>
        </p:nvSpPr>
        <p:spPr>
          <a:xfrm rot="-227696">
            <a:off x="52055" y="-721580"/>
            <a:ext cx="3508377" cy="1689311"/>
          </a:xfrm>
          <a:custGeom>
            <a:avLst/>
            <a:gdLst/>
            <a:ahLst/>
            <a:cxnLst/>
            <a:rect l="l" t="t" r="r" b="b"/>
            <a:pathLst>
              <a:path w="26606" h="12811" extrusionOk="0">
                <a:moveTo>
                  <a:pt x="681" y="0"/>
                </a:moveTo>
                <a:cubicBezTo>
                  <a:pt x="681" y="0"/>
                  <a:pt x="0" y="3029"/>
                  <a:pt x="3131" y="4181"/>
                </a:cubicBezTo>
                <a:cubicBezTo>
                  <a:pt x="6258" y="5333"/>
                  <a:pt x="8503" y="6644"/>
                  <a:pt x="8948" y="8790"/>
                </a:cubicBezTo>
                <a:cubicBezTo>
                  <a:pt x="9301" y="10474"/>
                  <a:pt x="12290" y="12810"/>
                  <a:pt x="16574" y="12810"/>
                </a:cubicBezTo>
                <a:cubicBezTo>
                  <a:pt x="17749" y="12810"/>
                  <a:pt x="19022" y="12634"/>
                  <a:pt x="20364" y="12221"/>
                </a:cubicBezTo>
                <a:cubicBezTo>
                  <a:pt x="26605" y="10302"/>
                  <a:pt x="25770" y="7677"/>
                  <a:pt x="23067" y="6404"/>
                </a:cubicBezTo>
                <a:cubicBezTo>
                  <a:pt x="20364" y="5136"/>
                  <a:pt x="21520" y="3457"/>
                  <a:pt x="21598" y="2686"/>
                </a:cubicBezTo>
                <a:cubicBezTo>
                  <a:pt x="21679" y="1915"/>
                  <a:pt x="21195" y="159"/>
                  <a:pt x="20480" y="0"/>
                </a:cubicBezTo>
                <a:close/>
              </a:path>
            </a:pathLst>
          </a:custGeom>
          <a:solidFill>
            <a:srgbClr val="FFFFFF">
              <a:alpha val="226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3"/>
          <p:cNvSpPr/>
          <p:nvPr/>
        </p:nvSpPr>
        <p:spPr>
          <a:xfrm rot="-10568457">
            <a:off x="-965983" y="3703104"/>
            <a:ext cx="4356433" cy="2097627"/>
          </a:xfrm>
          <a:custGeom>
            <a:avLst/>
            <a:gdLst/>
            <a:ahLst/>
            <a:cxnLst/>
            <a:rect l="l" t="t" r="r" b="b"/>
            <a:pathLst>
              <a:path w="26606" h="12811" extrusionOk="0">
                <a:moveTo>
                  <a:pt x="681" y="0"/>
                </a:moveTo>
                <a:cubicBezTo>
                  <a:pt x="681" y="0"/>
                  <a:pt x="0" y="3029"/>
                  <a:pt x="3131" y="4181"/>
                </a:cubicBezTo>
                <a:cubicBezTo>
                  <a:pt x="6258" y="5333"/>
                  <a:pt x="8503" y="6644"/>
                  <a:pt x="8948" y="8790"/>
                </a:cubicBezTo>
                <a:cubicBezTo>
                  <a:pt x="9301" y="10474"/>
                  <a:pt x="12290" y="12810"/>
                  <a:pt x="16574" y="12810"/>
                </a:cubicBezTo>
                <a:cubicBezTo>
                  <a:pt x="17749" y="12810"/>
                  <a:pt x="19022" y="12634"/>
                  <a:pt x="20364" y="12221"/>
                </a:cubicBezTo>
                <a:cubicBezTo>
                  <a:pt x="26605" y="10302"/>
                  <a:pt x="25770" y="7677"/>
                  <a:pt x="23067" y="6404"/>
                </a:cubicBezTo>
                <a:cubicBezTo>
                  <a:pt x="20364" y="5136"/>
                  <a:pt x="21520" y="3457"/>
                  <a:pt x="21598" y="2686"/>
                </a:cubicBezTo>
                <a:cubicBezTo>
                  <a:pt x="21679" y="1915"/>
                  <a:pt x="21195" y="159"/>
                  <a:pt x="20480" y="0"/>
                </a:cubicBezTo>
                <a:close/>
              </a:path>
            </a:pathLst>
          </a:custGeom>
          <a:solidFill>
            <a:srgbClr val="FFFFFF">
              <a:alpha val="226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"/>
          <p:cNvSpPr/>
          <p:nvPr/>
        </p:nvSpPr>
        <p:spPr>
          <a:xfrm rot="1011865" flipH="1">
            <a:off x="7037610" y="-450627"/>
            <a:ext cx="3898624" cy="1877218"/>
          </a:xfrm>
          <a:custGeom>
            <a:avLst/>
            <a:gdLst/>
            <a:ahLst/>
            <a:cxnLst/>
            <a:rect l="l" t="t" r="r" b="b"/>
            <a:pathLst>
              <a:path w="26606" h="12811" extrusionOk="0">
                <a:moveTo>
                  <a:pt x="681" y="0"/>
                </a:moveTo>
                <a:cubicBezTo>
                  <a:pt x="681" y="0"/>
                  <a:pt x="0" y="3029"/>
                  <a:pt x="3131" y="4181"/>
                </a:cubicBezTo>
                <a:cubicBezTo>
                  <a:pt x="6258" y="5333"/>
                  <a:pt x="8503" y="6644"/>
                  <a:pt x="8948" y="8790"/>
                </a:cubicBezTo>
                <a:cubicBezTo>
                  <a:pt x="9301" y="10474"/>
                  <a:pt x="12290" y="12810"/>
                  <a:pt x="16574" y="12810"/>
                </a:cubicBezTo>
                <a:cubicBezTo>
                  <a:pt x="17749" y="12810"/>
                  <a:pt x="19022" y="12634"/>
                  <a:pt x="20364" y="12221"/>
                </a:cubicBezTo>
                <a:cubicBezTo>
                  <a:pt x="26605" y="10302"/>
                  <a:pt x="25770" y="7677"/>
                  <a:pt x="23067" y="6404"/>
                </a:cubicBezTo>
                <a:cubicBezTo>
                  <a:pt x="20364" y="5136"/>
                  <a:pt x="21520" y="3457"/>
                  <a:pt x="21598" y="2686"/>
                </a:cubicBezTo>
                <a:cubicBezTo>
                  <a:pt x="21679" y="1915"/>
                  <a:pt x="21195" y="159"/>
                  <a:pt x="20480" y="0"/>
                </a:cubicBezTo>
                <a:close/>
              </a:path>
            </a:pathLst>
          </a:custGeom>
          <a:solidFill>
            <a:srgbClr val="FFFFFF">
              <a:alpha val="226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5"/>
          <p:cNvSpPr/>
          <p:nvPr/>
        </p:nvSpPr>
        <p:spPr>
          <a:xfrm rot="-9156525" flipH="1">
            <a:off x="-1849997" y="3295463"/>
            <a:ext cx="5126435" cy="2468447"/>
          </a:xfrm>
          <a:custGeom>
            <a:avLst/>
            <a:gdLst/>
            <a:ahLst/>
            <a:cxnLst/>
            <a:rect l="l" t="t" r="r" b="b"/>
            <a:pathLst>
              <a:path w="26606" h="12811" extrusionOk="0">
                <a:moveTo>
                  <a:pt x="681" y="0"/>
                </a:moveTo>
                <a:cubicBezTo>
                  <a:pt x="681" y="0"/>
                  <a:pt x="0" y="3029"/>
                  <a:pt x="3131" y="4181"/>
                </a:cubicBezTo>
                <a:cubicBezTo>
                  <a:pt x="6258" y="5333"/>
                  <a:pt x="8503" y="6644"/>
                  <a:pt x="8948" y="8790"/>
                </a:cubicBezTo>
                <a:cubicBezTo>
                  <a:pt x="9301" y="10474"/>
                  <a:pt x="12290" y="12810"/>
                  <a:pt x="16574" y="12810"/>
                </a:cubicBezTo>
                <a:cubicBezTo>
                  <a:pt x="17749" y="12810"/>
                  <a:pt x="19022" y="12634"/>
                  <a:pt x="20364" y="12221"/>
                </a:cubicBezTo>
                <a:cubicBezTo>
                  <a:pt x="26605" y="10302"/>
                  <a:pt x="25770" y="7677"/>
                  <a:pt x="23067" y="6404"/>
                </a:cubicBezTo>
                <a:cubicBezTo>
                  <a:pt x="20364" y="5136"/>
                  <a:pt x="21520" y="3457"/>
                  <a:pt x="21598" y="2686"/>
                </a:cubicBezTo>
                <a:cubicBezTo>
                  <a:pt x="21679" y="1915"/>
                  <a:pt x="21195" y="159"/>
                  <a:pt x="20480" y="0"/>
                </a:cubicBezTo>
                <a:close/>
              </a:path>
            </a:pathLst>
          </a:custGeom>
          <a:solidFill>
            <a:srgbClr val="FFFFFF">
              <a:alpha val="226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4571993" y="4582222"/>
            <a:ext cx="5318609" cy="21779"/>
          </a:xfrm>
          <a:custGeom>
            <a:avLst/>
            <a:gdLst/>
            <a:ahLst/>
            <a:cxnLst/>
            <a:rect l="l" t="t" r="r" b="b"/>
            <a:pathLst>
              <a:path w="65205" h="267" extrusionOk="0">
                <a:moveTo>
                  <a:pt x="1" y="1"/>
                </a:moveTo>
                <a:lnTo>
                  <a:pt x="1" y="267"/>
                </a:lnTo>
                <a:lnTo>
                  <a:pt x="65205" y="267"/>
                </a:lnTo>
                <a:lnTo>
                  <a:pt x="65205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4" name="Google Shape;104;p5"/>
          <p:cNvGrpSpPr/>
          <p:nvPr/>
        </p:nvGrpSpPr>
        <p:grpSpPr>
          <a:xfrm>
            <a:off x="-1119152" y="117723"/>
            <a:ext cx="2533802" cy="1512017"/>
            <a:chOff x="5359848" y="509229"/>
            <a:chExt cx="2275733" cy="1358017"/>
          </a:xfrm>
        </p:grpSpPr>
        <p:sp>
          <p:nvSpPr>
            <p:cNvPr id="105" name="Google Shape;105;p5"/>
            <p:cNvSpPr/>
            <p:nvPr/>
          </p:nvSpPr>
          <p:spPr>
            <a:xfrm>
              <a:off x="5359848" y="509229"/>
              <a:ext cx="1928745" cy="488181"/>
            </a:xfrm>
            <a:custGeom>
              <a:avLst/>
              <a:gdLst/>
              <a:ahLst/>
              <a:cxnLst/>
              <a:rect l="l" t="t" r="r" b="b"/>
              <a:pathLst>
                <a:path w="23646" h="5985" extrusionOk="0">
                  <a:moveTo>
                    <a:pt x="1542" y="0"/>
                  </a:moveTo>
                  <a:cubicBezTo>
                    <a:pt x="690" y="0"/>
                    <a:pt x="0" y="690"/>
                    <a:pt x="0" y="1542"/>
                  </a:cubicBezTo>
                  <a:lnTo>
                    <a:pt x="0" y="4447"/>
                  </a:lnTo>
                  <a:cubicBezTo>
                    <a:pt x="0" y="5295"/>
                    <a:pt x="690" y="5984"/>
                    <a:pt x="1542" y="5984"/>
                  </a:cubicBezTo>
                  <a:lnTo>
                    <a:pt x="22108" y="5984"/>
                  </a:lnTo>
                  <a:cubicBezTo>
                    <a:pt x="22956" y="5984"/>
                    <a:pt x="23645" y="5295"/>
                    <a:pt x="23645" y="4447"/>
                  </a:cubicBezTo>
                  <a:lnTo>
                    <a:pt x="23645" y="1542"/>
                  </a:lnTo>
                  <a:cubicBezTo>
                    <a:pt x="23645" y="690"/>
                    <a:pt x="22956" y="0"/>
                    <a:pt x="221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5"/>
            <p:cNvSpPr/>
            <p:nvPr/>
          </p:nvSpPr>
          <p:spPr>
            <a:xfrm>
              <a:off x="5359848" y="835906"/>
              <a:ext cx="1928745" cy="161504"/>
            </a:xfrm>
            <a:custGeom>
              <a:avLst/>
              <a:gdLst/>
              <a:ahLst/>
              <a:cxnLst/>
              <a:rect l="l" t="t" r="r" b="b"/>
              <a:pathLst>
                <a:path w="23646" h="1980" extrusionOk="0">
                  <a:moveTo>
                    <a:pt x="0" y="1"/>
                  </a:moveTo>
                  <a:lnTo>
                    <a:pt x="0" y="1217"/>
                  </a:lnTo>
                  <a:cubicBezTo>
                    <a:pt x="0" y="1641"/>
                    <a:pt x="343" y="1979"/>
                    <a:pt x="763" y="1979"/>
                  </a:cubicBezTo>
                  <a:lnTo>
                    <a:pt x="22883" y="1979"/>
                  </a:lnTo>
                  <a:cubicBezTo>
                    <a:pt x="23307" y="1979"/>
                    <a:pt x="23645" y="1641"/>
                    <a:pt x="23645" y="1217"/>
                  </a:cubicBezTo>
                  <a:lnTo>
                    <a:pt x="23645" y="1"/>
                  </a:lnTo>
                  <a:cubicBezTo>
                    <a:pt x="23645" y="425"/>
                    <a:pt x="23307" y="767"/>
                    <a:pt x="22883" y="767"/>
                  </a:cubicBezTo>
                  <a:lnTo>
                    <a:pt x="763" y="767"/>
                  </a:lnTo>
                  <a:cubicBezTo>
                    <a:pt x="343" y="767"/>
                    <a:pt x="0" y="425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5"/>
            <p:cNvSpPr/>
            <p:nvPr/>
          </p:nvSpPr>
          <p:spPr>
            <a:xfrm>
              <a:off x="5421350" y="822285"/>
              <a:ext cx="1805741" cy="27651"/>
            </a:xfrm>
            <a:custGeom>
              <a:avLst/>
              <a:gdLst/>
              <a:ahLst/>
              <a:cxnLst/>
              <a:rect l="l" t="t" r="r" b="b"/>
              <a:pathLst>
                <a:path w="22138" h="339" extrusionOk="0">
                  <a:moveTo>
                    <a:pt x="0" y="0"/>
                  </a:moveTo>
                  <a:lnTo>
                    <a:pt x="0" y="339"/>
                  </a:lnTo>
                  <a:lnTo>
                    <a:pt x="22138" y="339"/>
                  </a:lnTo>
                  <a:lnTo>
                    <a:pt x="221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5"/>
            <p:cNvSpPr/>
            <p:nvPr/>
          </p:nvSpPr>
          <p:spPr>
            <a:xfrm>
              <a:off x="5421350" y="760457"/>
              <a:ext cx="1805741" cy="27651"/>
            </a:xfrm>
            <a:custGeom>
              <a:avLst/>
              <a:gdLst/>
              <a:ahLst/>
              <a:cxnLst/>
              <a:rect l="l" t="t" r="r" b="b"/>
              <a:pathLst>
                <a:path w="22138" h="339" extrusionOk="0">
                  <a:moveTo>
                    <a:pt x="0" y="0"/>
                  </a:moveTo>
                  <a:lnTo>
                    <a:pt x="0" y="339"/>
                  </a:lnTo>
                  <a:lnTo>
                    <a:pt x="22138" y="339"/>
                  </a:lnTo>
                  <a:lnTo>
                    <a:pt x="221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5"/>
            <p:cNvSpPr/>
            <p:nvPr/>
          </p:nvSpPr>
          <p:spPr>
            <a:xfrm>
              <a:off x="5421350" y="698955"/>
              <a:ext cx="1805741" cy="27651"/>
            </a:xfrm>
            <a:custGeom>
              <a:avLst/>
              <a:gdLst/>
              <a:ahLst/>
              <a:cxnLst/>
              <a:rect l="l" t="t" r="r" b="b"/>
              <a:pathLst>
                <a:path w="22138" h="339" extrusionOk="0">
                  <a:moveTo>
                    <a:pt x="0" y="0"/>
                  </a:moveTo>
                  <a:lnTo>
                    <a:pt x="0" y="339"/>
                  </a:lnTo>
                  <a:lnTo>
                    <a:pt x="22138" y="339"/>
                  </a:lnTo>
                  <a:lnTo>
                    <a:pt x="221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5"/>
            <p:cNvSpPr/>
            <p:nvPr/>
          </p:nvSpPr>
          <p:spPr>
            <a:xfrm>
              <a:off x="6003417" y="571791"/>
              <a:ext cx="641936" cy="27651"/>
            </a:xfrm>
            <a:custGeom>
              <a:avLst/>
              <a:gdLst/>
              <a:ahLst/>
              <a:cxnLst/>
              <a:rect l="l" t="t" r="r" b="b"/>
              <a:pathLst>
                <a:path w="7870" h="339" extrusionOk="0">
                  <a:moveTo>
                    <a:pt x="168" y="0"/>
                  </a:moveTo>
                  <a:cubicBezTo>
                    <a:pt x="73" y="0"/>
                    <a:pt x="1" y="73"/>
                    <a:pt x="1" y="167"/>
                  </a:cubicBezTo>
                  <a:cubicBezTo>
                    <a:pt x="1" y="261"/>
                    <a:pt x="73" y="339"/>
                    <a:pt x="168" y="339"/>
                  </a:cubicBezTo>
                  <a:lnTo>
                    <a:pt x="7698" y="339"/>
                  </a:lnTo>
                  <a:cubicBezTo>
                    <a:pt x="7792" y="339"/>
                    <a:pt x="7870" y="261"/>
                    <a:pt x="7870" y="167"/>
                  </a:cubicBezTo>
                  <a:cubicBezTo>
                    <a:pt x="7870" y="73"/>
                    <a:pt x="7792" y="0"/>
                    <a:pt x="769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5"/>
            <p:cNvSpPr/>
            <p:nvPr/>
          </p:nvSpPr>
          <p:spPr>
            <a:xfrm>
              <a:off x="7162737" y="542834"/>
              <a:ext cx="47228" cy="25857"/>
            </a:xfrm>
            <a:custGeom>
              <a:avLst/>
              <a:gdLst/>
              <a:ahLst/>
              <a:cxnLst/>
              <a:rect l="l" t="t" r="r" b="b"/>
              <a:pathLst>
                <a:path w="579" h="317" extrusionOk="0">
                  <a:moveTo>
                    <a:pt x="541" y="1"/>
                  </a:moveTo>
                  <a:cubicBezTo>
                    <a:pt x="536" y="1"/>
                    <a:pt x="532" y="2"/>
                    <a:pt x="527" y="4"/>
                  </a:cubicBezTo>
                  <a:lnTo>
                    <a:pt x="26" y="252"/>
                  </a:lnTo>
                  <a:cubicBezTo>
                    <a:pt x="9" y="261"/>
                    <a:pt x="0" y="278"/>
                    <a:pt x="9" y="295"/>
                  </a:cubicBezTo>
                  <a:cubicBezTo>
                    <a:pt x="18" y="308"/>
                    <a:pt x="26" y="317"/>
                    <a:pt x="39" y="317"/>
                  </a:cubicBezTo>
                  <a:cubicBezTo>
                    <a:pt x="43" y="317"/>
                    <a:pt x="52" y="312"/>
                    <a:pt x="56" y="312"/>
                  </a:cubicBezTo>
                  <a:lnTo>
                    <a:pt x="557" y="64"/>
                  </a:lnTo>
                  <a:cubicBezTo>
                    <a:pt x="570" y="55"/>
                    <a:pt x="579" y="34"/>
                    <a:pt x="570" y="21"/>
                  </a:cubicBezTo>
                  <a:cubicBezTo>
                    <a:pt x="564" y="9"/>
                    <a:pt x="553" y="1"/>
                    <a:pt x="5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5"/>
            <p:cNvSpPr/>
            <p:nvPr/>
          </p:nvSpPr>
          <p:spPr>
            <a:xfrm>
              <a:off x="7156456" y="570730"/>
              <a:ext cx="51795" cy="27651"/>
            </a:xfrm>
            <a:custGeom>
              <a:avLst/>
              <a:gdLst/>
              <a:ahLst/>
              <a:cxnLst/>
              <a:rect l="l" t="t" r="r" b="b"/>
              <a:pathLst>
                <a:path w="635" h="339" extrusionOk="0">
                  <a:moveTo>
                    <a:pt x="601" y="0"/>
                  </a:moveTo>
                  <a:cubicBezTo>
                    <a:pt x="595" y="0"/>
                    <a:pt x="589" y="2"/>
                    <a:pt x="583" y="5"/>
                  </a:cubicBezTo>
                  <a:lnTo>
                    <a:pt x="26" y="274"/>
                  </a:lnTo>
                  <a:cubicBezTo>
                    <a:pt x="9" y="283"/>
                    <a:pt x="0" y="300"/>
                    <a:pt x="9" y="317"/>
                  </a:cubicBezTo>
                  <a:cubicBezTo>
                    <a:pt x="13" y="330"/>
                    <a:pt x="26" y="339"/>
                    <a:pt x="39" y="339"/>
                  </a:cubicBezTo>
                  <a:cubicBezTo>
                    <a:pt x="43" y="339"/>
                    <a:pt x="47" y="334"/>
                    <a:pt x="52" y="334"/>
                  </a:cubicBezTo>
                  <a:lnTo>
                    <a:pt x="613" y="65"/>
                  </a:lnTo>
                  <a:cubicBezTo>
                    <a:pt x="630" y="56"/>
                    <a:pt x="634" y="35"/>
                    <a:pt x="630" y="17"/>
                  </a:cubicBezTo>
                  <a:cubicBezTo>
                    <a:pt x="624" y="6"/>
                    <a:pt x="613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5"/>
            <p:cNvSpPr/>
            <p:nvPr/>
          </p:nvSpPr>
          <p:spPr>
            <a:xfrm>
              <a:off x="5586932" y="913885"/>
              <a:ext cx="47228" cy="25857"/>
            </a:xfrm>
            <a:custGeom>
              <a:avLst/>
              <a:gdLst/>
              <a:ahLst/>
              <a:cxnLst/>
              <a:rect l="l" t="t" r="r" b="b"/>
              <a:pathLst>
                <a:path w="579" h="317" extrusionOk="0">
                  <a:moveTo>
                    <a:pt x="538" y="1"/>
                  </a:moveTo>
                  <a:cubicBezTo>
                    <a:pt x="533" y="1"/>
                    <a:pt x="528" y="2"/>
                    <a:pt x="523" y="4"/>
                  </a:cubicBezTo>
                  <a:lnTo>
                    <a:pt x="26" y="252"/>
                  </a:lnTo>
                  <a:cubicBezTo>
                    <a:pt x="9" y="261"/>
                    <a:pt x="1" y="282"/>
                    <a:pt x="9" y="300"/>
                  </a:cubicBezTo>
                  <a:cubicBezTo>
                    <a:pt x="14" y="308"/>
                    <a:pt x="26" y="317"/>
                    <a:pt x="39" y="317"/>
                  </a:cubicBezTo>
                  <a:cubicBezTo>
                    <a:pt x="44" y="317"/>
                    <a:pt x="48" y="317"/>
                    <a:pt x="52" y="312"/>
                  </a:cubicBezTo>
                  <a:lnTo>
                    <a:pt x="553" y="64"/>
                  </a:lnTo>
                  <a:cubicBezTo>
                    <a:pt x="570" y="55"/>
                    <a:pt x="579" y="38"/>
                    <a:pt x="570" y="21"/>
                  </a:cubicBezTo>
                  <a:cubicBezTo>
                    <a:pt x="564" y="9"/>
                    <a:pt x="551" y="1"/>
                    <a:pt x="5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5"/>
            <p:cNvSpPr/>
            <p:nvPr/>
          </p:nvSpPr>
          <p:spPr>
            <a:xfrm>
              <a:off x="5580652" y="941863"/>
              <a:ext cx="51795" cy="27570"/>
            </a:xfrm>
            <a:custGeom>
              <a:avLst/>
              <a:gdLst/>
              <a:ahLst/>
              <a:cxnLst/>
              <a:rect l="l" t="t" r="r" b="b"/>
              <a:pathLst>
                <a:path w="635" h="338" extrusionOk="0">
                  <a:moveTo>
                    <a:pt x="597" y="0"/>
                  </a:moveTo>
                  <a:cubicBezTo>
                    <a:pt x="592" y="0"/>
                    <a:pt x="588" y="1"/>
                    <a:pt x="583" y="4"/>
                  </a:cubicBezTo>
                  <a:lnTo>
                    <a:pt x="22" y="274"/>
                  </a:lnTo>
                  <a:cubicBezTo>
                    <a:pt x="9" y="282"/>
                    <a:pt x="1" y="304"/>
                    <a:pt x="9" y="321"/>
                  </a:cubicBezTo>
                  <a:cubicBezTo>
                    <a:pt x="13" y="329"/>
                    <a:pt x="26" y="338"/>
                    <a:pt x="39" y="338"/>
                  </a:cubicBezTo>
                  <a:cubicBezTo>
                    <a:pt x="43" y="338"/>
                    <a:pt x="48" y="338"/>
                    <a:pt x="52" y="334"/>
                  </a:cubicBezTo>
                  <a:lnTo>
                    <a:pt x="613" y="64"/>
                  </a:lnTo>
                  <a:cubicBezTo>
                    <a:pt x="630" y="55"/>
                    <a:pt x="635" y="34"/>
                    <a:pt x="626" y="21"/>
                  </a:cubicBezTo>
                  <a:cubicBezTo>
                    <a:pt x="620" y="8"/>
                    <a:pt x="609" y="0"/>
                    <a:pt x="5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5"/>
            <p:cNvSpPr/>
            <p:nvPr/>
          </p:nvSpPr>
          <p:spPr>
            <a:xfrm>
              <a:off x="5465397" y="822285"/>
              <a:ext cx="2170185" cy="1044961"/>
            </a:xfrm>
            <a:custGeom>
              <a:avLst/>
              <a:gdLst/>
              <a:ahLst/>
              <a:cxnLst/>
              <a:rect l="l" t="t" r="r" b="b"/>
              <a:pathLst>
                <a:path w="26606" h="12811" extrusionOk="0">
                  <a:moveTo>
                    <a:pt x="681" y="0"/>
                  </a:moveTo>
                  <a:cubicBezTo>
                    <a:pt x="681" y="0"/>
                    <a:pt x="0" y="3029"/>
                    <a:pt x="3131" y="4181"/>
                  </a:cubicBezTo>
                  <a:cubicBezTo>
                    <a:pt x="6258" y="5333"/>
                    <a:pt x="8503" y="6644"/>
                    <a:pt x="8948" y="8790"/>
                  </a:cubicBezTo>
                  <a:cubicBezTo>
                    <a:pt x="9301" y="10474"/>
                    <a:pt x="12290" y="12810"/>
                    <a:pt x="16574" y="12810"/>
                  </a:cubicBezTo>
                  <a:cubicBezTo>
                    <a:pt x="17749" y="12810"/>
                    <a:pt x="19022" y="12634"/>
                    <a:pt x="20364" y="12221"/>
                  </a:cubicBezTo>
                  <a:cubicBezTo>
                    <a:pt x="26605" y="10302"/>
                    <a:pt x="25770" y="7677"/>
                    <a:pt x="23067" y="6404"/>
                  </a:cubicBezTo>
                  <a:cubicBezTo>
                    <a:pt x="20364" y="5136"/>
                    <a:pt x="21520" y="3457"/>
                    <a:pt x="21598" y="2686"/>
                  </a:cubicBezTo>
                  <a:cubicBezTo>
                    <a:pt x="21679" y="1915"/>
                    <a:pt x="21195" y="159"/>
                    <a:pt x="20480" y="0"/>
                  </a:cubicBezTo>
                  <a:close/>
                </a:path>
              </a:pathLst>
            </a:custGeom>
            <a:solidFill>
              <a:srgbClr val="FFFFFF">
                <a:alpha val="22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5"/>
            <p:cNvSpPr/>
            <p:nvPr/>
          </p:nvSpPr>
          <p:spPr>
            <a:xfrm>
              <a:off x="5421350" y="585413"/>
              <a:ext cx="58729" cy="23818"/>
            </a:xfrm>
            <a:custGeom>
              <a:avLst/>
              <a:gdLst/>
              <a:ahLst/>
              <a:cxnLst/>
              <a:rect l="l" t="t" r="r" b="b"/>
              <a:pathLst>
                <a:path w="720" h="292" extrusionOk="0">
                  <a:moveTo>
                    <a:pt x="0" y="0"/>
                  </a:moveTo>
                  <a:lnTo>
                    <a:pt x="0" y="292"/>
                  </a:lnTo>
                  <a:lnTo>
                    <a:pt x="720" y="292"/>
                  </a:lnTo>
                  <a:lnTo>
                    <a:pt x="720" y="0"/>
                  </a:lnTo>
                  <a:close/>
                </a:path>
              </a:pathLst>
            </a:custGeom>
            <a:solidFill>
              <a:srgbClr val="E2F2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5"/>
            <p:cNvSpPr/>
            <p:nvPr/>
          </p:nvSpPr>
          <p:spPr>
            <a:xfrm>
              <a:off x="5515642" y="585413"/>
              <a:ext cx="58484" cy="23818"/>
            </a:xfrm>
            <a:custGeom>
              <a:avLst/>
              <a:gdLst/>
              <a:ahLst/>
              <a:cxnLst/>
              <a:rect l="l" t="t" r="r" b="b"/>
              <a:pathLst>
                <a:path w="717" h="292" extrusionOk="0">
                  <a:moveTo>
                    <a:pt x="1" y="0"/>
                  </a:moveTo>
                  <a:lnTo>
                    <a:pt x="1" y="292"/>
                  </a:lnTo>
                  <a:lnTo>
                    <a:pt x="716" y="292"/>
                  </a:lnTo>
                  <a:lnTo>
                    <a:pt x="716" y="0"/>
                  </a:lnTo>
                  <a:close/>
                </a:path>
              </a:pathLst>
            </a:custGeom>
            <a:solidFill>
              <a:srgbClr val="E2F2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5"/>
            <p:cNvSpPr/>
            <p:nvPr/>
          </p:nvSpPr>
          <p:spPr>
            <a:xfrm>
              <a:off x="5716951" y="585413"/>
              <a:ext cx="58402" cy="23818"/>
            </a:xfrm>
            <a:custGeom>
              <a:avLst/>
              <a:gdLst/>
              <a:ahLst/>
              <a:cxnLst/>
              <a:rect l="l" t="t" r="r" b="b"/>
              <a:pathLst>
                <a:path w="716" h="292" extrusionOk="0">
                  <a:moveTo>
                    <a:pt x="0" y="0"/>
                  </a:moveTo>
                  <a:lnTo>
                    <a:pt x="0" y="292"/>
                  </a:lnTo>
                  <a:lnTo>
                    <a:pt x="716" y="292"/>
                  </a:lnTo>
                  <a:lnTo>
                    <a:pt x="7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5"/>
            <p:cNvSpPr/>
            <p:nvPr/>
          </p:nvSpPr>
          <p:spPr>
            <a:xfrm>
              <a:off x="5904557" y="816657"/>
              <a:ext cx="190134" cy="181488"/>
            </a:xfrm>
            <a:custGeom>
              <a:avLst/>
              <a:gdLst/>
              <a:ahLst/>
              <a:cxnLst/>
              <a:rect l="l" t="t" r="r" b="b"/>
              <a:pathLst>
                <a:path w="2331" h="2225" extrusionOk="0">
                  <a:moveTo>
                    <a:pt x="2031" y="0"/>
                  </a:moveTo>
                  <a:cubicBezTo>
                    <a:pt x="2028" y="0"/>
                    <a:pt x="2025" y="1"/>
                    <a:pt x="2022" y="1"/>
                  </a:cubicBezTo>
                  <a:cubicBezTo>
                    <a:pt x="1984" y="9"/>
                    <a:pt x="1962" y="44"/>
                    <a:pt x="1967" y="82"/>
                  </a:cubicBezTo>
                  <a:cubicBezTo>
                    <a:pt x="1971" y="91"/>
                    <a:pt x="2189" y="1205"/>
                    <a:pt x="1740" y="1770"/>
                  </a:cubicBezTo>
                  <a:cubicBezTo>
                    <a:pt x="1572" y="1976"/>
                    <a:pt x="1337" y="2083"/>
                    <a:pt x="1033" y="2087"/>
                  </a:cubicBezTo>
                  <a:cubicBezTo>
                    <a:pt x="998" y="2087"/>
                    <a:pt x="227" y="2070"/>
                    <a:pt x="150" y="1350"/>
                  </a:cubicBezTo>
                  <a:cubicBezTo>
                    <a:pt x="138" y="1222"/>
                    <a:pt x="185" y="1102"/>
                    <a:pt x="275" y="1025"/>
                  </a:cubicBezTo>
                  <a:cubicBezTo>
                    <a:pt x="338" y="970"/>
                    <a:pt x="413" y="943"/>
                    <a:pt x="500" y="943"/>
                  </a:cubicBezTo>
                  <a:cubicBezTo>
                    <a:pt x="591" y="943"/>
                    <a:pt x="694" y="972"/>
                    <a:pt x="810" y="1029"/>
                  </a:cubicBezTo>
                  <a:cubicBezTo>
                    <a:pt x="819" y="1034"/>
                    <a:pt x="829" y="1037"/>
                    <a:pt x="839" y="1037"/>
                  </a:cubicBezTo>
                  <a:cubicBezTo>
                    <a:pt x="863" y="1037"/>
                    <a:pt x="888" y="1023"/>
                    <a:pt x="900" y="999"/>
                  </a:cubicBezTo>
                  <a:cubicBezTo>
                    <a:pt x="917" y="969"/>
                    <a:pt x="900" y="926"/>
                    <a:pt x="870" y="909"/>
                  </a:cubicBezTo>
                  <a:cubicBezTo>
                    <a:pt x="724" y="837"/>
                    <a:pt x="602" y="810"/>
                    <a:pt x="501" y="810"/>
                  </a:cubicBezTo>
                  <a:cubicBezTo>
                    <a:pt x="360" y="810"/>
                    <a:pt x="259" y="862"/>
                    <a:pt x="189" y="922"/>
                  </a:cubicBezTo>
                  <a:cubicBezTo>
                    <a:pt x="65" y="1025"/>
                    <a:pt x="0" y="1192"/>
                    <a:pt x="18" y="1363"/>
                  </a:cubicBezTo>
                  <a:cubicBezTo>
                    <a:pt x="108" y="2203"/>
                    <a:pt x="1020" y="2224"/>
                    <a:pt x="1033" y="2224"/>
                  </a:cubicBezTo>
                  <a:cubicBezTo>
                    <a:pt x="1380" y="2215"/>
                    <a:pt x="1654" y="2091"/>
                    <a:pt x="1842" y="1851"/>
                  </a:cubicBezTo>
                  <a:cubicBezTo>
                    <a:pt x="2331" y="1243"/>
                    <a:pt x="2108" y="104"/>
                    <a:pt x="2099" y="57"/>
                  </a:cubicBezTo>
                  <a:cubicBezTo>
                    <a:pt x="2092" y="21"/>
                    <a:pt x="2062" y="0"/>
                    <a:pt x="20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5"/>
            <p:cNvSpPr/>
            <p:nvPr/>
          </p:nvSpPr>
          <p:spPr>
            <a:xfrm>
              <a:off x="6045342" y="820898"/>
              <a:ext cx="152450" cy="312811"/>
            </a:xfrm>
            <a:custGeom>
              <a:avLst/>
              <a:gdLst/>
              <a:ahLst/>
              <a:cxnLst/>
              <a:rect l="l" t="t" r="r" b="b"/>
              <a:pathLst>
                <a:path w="1869" h="3835" extrusionOk="0">
                  <a:moveTo>
                    <a:pt x="1615" y="1"/>
                  </a:moveTo>
                  <a:cubicBezTo>
                    <a:pt x="1608" y="1"/>
                    <a:pt x="1601" y="2"/>
                    <a:pt x="1594" y="5"/>
                  </a:cubicBezTo>
                  <a:cubicBezTo>
                    <a:pt x="1560" y="13"/>
                    <a:pt x="1538" y="52"/>
                    <a:pt x="1551" y="86"/>
                  </a:cubicBezTo>
                  <a:cubicBezTo>
                    <a:pt x="1551" y="95"/>
                    <a:pt x="1731" y="660"/>
                    <a:pt x="1633" y="1384"/>
                  </a:cubicBezTo>
                  <a:cubicBezTo>
                    <a:pt x="1500" y="2356"/>
                    <a:pt x="964" y="3136"/>
                    <a:pt x="39" y="3710"/>
                  </a:cubicBezTo>
                  <a:cubicBezTo>
                    <a:pt x="9" y="3727"/>
                    <a:pt x="1" y="3770"/>
                    <a:pt x="18" y="3800"/>
                  </a:cubicBezTo>
                  <a:cubicBezTo>
                    <a:pt x="31" y="3821"/>
                    <a:pt x="52" y="3834"/>
                    <a:pt x="74" y="3834"/>
                  </a:cubicBezTo>
                  <a:cubicBezTo>
                    <a:pt x="86" y="3834"/>
                    <a:pt x="99" y="3830"/>
                    <a:pt x="112" y="3821"/>
                  </a:cubicBezTo>
                  <a:cubicBezTo>
                    <a:pt x="1311" y="3080"/>
                    <a:pt x="1676" y="2095"/>
                    <a:pt x="1766" y="1397"/>
                  </a:cubicBezTo>
                  <a:cubicBezTo>
                    <a:pt x="1868" y="643"/>
                    <a:pt x="1688" y="69"/>
                    <a:pt x="1680" y="47"/>
                  </a:cubicBezTo>
                  <a:cubicBezTo>
                    <a:pt x="1670" y="20"/>
                    <a:pt x="1643" y="1"/>
                    <a:pt x="16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5"/>
            <p:cNvSpPr/>
            <p:nvPr/>
          </p:nvSpPr>
          <p:spPr>
            <a:xfrm>
              <a:off x="6188249" y="820816"/>
              <a:ext cx="116478" cy="377168"/>
            </a:xfrm>
            <a:custGeom>
              <a:avLst/>
              <a:gdLst/>
              <a:ahLst/>
              <a:cxnLst/>
              <a:rect l="l" t="t" r="r" b="b"/>
              <a:pathLst>
                <a:path w="1428" h="4624" extrusionOk="0">
                  <a:moveTo>
                    <a:pt x="1070" y="1"/>
                  </a:moveTo>
                  <a:cubicBezTo>
                    <a:pt x="1068" y="1"/>
                    <a:pt x="1065" y="1"/>
                    <a:pt x="1063" y="1"/>
                  </a:cubicBezTo>
                  <a:cubicBezTo>
                    <a:pt x="1024" y="6"/>
                    <a:pt x="999" y="36"/>
                    <a:pt x="1003" y="74"/>
                  </a:cubicBezTo>
                  <a:cubicBezTo>
                    <a:pt x="1007" y="104"/>
                    <a:pt x="1290" y="3133"/>
                    <a:pt x="26" y="4512"/>
                  </a:cubicBezTo>
                  <a:cubicBezTo>
                    <a:pt x="1" y="4538"/>
                    <a:pt x="5" y="4580"/>
                    <a:pt x="31" y="4606"/>
                  </a:cubicBezTo>
                  <a:cubicBezTo>
                    <a:pt x="43" y="4619"/>
                    <a:pt x="61" y="4623"/>
                    <a:pt x="78" y="4623"/>
                  </a:cubicBezTo>
                  <a:cubicBezTo>
                    <a:pt x="95" y="4623"/>
                    <a:pt x="112" y="4615"/>
                    <a:pt x="125" y="4602"/>
                  </a:cubicBezTo>
                  <a:cubicBezTo>
                    <a:pt x="1427" y="3180"/>
                    <a:pt x="1149" y="190"/>
                    <a:pt x="1136" y="61"/>
                  </a:cubicBezTo>
                  <a:cubicBezTo>
                    <a:pt x="1132" y="26"/>
                    <a:pt x="1102" y="1"/>
                    <a:pt x="107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5"/>
            <p:cNvSpPr/>
            <p:nvPr/>
          </p:nvSpPr>
          <p:spPr>
            <a:xfrm>
              <a:off x="6553753" y="816657"/>
              <a:ext cx="190460" cy="181488"/>
            </a:xfrm>
            <a:custGeom>
              <a:avLst/>
              <a:gdLst/>
              <a:ahLst/>
              <a:cxnLst/>
              <a:rect l="l" t="t" r="r" b="b"/>
              <a:pathLst>
                <a:path w="2335" h="2225" extrusionOk="0">
                  <a:moveTo>
                    <a:pt x="303" y="0"/>
                  </a:moveTo>
                  <a:cubicBezTo>
                    <a:pt x="269" y="0"/>
                    <a:pt x="239" y="21"/>
                    <a:pt x="232" y="57"/>
                  </a:cubicBezTo>
                  <a:cubicBezTo>
                    <a:pt x="223" y="104"/>
                    <a:pt x="0" y="1243"/>
                    <a:pt x="489" y="1851"/>
                  </a:cubicBezTo>
                  <a:cubicBezTo>
                    <a:pt x="681" y="2091"/>
                    <a:pt x="951" y="2215"/>
                    <a:pt x="1302" y="2224"/>
                  </a:cubicBezTo>
                  <a:cubicBezTo>
                    <a:pt x="1311" y="2224"/>
                    <a:pt x="2228" y="2203"/>
                    <a:pt x="2313" y="1363"/>
                  </a:cubicBezTo>
                  <a:cubicBezTo>
                    <a:pt x="2335" y="1192"/>
                    <a:pt x="2270" y="1025"/>
                    <a:pt x="2146" y="922"/>
                  </a:cubicBezTo>
                  <a:cubicBezTo>
                    <a:pt x="2077" y="862"/>
                    <a:pt x="1975" y="810"/>
                    <a:pt x="1835" y="810"/>
                  </a:cubicBezTo>
                  <a:cubicBezTo>
                    <a:pt x="1733" y="810"/>
                    <a:pt x="1611" y="837"/>
                    <a:pt x="1465" y="909"/>
                  </a:cubicBezTo>
                  <a:cubicBezTo>
                    <a:pt x="1431" y="926"/>
                    <a:pt x="1418" y="969"/>
                    <a:pt x="1435" y="999"/>
                  </a:cubicBezTo>
                  <a:cubicBezTo>
                    <a:pt x="1447" y="1023"/>
                    <a:pt x="1470" y="1037"/>
                    <a:pt x="1494" y="1037"/>
                  </a:cubicBezTo>
                  <a:cubicBezTo>
                    <a:pt x="1504" y="1037"/>
                    <a:pt x="1515" y="1034"/>
                    <a:pt x="1525" y="1029"/>
                  </a:cubicBezTo>
                  <a:cubicBezTo>
                    <a:pt x="1641" y="972"/>
                    <a:pt x="1744" y="943"/>
                    <a:pt x="1835" y="943"/>
                  </a:cubicBezTo>
                  <a:cubicBezTo>
                    <a:pt x="1922" y="943"/>
                    <a:pt x="1998" y="970"/>
                    <a:pt x="2061" y="1025"/>
                  </a:cubicBezTo>
                  <a:cubicBezTo>
                    <a:pt x="2151" y="1102"/>
                    <a:pt x="2193" y="1222"/>
                    <a:pt x="2181" y="1350"/>
                  </a:cubicBezTo>
                  <a:cubicBezTo>
                    <a:pt x="2108" y="2070"/>
                    <a:pt x="1332" y="2087"/>
                    <a:pt x="1302" y="2087"/>
                  </a:cubicBezTo>
                  <a:cubicBezTo>
                    <a:pt x="998" y="2083"/>
                    <a:pt x="758" y="1976"/>
                    <a:pt x="596" y="1770"/>
                  </a:cubicBezTo>
                  <a:cubicBezTo>
                    <a:pt x="146" y="1209"/>
                    <a:pt x="364" y="91"/>
                    <a:pt x="364" y="82"/>
                  </a:cubicBezTo>
                  <a:cubicBezTo>
                    <a:pt x="373" y="44"/>
                    <a:pt x="347" y="9"/>
                    <a:pt x="313" y="1"/>
                  </a:cubicBezTo>
                  <a:cubicBezTo>
                    <a:pt x="310" y="1"/>
                    <a:pt x="306" y="0"/>
                    <a:pt x="30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5"/>
            <p:cNvSpPr/>
            <p:nvPr/>
          </p:nvSpPr>
          <p:spPr>
            <a:xfrm>
              <a:off x="6450978" y="820898"/>
              <a:ext cx="152450" cy="312811"/>
            </a:xfrm>
            <a:custGeom>
              <a:avLst/>
              <a:gdLst/>
              <a:ahLst/>
              <a:cxnLst/>
              <a:rect l="l" t="t" r="r" b="b"/>
              <a:pathLst>
                <a:path w="1869" h="3835" extrusionOk="0">
                  <a:moveTo>
                    <a:pt x="250" y="1"/>
                  </a:moveTo>
                  <a:cubicBezTo>
                    <a:pt x="222" y="1"/>
                    <a:pt x="196" y="20"/>
                    <a:pt x="189" y="47"/>
                  </a:cubicBezTo>
                  <a:cubicBezTo>
                    <a:pt x="181" y="69"/>
                    <a:pt x="1" y="643"/>
                    <a:pt x="99" y="1397"/>
                  </a:cubicBezTo>
                  <a:cubicBezTo>
                    <a:pt x="194" y="2095"/>
                    <a:pt x="558" y="3080"/>
                    <a:pt x="1757" y="3821"/>
                  </a:cubicBezTo>
                  <a:cubicBezTo>
                    <a:pt x="1766" y="3830"/>
                    <a:pt x="1779" y="3834"/>
                    <a:pt x="1791" y="3834"/>
                  </a:cubicBezTo>
                  <a:cubicBezTo>
                    <a:pt x="1813" y="3834"/>
                    <a:pt x="1834" y="3821"/>
                    <a:pt x="1847" y="3800"/>
                  </a:cubicBezTo>
                  <a:cubicBezTo>
                    <a:pt x="1868" y="3770"/>
                    <a:pt x="1860" y="3727"/>
                    <a:pt x="1826" y="3710"/>
                  </a:cubicBezTo>
                  <a:cubicBezTo>
                    <a:pt x="900" y="3136"/>
                    <a:pt x="365" y="2356"/>
                    <a:pt x="232" y="1384"/>
                  </a:cubicBezTo>
                  <a:cubicBezTo>
                    <a:pt x="134" y="660"/>
                    <a:pt x="314" y="95"/>
                    <a:pt x="314" y="86"/>
                  </a:cubicBezTo>
                  <a:cubicBezTo>
                    <a:pt x="326" y="52"/>
                    <a:pt x="309" y="13"/>
                    <a:pt x="271" y="5"/>
                  </a:cubicBezTo>
                  <a:cubicBezTo>
                    <a:pt x="264" y="2"/>
                    <a:pt x="257" y="1"/>
                    <a:pt x="25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5"/>
            <p:cNvSpPr/>
            <p:nvPr/>
          </p:nvSpPr>
          <p:spPr>
            <a:xfrm>
              <a:off x="6343717" y="820816"/>
              <a:ext cx="116478" cy="377168"/>
            </a:xfrm>
            <a:custGeom>
              <a:avLst/>
              <a:gdLst/>
              <a:ahLst/>
              <a:cxnLst/>
              <a:rect l="l" t="t" r="r" b="b"/>
              <a:pathLst>
                <a:path w="1428" h="4624" extrusionOk="0">
                  <a:moveTo>
                    <a:pt x="361" y="1"/>
                  </a:moveTo>
                  <a:cubicBezTo>
                    <a:pt x="326" y="1"/>
                    <a:pt x="296" y="26"/>
                    <a:pt x="292" y="61"/>
                  </a:cubicBezTo>
                  <a:cubicBezTo>
                    <a:pt x="284" y="190"/>
                    <a:pt x="1" y="3180"/>
                    <a:pt x="1303" y="4602"/>
                  </a:cubicBezTo>
                  <a:cubicBezTo>
                    <a:pt x="1316" y="4615"/>
                    <a:pt x="1337" y="4623"/>
                    <a:pt x="1354" y="4623"/>
                  </a:cubicBezTo>
                  <a:cubicBezTo>
                    <a:pt x="1372" y="4623"/>
                    <a:pt x="1384" y="4619"/>
                    <a:pt x="1397" y="4606"/>
                  </a:cubicBezTo>
                  <a:cubicBezTo>
                    <a:pt x="1427" y="4580"/>
                    <a:pt x="1427" y="4538"/>
                    <a:pt x="1402" y="4512"/>
                  </a:cubicBezTo>
                  <a:cubicBezTo>
                    <a:pt x="142" y="3133"/>
                    <a:pt x="425" y="104"/>
                    <a:pt x="429" y="74"/>
                  </a:cubicBezTo>
                  <a:cubicBezTo>
                    <a:pt x="429" y="36"/>
                    <a:pt x="403" y="6"/>
                    <a:pt x="369" y="1"/>
                  </a:cubicBezTo>
                  <a:cubicBezTo>
                    <a:pt x="366" y="1"/>
                    <a:pt x="364" y="1"/>
                    <a:pt x="36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5"/>
          <p:cNvSpPr/>
          <p:nvPr/>
        </p:nvSpPr>
        <p:spPr>
          <a:xfrm>
            <a:off x="-105207" y="4582222"/>
            <a:ext cx="5318609" cy="21779"/>
          </a:xfrm>
          <a:custGeom>
            <a:avLst/>
            <a:gdLst/>
            <a:ahLst/>
            <a:cxnLst/>
            <a:rect l="l" t="t" r="r" b="b"/>
            <a:pathLst>
              <a:path w="65205" h="267" extrusionOk="0">
                <a:moveTo>
                  <a:pt x="1" y="1"/>
                </a:moveTo>
                <a:lnTo>
                  <a:pt x="1" y="267"/>
                </a:lnTo>
                <a:lnTo>
                  <a:pt x="65205" y="267"/>
                </a:lnTo>
                <a:lnTo>
                  <a:pt x="65205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5"/>
          <p:cNvSpPr txBox="1">
            <a:spLocks noGrp="1"/>
          </p:cNvSpPr>
          <p:nvPr>
            <p:ph type="subTitle" idx="1"/>
          </p:nvPr>
        </p:nvSpPr>
        <p:spPr>
          <a:xfrm>
            <a:off x="5100769" y="2204101"/>
            <a:ext cx="2560200" cy="167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5"/>
          <p:cNvSpPr txBox="1">
            <a:spLocks noGrp="1"/>
          </p:cNvSpPr>
          <p:nvPr>
            <p:ph type="subTitle" idx="2"/>
          </p:nvPr>
        </p:nvSpPr>
        <p:spPr>
          <a:xfrm>
            <a:off x="1483012" y="2204101"/>
            <a:ext cx="2560200" cy="167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5"/>
          <p:cNvSpPr txBox="1">
            <a:spLocks noGrp="1"/>
          </p:cNvSpPr>
          <p:nvPr>
            <p:ph type="subTitle" idx="3"/>
          </p:nvPr>
        </p:nvSpPr>
        <p:spPr>
          <a:xfrm>
            <a:off x="1483012" y="1721400"/>
            <a:ext cx="25602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0" name="Google Shape;130;p5"/>
          <p:cNvSpPr txBox="1">
            <a:spLocks noGrp="1"/>
          </p:cNvSpPr>
          <p:nvPr>
            <p:ph type="subTitle" idx="4"/>
          </p:nvPr>
        </p:nvSpPr>
        <p:spPr>
          <a:xfrm>
            <a:off x="5100776" y="1721400"/>
            <a:ext cx="25602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131" name="Google Shape;131;p5"/>
          <p:cNvGrpSpPr/>
          <p:nvPr/>
        </p:nvGrpSpPr>
        <p:grpSpPr>
          <a:xfrm>
            <a:off x="8424000" y="355233"/>
            <a:ext cx="906712" cy="1029092"/>
            <a:chOff x="8424000" y="355233"/>
            <a:chExt cx="906712" cy="1029092"/>
          </a:xfrm>
        </p:grpSpPr>
        <p:grpSp>
          <p:nvGrpSpPr>
            <p:cNvPr id="132" name="Google Shape;132;p5"/>
            <p:cNvGrpSpPr/>
            <p:nvPr/>
          </p:nvGrpSpPr>
          <p:grpSpPr>
            <a:xfrm>
              <a:off x="8424000" y="808902"/>
              <a:ext cx="429629" cy="575424"/>
              <a:chOff x="197225" y="2855625"/>
              <a:chExt cx="522790" cy="700199"/>
            </a:xfrm>
          </p:grpSpPr>
          <p:sp>
            <p:nvSpPr>
              <p:cNvPr id="133" name="Google Shape;133;p5"/>
              <p:cNvSpPr/>
              <p:nvPr/>
            </p:nvSpPr>
            <p:spPr>
              <a:xfrm>
                <a:off x="197225" y="2855625"/>
                <a:ext cx="522790" cy="700199"/>
              </a:xfrm>
              <a:custGeom>
                <a:avLst/>
                <a:gdLst/>
                <a:ahLst/>
                <a:cxnLst/>
                <a:rect l="l" t="t" r="r" b="b"/>
                <a:pathLst>
                  <a:path w="16871" h="22598" extrusionOk="0">
                    <a:moveTo>
                      <a:pt x="15291" y="1579"/>
                    </a:moveTo>
                    <a:lnTo>
                      <a:pt x="15291" y="21018"/>
                    </a:lnTo>
                    <a:lnTo>
                      <a:pt x="1579" y="21018"/>
                    </a:lnTo>
                    <a:lnTo>
                      <a:pt x="1579" y="1579"/>
                    </a:lnTo>
                    <a:close/>
                    <a:moveTo>
                      <a:pt x="0" y="0"/>
                    </a:moveTo>
                    <a:lnTo>
                      <a:pt x="0" y="22597"/>
                    </a:lnTo>
                    <a:lnTo>
                      <a:pt x="16870" y="22597"/>
                    </a:lnTo>
                    <a:lnTo>
                      <a:pt x="1687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5"/>
              <p:cNvSpPr/>
              <p:nvPr/>
            </p:nvSpPr>
            <p:spPr>
              <a:xfrm>
                <a:off x="246153" y="2904552"/>
                <a:ext cx="424932" cy="602348"/>
              </a:xfrm>
              <a:custGeom>
                <a:avLst/>
                <a:gdLst/>
                <a:ahLst/>
                <a:cxnLst/>
                <a:rect l="l" t="t" r="r" b="b"/>
                <a:pathLst>
                  <a:path w="13713" h="19440" extrusionOk="0">
                    <a:moveTo>
                      <a:pt x="0" y="0"/>
                    </a:moveTo>
                    <a:lnTo>
                      <a:pt x="0" y="19439"/>
                    </a:lnTo>
                    <a:lnTo>
                      <a:pt x="13712" y="19439"/>
                    </a:lnTo>
                    <a:lnTo>
                      <a:pt x="1371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35;p5"/>
              <p:cNvSpPr/>
              <p:nvPr/>
            </p:nvSpPr>
            <p:spPr>
              <a:xfrm>
                <a:off x="271035" y="2974674"/>
                <a:ext cx="387313" cy="483025"/>
              </a:xfrm>
              <a:custGeom>
                <a:avLst/>
                <a:gdLst/>
                <a:ahLst/>
                <a:cxnLst/>
                <a:rect l="l" t="t" r="r" b="b"/>
                <a:pathLst>
                  <a:path w="12499" h="15589" extrusionOk="0">
                    <a:moveTo>
                      <a:pt x="9215" y="1"/>
                    </a:moveTo>
                    <a:cubicBezTo>
                      <a:pt x="9173" y="1"/>
                      <a:pt x="9138" y="17"/>
                      <a:pt x="9109" y="39"/>
                    </a:cubicBezTo>
                    <a:cubicBezTo>
                      <a:pt x="8440" y="628"/>
                      <a:pt x="7985" y="1430"/>
                      <a:pt x="7815" y="2305"/>
                    </a:cubicBezTo>
                    <a:cubicBezTo>
                      <a:pt x="7655" y="3152"/>
                      <a:pt x="7771" y="4044"/>
                      <a:pt x="8145" y="4829"/>
                    </a:cubicBezTo>
                    <a:cubicBezTo>
                      <a:pt x="8190" y="5481"/>
                      <a:pt x="7940" y="6052"/>
                      <a:pt x="7574" y="6533"/>
                    </a:cubicBezTo>
                    <a:cubicBezTo>
                      <a:pt x="7556" y="5748"/>
                      <a:pt x="7298" y="4963"/>
                      <a:pt x="6843" y="4321"/>
                    </a:cubicBezTo>
                    <a:cubicBezTo>
                      <a:pt x="6334" y="3589"/>
                      <a:pt x="5585" y="3045"/>
                      <a:pt x="4746" y="2778"/>
                    </a:cubicBezTo>
                    <a:cubicBezTo>
                      <a:pt x="4733" y="2775"/>
                      <a:pt x="4720" y="2774"/>
                      <a:pt x="4708" y="2774"/>
                    </a:cubicBezTo>
                    <a:cubicBezTo>
                      <a:pt x="4670" y="2774"/>
                      <a:pt x="4637" y="2784"/>
                      <a:pt x="4604" y="2804"/>
                    </a:cubicBezTo>
                    <a:cubicBezTo>
                      <a:pt x="4568" y="2831"/>
                      <a:pt x="4541" y="2876"/>
                      <a:pt x="4541" y="2929"/>
                    </a:cubicBezTo>
                    <a:cubicBezTo>
                      <a:pt x="4541" y="4696"/>
                      <a:pt x="5603" y="6248"/>
                      <a:pt x="7253" y="6908"/>
                    </a:cubicBezTo>
                    <a:cubicBezTo>
                      <a:pt x="6771" y="7416"/>
                      <a:pt x="6209" y="7782"/>
                      <a:pt x="5853" y="7987"/>
                    </a:cubicBezTo>
                    <a:cubicBezTo>
                      <a:pt x="5603" y="8130"/>
                      <a:pt x="5353" y="8273"/>
                      <a:pt x="5094" y="8407"/>
                    </a:cubicBezTo>
                    <a:cubicBezTo>
                      <a:pt x="4943" y="8496"/>
                      <a:pt x="4782" y="8585"/>
                      <a:pt x="4621" y="8674"/>
                    </a:cubicBezTo>
                    <a:cubicBezTo>
                      <a:pt x="4898" y="7871"/>
                      <a:pt x="4925" y="6988"/>
                      <a:pt x="4675" y="6168"/>
                    </a:cubicBezTo>
                    <a:cubicBezTo>
                      <a:pt x="4425" y="5320"/>
                      <a:pt x="3890" y="4571"/>
                      <a:pt x="3167" y="4044"/>
                    </a:cubicBezTo>
                    <a:cubicBezTo>
                      <a:pt x="3144" y="4027"/>
                      <a:pt x="3114" y="4017"/>
                      <a:pt x="3083" y="4017"/>
                    </a:cubicBezTo>
                    <a:cubicBezTo>
                      <a:pt x="3066" y="4017"/>
                      <a:pt x="3049" y="4020"/>
                      <a:pt x="3033" y="4026"/>
                    </a:cubicBezTo>
                    <a:cubicBezTo>
                      <a:pt x="2989" y="4044"/>
                      <a:pt x="2953" y="4080"/>
                      <a:pt x="2935" y="4125"/>
                    </a:cubicBezTo>
                    <a:cubicBezTo>
                      <a:pt x="2364" y="5837"/>
                      <a:pt x="2917" y="7684"/>
                      <a:pt x="4336" y="8835"/>
                    </a:cubicBezTo>
                    <a:cubicBezTo>
                      <a:pt x="3560" y="9281"/>
                      <a:pt x="2828" y="9798"/>
                      <a:pt x="2347" y="10557"/>
                    </a:cubicBezTo>
                    <a:cubicBezTo>
                      <a:pt x="2543" y="9825"/>
                      <a:pt x="2534" y="9058"/>
                      <a:pt x="2320" y="8335"/>
                    </a:cubicBezTo>
                    <a:cubicBezTo>
                      <a:pt x="2070" y="7488"/>
                      <a:pt x="1535" y="6730"/>
                      <a:pt x="812" y="6212"/>
                    </a:cubicBezTo>
                    <a:cubicBezTo>
                      <a:pt x="789" y="6195"/>
                      <a:pt x="759" y="6185"/>
                      <a:pt x="728" y="6185"/>
                    </a:cubicBezTo>
                    <a:cubicBezTo>
                      <a:pt x="711" y="6185"/>
                      <a:pt x="694" y="6188"/>
                      <a:pt x="678" y="6194"/>
                    </a:cubicBezTo>
                    <a:cubicBezTo>
                      <a:pt x="625" y="6203"/>
                      <a:pt x="589" y="6239"/>
                      <a:pt x="571" y="6292"/>
                    </a:cubicBezTo>
                    <a:cubicBezTo>
                      <a:pt x="0" y="8005"/>
                      <a:pt x="553" y="9852"/>
                      <a:pt x="1990" y="11003"/>
                    </a:cubicBezTo>
                    <a:cubicBezTo>
                      <a:pt x="2016" y="11021"/>
                      <a:pt x="2052" y="11029"/>
                      <a:pt x="2088" y="11029"/>
                    </a:cubicBezTo>
                    <a:cubicBezTo>
                      <a:pt x="1481" y="12394"/>
                      <a:pt x="1740" y="14018"/>
                      <a:pt x="1981" y="15463"/>
                    </a:cubicBezTo>
                    <a:cubicBezTo>
                      <a:pt x="1999" y="15535"/>
                      <a:pt x="2052" y="15579"/>
                      <a:pt x="2124" y="15588"/>
                    </a:cubicBezTo>
                    <a:cubicBezTo>
                      <a:pt x="2132" y="15588"/>
                      <a:pt x="2141" y="15588"/>
                      <a:pt x="2150" y="15579"/>
                    </a:cubicBezTo>
                    <a:cubicBezTo>
                      <a:pt x="2231" y="15570"/>
                      <a:pt x="2293" y="15490"/>
                      <a:pt x="2275" y="15410"/>
                    </a:cubicBezTo>
                    <a:cubicBezTo>
                      <a:pt x="2052" y="14063"/>
                      <a:pt x="1802" y="12546"/>
                      <a:pt x="2302" y="11288"/>
                    </a:cubicBezTo>
                    <a:cubicBezTo>
                      <a:pt x="3096" y="11920"/>
                      <a:pt x="4044" y="12243"/>
                      <a:pt x="4998" y="12243"/>
                    </a:cubicBezTo>
                    <a:cubicBezTo>
                      <a:pt x="5727" y="12243"/>
                      <a:pt x="6460" y="12054"/>
                      <a:pt x="7128" y="11672"/>
                    </a:cubicBezTo>
                    <a:cubicBezTo>
                      <a:pt x="7164" y="11645"/>
                      <a:pt x="7191" y="11600"/>
                      <a:pt x="7200" y="11556"/>
                    </a:cubicBezTo>
                    <a:cubicBezTo>
                      <a:pt x="7209" y="11502"/>
                      <a:pt x="7191" y="11458"/>
                      <a:pt x="7155" y="11422"/>
                    </a:cubicBezTo>
                    <a:cubicBezTo>
                      <a:pt x="6504" y="10824"/>
                      <a:pt x="5656" y="10450"/>
                      <a:pt x="4773" y="10369"/>
                    </a:cubicBezTo>
                    <a:cubicBezTo>
                      <a:pt x="4652" y="10358"/>
                      <a:pt x="4531" y="10353"/>
                      <a:pt x="4410" y="10353"/>
                    </a:cubicBezTo>
                    <a:cubicBezTo>
                      <a:pt x="3755" y="10353"/>
                      <a:pt x="3106" y="10514"/>
                      <a:pt x="2534" y="10815"/>
                    </a:cubicBezTo>
                    <a:cubicBezTo>
                      <a:pt x="2534" y="10806"/>
                      <a:pt x="2534" y="10806"/>
                      <a:pt x="2543" y="10798"/>
                    </a:cubicBezTo>
                    <a:cubicBezTo>
                      <a:pt x="3007" y="10021"/>
                      <a:pt x="3765" y="9504"/>
                      <a:pt x="4568" y="9040"/>
                    </a:cubicBezTo>
                    <a:cubicBezTo>
                      <a:pt x="4577" y="9049"/>
                      <a:pt x="4577" y="9058"/>
                      <a:pt x="4586" y="9067"/>
                    </a:cubicBezTo>
                    <a:cubicBezTo>
                      <a:pt x="5391" y="9739"/>
                      <a:pt x="6371" y="10084"/>
                      <a:pt x="7357" y="10084"/>
                    </a:cubicBezTo>
                    <a:cubicBezTo>
                      <a:pt x="8085" y="10084"/>
                      <a:pt x="8816" y="9896"/>
                      <a:pt x="9483" y="9513"/>
                    </a:cubicBezTo>
                    <a:cubicBezTo>
                      <a:pt x="9528" y="9486"/>
                      <a:pt x="9555" y="9442"/>
                      <a:pt x="9564" y="9388"/>
                    </a:cubicBezTo>
                    <a:cubicBezTo>
                      <a:pt x="9564" y="9343"/>
                      <a:pt x="9546" y="9299"/>
                      <a:pt x="9510" y="9263"/>
                    </a:cubicBezTo>
                    <a:cubicBezTo>
                      <a:pt x="8859" y="8656"/>
                      <a:pt x="8011" y="8282"/>
                      <a:pt x="7128" y="8202"/>
                    </a:cubicBezTo>
                    <a:cubicBezTo>
                      <a:pt x="7014" y="8191"/>
                      <a:pt x="6898" y="8186"/>
                      <a:pt x="6783" y="8186"/>
                    </a:cubicBezTo>
                    <a:cubicBezTo>
                      <a:pt x="6503" y="8186"/>
                      <a:pt x="6222" y="8216"/>
                      <a:pt x="5951" y="8273"/>
                    </a:cubicBezTo>
                    <a:cubicBezTo>
                      <a:pt x="5968" y="8264"/>
                      <a:pt x="5986" y="8255"/>
                      <a:pt x="6004" y="8246"/>
                    </a:cubicBezTo>
                    <a:cubicBezTo>
                      <a:pt x="6397" y="8014"/>
                      <a:pt x="7048" y="7586"/>
                      <a:pt x="7574" y="6997"/>
                    </a:cubicBezTo>
                    <a:cubicBezTo>
                      <a:pt x="7583" y="6997"/>
                      <a:pt x="7583" y="7006"/>
                      <a:pt x="7583" y="7006"/>
                    </a:cubicBezTo>
                    <a:cubicBezTo>
                      <a:pt x="7601" y="7051"/>
                      <a:pt x="7628" y="7077"/>
                      <a:pt x="7672" y="7095"/>
                    </a:cubicBezTo>
                    <a:cubicBezTo>
                      <a:pt x="8199" y="7302"/>
                      <a:pt x="8742" y="7402"/>
                      <a:pt x="9277" y="7402"/>
                    </a:cubicBezTo>
                    <a:cubicBezTo>
                      <a:pt x="10471" y="7402"/>
                      <a:pt x="11622" y="6902"/>
                      <a:pt x="12454" y="5971"/>
                    </a:cubicBezTo>
                    <a:cubicBezTo>
                      <a:pt x="12490" y="5927"/>
                      <a:pt x="12499" y="5882"/>
                      <a:pt x="12490" y="5829"/>
                    </a:cubicBezTo>
                    <a:cubicBezTo>
                      <a:pt x="12481" y="5784"/>
                      <a:pt x="12454" y="5748"/>
                      <a:pt x="12409" y="5721"/>
                    </a:cubicBezTo>
                    <a:cubicBezTo>
                      <a:pt x="11880" y="5489"/>
                      <a:pt x="11305" y="5370"/>
                      <a:pt x="10728" y="5370"/>
                    </a:cubicBezTo>
                    <a:cubicBezTo>
                      <a:pt x="10421" y="5370"/>
                      <a:pt x="10114" y="5403"/>
                      <a:pt x="9813" y="5472"/>
                    </a:cubicBezTo>
                    <a:cubicBezTo>
                      <a:pt x="9135" y="5632"/>
                      <a:pt x="8511" y="5971"/>
                      <a:pt x="8002" y="6435"/>
                    </a:cubicBezTo>
                    <a:cubicBezTo>
                      <a:pt x="8288" y="5989"/>
                      <a:pt x="8466" y="5463"/>
                      <a:pt x="8440" y="4892"/>
                    </a:cubicBezTo>
                    <a:cubicBezTo>
                      <a:pt x="9724" y="3607"/>
                      <a:pt x="10081" y="1734"/>
                      <a:pt x="9350" y="92"/>
                    </a:cubicBezTo>
                    <a:cubicBezTo>
                      <a:pt x="9332" y="48"/>
                      <a:pt x="9287" y="12"/>
                      <a:pt x="9243" y="3"/>
                    </a:cubicBezTo>
                    <a:cubicBezTo>
                      <a:pt x="9233" y="2"/>
                      <a:pt x="9224" y="1"/>
                      <a:pt x="921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136;p5"/>
              <p:cNvSpPr/>
              <p:nvPr/>
            </p:nvSpPr>
            <p:spPr>
              <a:xfrm>
                <a:off x="246153" y="2904552"/>
                <a:ext cx="184407" cy="117216"/>
              </a:xfrm>
              <a:custGeom>
                <a:avLst/>
                <a:gdLst/>
                <a:ahLst/>
                <a:cxnLst/>
                <a:rect l="l" t="t" r="r" b="b"/>
                <a:pathLst>
                  <a:path w="5951" h="3783" extrusionOk="0">
                    <a:moveTo>
                      <a:pt x="5567" y="0"/>
                    </a:moveTo>
                    <a:cubicBezTo>
                      <a:pt x="5523" y="27"/>
                      <a:pt x="5487" y="63"/>
                      <a:pt x="5442" y="89"/>
                    </a:cubicBezTo>
                    <a:cubicBezTo>
                      <a:pt x="4934" y="535"/>
                      <a:pt x="4845" y="1053"/>
                      <a:pt x="4764" y="1552"/>
                    </a:cubicBezTo>
                    <a:cubicBezTo>
                      <a:pt x="4648" y="2204"/>
                      <a:pt x="4541" y="2819"/>
                      <a:pt x="3551" y="3337"/>
                    </a:cubicBezTo>
                    <a:cubicBezTo>
                      <a:pt x="3230" y="3504"/>
                      <a:pt x="2906" y="3588"/>
                      <a:pt x="2580" y="3588"/>
                    </a:cubicBezTo>
                    <a:cubicBezTo>
                      <a:pt x="2091" y="3588"/>
                      <a:pt x="1596" y="3399"/>
                      <a:pt x="1098" y="3024"/>
                    </a:cubicBezTo>
                    <a:cubicBezTo>
                      <a:pt x="669" y="2694"/>
                      <a:pt x="304" y="2284"/>
                      <a:pt x="0" y="1856"/>
                    </a:cubicBezTo>
                    <a:lnTo>
                      <a:pt x="0" y="2186"/>
                    </a:lnTo>
                    <a:cubicBezTo>
                      <a:pt x="45" y="2239"/>
                      <a:pt x="81" y="2293"/>
                      <a:pt x="125" y="2337"/>
                    </a:cubicBezTo>
                    <a:cubicBezTo>
                      <a:pt x="910" y="3292"/>
                      <a:pt x="1758" y="3783"/>
                      <a:pt x="2588" y="3783"/>
                    </a:cubicBezTo>
                    <a:cubicBezTo>
                      <a:pt x="2944" y="3783"/>
                      <a:pt x="3301" y="3693"/>
                      <a:pt x="3649" y="3515"/>
                    </a:cubicBezTo>
                    <a:cubicBezTo>
                      <a:pt x="4720" y="2944"/>
                      <a:pt x="4845" y="2248"/>
                      <a:pt x="4961" y="1588"/>
                    </a:cubicBezTo>
                    <a:cubicBezTo>
                      <a:pt x="5041" y="1097"/>
                      <a:pt x="5121" y="642"/>
                      <a:pt x="5576" y="241"/>
                    </a:cubicBezTo>
                    <a:cubicBezTo>
                      <a:pt x="5683" y="143"/>
                      <a:pt x="5817" y="63"/>
                      <a:pt x="595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5"/>
              <p:cNvSpPr/>
              <p:nvPr/>
            </p:nvSpPr>
            <p:spPr>
              <a:xfrm>
                <a:off x="392100" y="3219681"/>
                <a:ext cx="278980" cy="287231"/>
              </a:xfrm>
              <a:custGeom>
                <a:avLst/>
                <a:gdLst/>
                <a:ahLst/>
                <a:cxnLst/>
                <a:rect l="l" t="t" r="r" b="b"/>
                <a:pathLst>
                  <a:path w="9003" h="9270" extrusionOk="0">
                    <a:moveTo>
                      <a:pt x="9002" y="0"/>
                    </a:moveTo>
                    <a:cubicBezTo>
                      <a:pt x="8565" y="143"/>
                      <a:pt x="8021" y="437"/>
                      <a:pt x="7459" y="1169"/>
                    </a:cubicBezTo>
                    <a:cubicBezTo>
                      <a:pt x="6834" y="1990"/>
                      <a:pt x="6852" y="2864"/>
                      <a:pt x="6870" y="3702"/>
                    </a:cubicBezTo>
                    <a:cubicBezTo>
                      <a:pt x="6897" y="4639"/>
                      <a:pt x="6915" y="5513"/>
                      <a:pt x="6058" y="6254"/>
                    </a:cubicBezTo>
                    <a:cubicBezTo>
                      <a:pt x="5549" y="6693"/>
                      <a:pt x="4966" y="6942"/>
                      <a:pt x="4412" y="6942"/>
                    </a:cubicBezTo>
                    <a:cubicBezTo>
                      <a:pt x="4392" y="6942"/>
                      <a:pt x="4373" y="6941"/>
                      <a:pt x="4354" y="6941"/>
                    </a:cubicBezTo>
                    <a:cubicBezTo>
                      <a:pt x="4042" y="6932"/>
                      <a:pt x="3721" y="6860"/>
                      <a:pt x="3409" y="6789"/>
                    </a:cubicBezTo>
                    <a:cubicBezTo>
                      <a:pt x="3077" y="6714"/>
                      <a:pt x="2732" y="6638"/>
                      <a:pt x="2380" y="6638"/>
                    </a:cubicBezTo>
                    <a:cubicBezTo>
                      <a:pt x="2316" y="6638"/>
                      <a:pt x="2251" y="6641"/>
                      <a:pt x="2186" y="6646"/>
                    </a:cubicBezTo>
                    <a:cubicBezTo>
                      <a:pt x="1036" y="6744"/>
                      <a:pt x="251" y="7788"/>
                      <a:pt x="54" y="8752"/>
                    </a:cubicBezTo>
                    <a:cubicBezTo>
                      <a:pt x="19" y="8930"/>
                      <a:pt x="1" y="9100"/>
                      <a:pt x="1" y="9269"/>
                    </a:cubicBezTo>
                    <a:lnTo>
                      <a:pt x="197" y="9269"/>
                    </a:lnTo>
                    <a:cubicBezTo>
                      <a:pt x="206" y="9108"/>
                      <a:pt x="215" y="8957"/>
                      <a:pt x="251" y="8796"/>
                    </a:cubicBezTo>
                    <a:cubicBezTo>
                      <a:pt x="429" y="7895"/>
                      <a:pt x="1152" y="6932"/>
                      <a:pt x="2204" y="6843"/>
                    </a:cubicBezTo>
                    <a:cubicBezTo>
                      <a:pt x="2264" y="6837"/>
                      <a:pt x="2323" y="6834"/>
                      <a:pt x="2382" y="6834"/>
                    </a:cubicBezTo>
                    <a:cubicBezTo>
                      <a:pt x="2707" y="6834"/>
                      <a:pt x="3032" y="6910"/>
                      <a:pt x="3364" y="6985"/>
                    </a:cubicBezTo>
                    <a:cubicBezTo>
                      <a:pt x="3685" y="7057"/>
                      <a:pt x="4015" y="7128"/>
                      <a:pt x="4354" y="7137"/>
                    </a:cubicBezTo>
                    <a:cubicBezTo>
                      <a:pt x="4364" y="7137"/>
                      <a:pt x="4375" y="7137"/>
                      <a:pt x="4385" y="7137"/>
                    </a:cubicBezTo>
                    <a:cubicBezTo>
                      <a:pt x="4991" y="7137"/>
                      <a:pt x="5631" y="6879"/>
                      <a:pt x="6192" y="6396"/>
                    </a:cubicBezTo>
                    <a:cubicBezTo>
                      <a:pt x="7111" y="5603"/>
                      <a:pt x="7093" y="4639"/>
                      <a:pt x="7066" y="3702"/>
                    </a:cubicBezTo>
                    <a:cubicBezTo>
                      <a:pt x="7048" y="2891"/>
                      <a:pt x="7031" y="2052"/>
                      <a:pt x="7619" y="1294"/>
                    </a:cubicBezTo>
                    <a:cubicBezTo>
                      <a:pt x="8128" y="625"/>
                      <a:pt x="8601" y="348"/>
                      <a:pt x="9002" y="205"/>
                    </a:cubicBezTo>
                    <a:lnTo>
                      <a:pt x="900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8" name="Google Shape;138;p5"/>
            <p:cNvGrpSpPr/>
            <p:nvPr/>
          </p:nvGrpSpPr>
          <p:grpSpPr>
            <a:xfrm>
              <a:off x="8901064" y="355233"/>
              <a:ext cx="429648" cy="572686"/>
              <a:chOff x="-244350" y="2480775"/>
              <a:chExt cx="379648" cy="506086"/>
            </a:xfrm>
          </p:grpSpPr>
          <p:sp>
            <p:nvSpPr>
              <p:cNvPr id="139" name="Google Shape;139;p5"/>
              <p:cNvSpPr/>
              <p:nvPr/>
            </p:nvSpPr>
            <p:spPr>
              <a:xfrm>
                <a:off x="-244350" y="2480775"/>
                <a:ext cx="379648" cy="506086"/>
              </a:xfrm>
              <a:custGeom>
                <a:avLst/>
                <a:gdLst/>
                <a:ahLst/>
                <a:cxnLst/>
                <a:rect l="l" t="t" r="r" b="b"/>
                <a:pathLst>
                  <a:path w="7897" h="10527" extrusionOk="0">
                    <a:moveTo>
                      <a:pt x="7031" y="866"/>
                    </a:moveTo>
                    <a:lnTo>
                      <a:pt x="7031" y="9671"/>
                    </a:lnTo>
                    <a:lnTo>
                      <a:pt x="866" y="9671"/>
                    </a:lnTo>
                    <a:lnTo>
                      <a:pt x="866" y="866"/>
                    </a:lnTo>
                    <a:close/>
                    <a:moveTo>
                      <a:pt x="1" y="0"/>
                    </a:moveTo>
                    <a:lnTo>
                      <a:pt x="1" y="10527"/>
                    </a:lnTo>
                    <a:lnTo>
                      <a:pt x="7896" y="10527"/>
                    </a:lnTo>
                    <a:lnTo>
                      <a:pt x="789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5"/>
              <p:cNvSpPr/>
              <p:nvPr/>
            </p:nvSpPr>
            <p:spPr>
              <a:xfrm>
                <a:off x="-202718" y="2522359"/>
                <a:ext cx="296382" cy="423348"/>
              </a:xfrm>
              <a:custGeom>
                <a:avLst/>
                <a:gdLst/>
                <a:ahLst/>
                <a:cxnLst/>
                <a:rect l="l" t="t" r="r" b="b"/>
                <a:pathLst>
                  <a:path w="6165" h="8806" extrusionOk="0">
                    <a:moveTo>
                      <a:pt x="0" y="1"/>
                    </a:moveTo>
                    <a:lnTo>
                      <a:pt x="0" y="8806"/>
                    </a:lnTo>
                    <a:lnTo>
                      <a:pt x="6165" y="8806"/>
                    </a:lnTo>
                    <a:lnTo>
                      <a:pt x="616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5"/>
              <p:cNvSpPr/>
              <p:nvPr/>
            </p:nvSpPr>
            <p:spPr>
              <a:xfrm>
                <a:off x="-67630" y="2618411"/>
                <a:ext cx="37354" cy="305853"/>
              </a:xfrm>
              <a:custGeom>
                <a:avLst/>
                <a:gdLst/>
                <a:ahLst/>
                <a:cxnLst/>
                <a:rect l="l" t="t" r="r" b="b"/>
                <a:pathLst>
                  <a:path w="777" h="6362" extrusionOk="0">
                    <a:moveTo>
                      <a:pt x="509" y="1"/>
                    </a:moveTo>
                    <a:cubicBezTo>
                      <a:pt x="491" y="10"/>
                      <a:pt x="482" y="28"/>
                      <a:pt x="482" y="45"/>
                    </a:cubicBezTo>
                    <a:cubicBezTo>
                      <a:pt x="678" y="768"/>
                      <a:pt x="562" y="1526"/>
                      <a:pt x="429" y="2178"/>
                    </a:cubicBezTo>
                    <a:cubicBezTo>
                      <a:pt x="384" y="2374"/>
                      <a:pt x="339" y="2561"/>
                      <a:pt x="295" y="2748"/>
                    </a:cubicBezTo>
                    <a:cubicBezTo>
                      <a:pt x="179" y="3257"/>
                      <a:pt x="54" y="3783"/>
                      <a:pt x="27" y="4310"/>
                    </a:cubicBezTo>
                    <a:cubicBezTo>
                      <a:pt x="0" y="5130"/>
                      <a:pt x="250" y="5871"/>
                      <a:pt x="705" y="6353"/>
                    </a:cubicBezTo>
                    <a:cubicBezTo>
                      <a:pt x="714" y="6361"/>
                      <a:pt x="723" y="6361"/>
                      <a:pt x="732" y="6361"/>
                    </a:cubicBezTo>
                    <a:cubicBezTo>
                      <a:pt x="741" y="6361"/>
                      <a:pt x="759" y="6361"/>
                      <a:pt x="759" y="6353"/>
                    </a:cubicBezTo>
                    <a:cubicBezTo>
                      <a:pt x="777" y="6335"/>
                      <a:pt x="777" y="6317"/>
                      <a:pt x="759" y="6299"/>
                    </a:cubicBezTo>
                    <a:cubicBezTo>
                      <a:pt x="313" y="5835"/>
                      <a:pt x="72" y="5113"/>
                      <a:pt x="107" y="4319"/>
                    </a:cubicBezTo>
                    <a:cubicBezTo>
                      <a:pt x="125" y="3792"/>
                      <a:pt x="250" y="3275"/>
                      <a:pt x="366" y="2766"/>
                    </a:cubicBezTo>
                    <a:cubicBezTo>
                      <a:pt x="411" y="2579"/>
                      <a:pt x="455" y="2383"/>
                      <a:pt x="500" y="2195"/>
                    </a:cubicBezTo>
                    <a:cubicBezTo>
                      <a:pt x="634" y="1535"/>
                      <a:pt x="750" y="768"/>
                      <a:pt x="553" y="28"/>
                    </a:cubicBezTo>
                    <a:cubicBezTo>
                      <a:pt x="553" y="10"/>
                      <a:pt x="527" y="1"/>
                      <a:pt x="50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5"/>
              <p:cNvSpPr/>
              <p:nvPr/>
            </p:nvSpPr>
            <p:spPr>
              <a:xfrm>
                <a:off x="-101955" y="2545290"/>
                <a:ext cx="107688" cy="85189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1772" extrusionOk="0">
                    <a:moveTo>
                      <a:pt x="1600" y="1"/>
                    </a:moveTo>
                    <a:cubicBezTo>
                      <a:pt x="1552" y="1"/>
                      <a:pt x="1509" y="31"/>
                      <a:pt x="1473" y="68"/>
                    </a:cubicBezTo>
                    <a:cubicBezTo>
                      <a:pt x="1437" y="112"/>
                      <a:pt x="1419" y="175"/>
                      <a:pt x="1401" y="237"/>
                    </a:cubicBezTo>
                    <a:cubicBezTo>
                      <a:pt x="1392" y="273"/>
                      <a:pt x="1366" y="380"/>
                      <a:pt x="1330" y="523"/>
                    </a:cubicBezTo>
                    <a:cubicBezTo>
                      <a:pt x="1321" y="398"/>
                      <a:pt x="1321" y="309"/>
                      <a:pt x="1312" y="273"/>
                    </a:cubicBezTo>
                    <a:cubicBezTo>
                      <a:pt x="1303" y="210"/>
                      <a:pt x="1294" y="148"/>
                      <a:pt x="1267" y="94"/>
                    </a:cubicBezTo>
                    <a:cubicBezTo>
                      <a:pt x="1232" y="50"/>
                      <a:pt x="1178" y="5"/>
                      <a:pt x="1116" y="5"/>
                    </a:cubicBezTo>
                    <a:cubicBezTo>
                      <a:pt x="1062" y="5"/>
                      <a:pt x="1009" y="59"/>
                      <a:pt x="982" y="103"/>
                    </a:cubicBezTo>
                    <a:cubicBezTo>
                      <a:pt x="955" y="157"/>
                      <a:pt x="955" y="219"/>
                      <a:pt x="946" y="282"/>
                    </a:cubicBezTo>
                    <a:cubicBezTo>
                      <a:pt x="946" y="380"/>
                      <a:pt x="946" y="478"/>
                      <a:pt x="946" y="576"/>
                    </a:cubicBezTo>
                    <a:cubicBezTo>
                      <a:pt x="893" y="425"/>
                      <a:pt x="839" y="317"/>
                      <a:pt x="821" y="282"/>
                    </a:cubicBezTo>
                    <a:cubicBezTo>
                      <a:pt x="804" y="219"/>
                      <a:pt x="768" y="166"/>
                      <a:pt x="723" y="130"/>
                    </a:cubicBezTo>
                    <a:cubicBezTo>
                      <a:pt x="691" y="98"/>
                      <a:pt x="649" y="75"/>
                      <a:pt x="608" y="75"/>
                    </a:cubicBezTo>
                    <a:cubicBezTo>
                      <a:pt x="593" y="75"/>
                      <a:pt x="577" y="78"/>
                      <a:pt x="563" y="86"/>
                    </a:cubicBezTo>
                    <a:cubicBezTo>
                      <a:pt x="500" y="103"/>
                      <a:pt x="474" y="166"/>
                      <a:pt x="465" y="219"/>
                    </a:cubicBezTo>
                    <a:cubicBezTo>
                      <a:pt x="456" y="282"/>
                      <a:pt x="465" y="335"/>
                      <a:pt x="482" y="398"/>
                    </a:cubicBezTo>
                    <a:cubicBezTo>
                      <a:pt x="500" y="487"/>
                      <a:pt x="536" y="576"/>
                      <a:pt x="563" y="665"/>
                    </a:cubicBezTo>
                    <a:cubicBezTo>
                      <a:pt x="474" y="558"/>
                      <a:pt x="402" y="469"/>
                      <a:pt x="375" y="442"/>
                    </a:cubicBezTo>
                    <a:cubicBezTo>
                      <a:pt x="331" y="398"/>
                      <a:pt x="295" y="353"/>
                      <a:pt x="233" y="326"/>
                    </a:cubicBezTo>
                    <a:cubicBezTo>
                      <a:pt x="208" y="314"/>
                      <a:pt x="179" y="307"/>
                      <a:pt x="151" y="307"/>
                    </a:cubicBezTo>
                    <a:cubicBezTo>
                      <a:pt x="119" y="307"/>
                      <a:pt x="87" y="316"/>
                      <a:pt x="63" y="335"/>
                    </a:cubicBezTo>
                    <a:cubicBezTo>
                      <a:pt x="19" y="371"/>
                      <a:pt x="1" y="442"/>
                      <a:pt x="10" y="496"/>
                    </a:cubicBezTo>
                    <a:cubicBezTo>
                      <a:pt x="19" y="558"/>
                      <a:pt x="54" y="612"/>
                      <a:pt x="81" y="656"/>
                    </a:cubicBezTo>
                    <a:cubicBezTo>
                      <a:pt x="215" y="871"/>
                      <a:pt x="375" y="1067"/>
                      <a:pt x="545" y="1245"/>
                    </a:cubicBezTo>
                    <a:cubicBezTo>
                      <a:pt x="598" y="1298"/>
                      <a:pt x="1106" y="1772"/>
                      <a:pt x="1229" y="1772"/>
                    </a:cubicBezTo>
                    <a:cubicBezTo>
                      <a:pt x="1230" y="1772"/>
                      <a:pt x="1231" y="1772"/>
                      <a:pt x="1232" y="1772"/>
                    </a:cubicBezTo>
                    <a:cubicBezTo>
                      <a:pt x="1348" y="1763"/>
                      <a:pt x="1776" y="1210"/>
                      <a:pt x="1821" y="1147"/>
                    </a:cubicBezTo>
                    <a:cubicBezTo>
                      <a:pt x="1972" y="942"/>
                      <a:pt x="2088" y="728"/>
                      <a:pt x="2195" y="496"/>
                    </a:cubicBezTo>
                    <a:cubicBezTo>
                      <a:pt x="2213" y="442"/>
                      <a:pt x="2240" y="389"/>
                      <a:pt x="2240" y="326"/>
                    </a:cubicBezTo>
                    <a:cubicBezTo>
                      <a:pt x="2240" y="264"/>
                      <a:pt x="2213" y="202"/>
                      <a:pt x="2160" y="175"/>
                    </a:cubicBezTo>
                    <a:cubicBezTo>
                      <a:pt x="2138" y="164"/>
                      <a:pt x="2116" y="159"/>
                      <a:pt x="2093" y="159"/>
                    </a:cubicBezTo>
                    <a:cubicBezTo>
                      <a:pt x="2058" y="159"/>
                      <a:pt x="2023" y="171"/>
                      <a:pt x="1990" y="193"/>
                    </a:cubicBezTo>
                    <a:cubicBezTo>
                      <a:pt x="1937" y="228"/>
                      <a:pt x="1901" y="273"/>
                      <a:pt x="1874" y="326"/>
                    </a:cubicBezTo>
                    <a:cubicBezTo>
                      <a:pt x="1847" y="362"/>
                      <a:pt x="1785" y="451"/>
                      <a:pt x="1714" y="576"/>
                    </a:cubicBezTo>
                    <a:cubicBezTo>
                      <a:pt x="1731" y="487"/>
                      <a:pt x="1749" y="389"/>
                      <a:pt x="1758" y="300"/>
                    </a:cubicBezTo>
                    <a:cubicBezTo>
                      <a:pt x="1767" y="237"/>
                      <a:pt x="1767" y="175"/>
                      <a:pt x="1749" y="121"/>
                    </a:cubicBezTo>
                    <a:cubicBezTo>
                      <a:pt x="1731" y="68"/>
                      <a:pt x="1696" y="14"/>
                      <a:pt x="1633" y="5"/>
                    </a:cubicBezTo>
                    <a:cubicBezTo>
                      <a:pt x="1622" y="2"/>
                      <a:pt x="1611" y="1"/>
                      <a:pt x="16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5"/>
              <p:cNvSpPr/>
              <p:nvPr/>
            </p:nvSpPr>
            <p:spPr>
              <a:xfrm>
                <a:off x="-107099" y="2734173"/>
                <a:ext cx="117591" cy="89708"/>
              </a:xfrm>
              <a:custGeom>
                <a:avLst/>
                <a:gdLst/>
                <a:ahLst/>
                <a:cxnLst/>
                <a:rect l="l" t="t" r="r" b="b"/>
                <a:pathLst>
                  <a:path w="2446" h="1866" extrusionOk="0">
                    <a:moveTo>
                      <a:pt x="43" y="1"/>
                    </a:moveTo>
                    <a:cubicBezTo>
                      <a:pt x="32" y="1"/>
                      <a:pt x="21" y="8"/>
                      <a:pt x="10" y="19"/>
                    </a:cubicBezTo>
                    <a:cubicBezTo>
                      <a:pt x="1" y="37"/>
                      <a:pt x="1" y="55"/>
                      <a:pt x="18" y="73"/>
                    </a:cubicBezTo>
                    <a:cubicBezTo>
                      <a:pt x="233" y="225"/>
                      <a:pt x="456" y="385"/>
                      <a:pt x="607" y="608"/>
                    </a:cubicBezTo>
                    <a:cubicBezTo>
                      <a:pt x="830" y="929"/>
                      <a:pt x="875" y="1741"/>
                      <a:pt x="866" y="1821"/>
                    </a:cubicBezTo>
                    <a:lnTo>
                      <a:pt x="857" y="1821"/>
                    </a:lnTo>
                    <a:cubicBezTo>
                      <a:pt x="857" y="1839"/>
                      <a:pt x="857" y="1848"/>
                      <a:pt x="875" y="1857"/>
                    </a:cubicBezTo>
                    <a:cubicBezTo>
                      <a:pt x="884" y="1866"/>
                      <a:pt x="884" y="1866"/>
                      <a:pt x="893" y="1866"/>
                    </a:cubicBezTo>
                    <a:lnTo>
                      <a:pt x="911" y="1866"/>
                    </a:lnTo>
                    <a:cubicBezTo>
                      <a:pt x="920" y="1857"/>
                      <a:pt x="928" y="1848"/>
                      <a:pt x="937" y="1839"/>
                    </a:cubicBezTo>
                    <a:cubicBezTo>
                      <a:pt x="1000" y="1634"/>
                      <a:pt x="1205" y="1527"/>
                      <a:pt x="1321" y="1482"/>
                    </a:cubicBezTo>
                    <a:cubicBezTo>
                      <a:pt x="1446" y="1429"/>
                      <a:pt x="1589" y="1411"/>
                      <a:pt x="1713" y="1384"/>
                    </a:cubicBezTo>
                    <a:cubicBezTo>
                      <a:pt x="1776" y="1375"/>
                      <a:pt x="1838" y="1366"/>
                      <a:pt x="1892" y="1349"/>
                    </a:cubicBezTo>
                    <a:cubicBezTo>
                      <a:pt x="2052" y="1322"/>
                      <a:pt x="2284" y="1259"/>
                      <a:pt x="2436" y="1090"/>
                    </a:cubicBezTo>
                    <a:cubicBezTo>
                      <a:pt x="2445" y="1072"/>
                      <a:pt x="2445" y="1045"/>
                      <a:pt x="2436" y="1036"/>
                    </a:cubicBezTo>
                    <a:cubicBezTo>
                      <a:pt x="2427" y="1027"/>
                      <a:pt x="2416" y="1023"/>
                      <a:pt x="2406" y="1023"/>
                    </a:cubicBezTo>
                    <a:cubicBezTo>
                      <a:pt x="2396" y="1023"/>
                      <a:pt x="2387" y="1027"/>
                      <a:pt x="2383" y="1036"/>
                    </a:cubicBezTo>
                    <a:cubicBezTo>
                      <a:pt x="2276" y="1152"/>
                      <a:pt x="2115" y="1233"/>
                      <a:pt x="1874" y="1277"/>
                    </a:cubicBezTo>
                    <a:cubicBezTo>
                      <a:pt x="1821" y="1295"/>
                      <a:pt x="1758" y="1304"/>
                      <a:pt x="1705" y="1313"/>
                    </a:cubicBezTo>
                    <a:cubicBezTo>
                      <a:pt x="1571" y="1340"/>
                      <a:pt x="1428" y="1357"/>
                      <a:pt x="1294" y="1411"/>
                    </a:cubicBezTo>
                    <a:cubicBezTo>
                      <a:pt x="1196" y="1447"/>
                      <a:pt x="1035" y="1527"/>
                      <a:pt x="928" y="1670"/>
                    </a:cubicBezTo>
                    <a:cubicBezTo>
                      <a:pt x="920" y="1393"/>
                      <a:pt x="857" y="831"/>
                      <a:pt x="670" y="564"/>
                    </a:cubicBezTo>
                    <a:cubicBezTo>
                      <a:pt x="509" y="332"/>
                      <a:pt x="277" y="162"/>
                      <a:pt x="63" y="10"/>
                    </a:cubicBezTo>
                    <a:cubicBezTo>
                      <a:pt x="56" y="4"/>
                      <a:pt x="49" y="1"/>
                      <a:pt x="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144;p5"/>
              <p:cNvSpPr/>
              <p:nvPr/>
            </p:nvSpPr>
            <p:spPr>
              <a:xfrm>
                <a:off x="-10614" y="2704559"/>
                <a:ext cx="92689" cy="89996"/>
              </a:xfrm>
              <a:custGeom>
                <a:avLst/>
                <a:gdLst/>
                <a:ahLst/>
                <a:cxnLst/>
                <a:rect l="l" t="t" r="r" b="b"/>
                <a:pathLst>
                  <a:path w="1928" h="1872" extrusionOk="0">
                    <a:moveTo>
                      <a:pt x="270" y="1"/>
                    </a:moveTo>
                    <a:cubicBezTo>
                      <a:pt x="220" y="1"/>
                      <a:pt x="168" y="34"/>
                      <a:pt x="144" y="82"/>
                    </a:cubicBezTo>
                    <a:cubicBezTo>
                      <a:pt x="108" y="127"/>
                      <a:pt x="90" y="189"/>
                      <a:pt x="81" y="243"/>
                    </a:cubicBezTo>
                    <a:cubicBezTo>
                      <a:pt x="28" y="493"/>
                      <a:pt x="1" y="742"/>
                      <a:pt x="1" y="992"/>
                    </a:cubicBezTo>
                    <a:cubicBezTo>
                      <a:pt x="1" y="1064"/>
                      <a:pt x="37" y="1768"/>
                      <a:pt x="126" y="1840"/>
                    </a:cubicBezTo>
                    <a:cubicBezTo>
                      <a:pt x="151" y="1863"/>
                      <a:pt x="227" y="1871"/>
                      <a:pt x="323" y="1871"/>
                    </a:cubicBezTo>
                    <a:cubicBezTo>
                      <a:pt x="563" y="1871"/>
                      <a:pt x="931" y="1819"/>
                      <a:pt x="982" y="1813"/>
                    </a:cubicBezTo>
                    <a:cubicBezTo>
                      <a:pt x="1232" y="1768"/>
                      <a:pt x="1473" y="1697"/>
                      <a:pt x="1705" y="1599"/>
                    </a:cubicBezTo>
                    <a:cubicBezTo>
                      <a:pt x="1758" y="1572"/>
                      <a:pt x="1812" y="1554"/>
                      <a:pt x="1856" y="1510"/>
                    </a:cubicBezTo>
                    <a:cubicBezTo>
                      <a:pt x="1901" y="1465"/>
                      <a:pt x="1928" y="1403"/>
                      <a:pt x="1910" y="1349"/>
                    </a:cubicBezTo>
                    <a:cubicBezTo>
                      <a:pt x="1892" y="1287"/>
                      <a:pt x="1830" y="1251"/>
                      <a:pt x="1776" y="1242"/>
                    </a:cubicBezTo>
                    <a:cubicBezTo>
                      <a:pt x="1757" y="1236"/>
                      <a:pt x="1737" y="1234"/>
                      <a:pt x="1718" y="1234"/>
                    </a:cubicBezTo>
                    <a:cubicBezTo>
                      <a:pt x="1676" y="1234"/>
                      <a:pt x="1635" y="1245"/>
                      <a:pt x="1598" y="1251"/>
                    </a:cubicBezTo>
                    <a:cubicBezTo>
                      <a:pt x="1553" y="1260"/>
                      <a:pt x="1446" y="1287"/>
                      <a:pt x="1303" y="1322"/>
                    </a:cubicBezTo>
                    <a:cubicBezTo>
                      <a:pt x="1384" y="1269"/>
                      <a:pt x="1464" y="1215"/>
                      <a:pt x="1535" y="1153"/>
                    </a:cubicBezTo>
                    <a:cubicBezTo>
                      <a:pt x="1580" y="1117"/>
                      <a:pt x="1625" y="1072"/>
                      <a:pt x="1651" y="1019"/>
                    </a:cubicBezTo>
                    <a:cubicBezTo>
                      <a:pt x="1678" y="974"/>
                      <a:pt x="1687" y="903"/>
                      <a:pt x="1651" y="858"/>
                    </a:cubicBezTo>
                    <a:cubicBezTo>
                      <a:pt x="1621" y="814"/>
                      <a:pt x="1573" y="794"/>
                      <a:pt x="1521" y="794"/>
                    </a:cubicBezTo>
                    <a:cubicBezTo>
                      <a:pt x="1511" y="794"/>
                      <a:pt x="1501" y="794"/>
                      <a:pt x="1491" y="796"/>
                    </a:cubicBezTo>
                    <a:cubicBezTo>
                      <a:pt x="1428" y="796"/>
                      <a:pt x="1375" y="832"/>
                      <a:pt x="1321" y="858"/>
                    </a:cubicBezTo>
                    <a:cubicBezTo>
                      <a:pt x="1286" y="876"/>
                      <a:pt x="1196" y="939"/>
                      <a:pt x="1071" y="1019"/>
                    </a:cubicBezTo>
                    <a:cubicBezTo>
                      <a:pt x="1152" y="930"/>
                      <a:pt x="1205" y="849"/>
                      <a:pt x="1232" y="823"/>
                    </a:cubicBezTo>
                    <a:cubicBezTo>
                      <a:pt x="1268" y="778"/>
                      <a:pt x="1303" y="725"/>
                      <a:pt x="1321" y="671"/>
                    </a:cubicBezTo>
                    <a:cubicBezTo>
                      <a:pt x="1330" y="609"/>
                      <a:pt x="1321" y="537"/>
                      <a:pt x="1277" y="502"/>
                    </a:cubicBezTo>
                    <a:cubicBezTo>
                      <a:pt x="1249" y="474"/>
                      <a:pt x="1212" y="464"/>
                      <a:pt x="1175" y="464"/>
                    </a:cubicBezTo>
                    <a:cubicBezTo>
                      <a:pt x="1151" y="464"/>
                      <a:pt x="1128" y="468"/>
                      <a:pt x="1107" y="475"/>
                    </a:cubicBezTo>
                    <a:cubicBezTo>
                      <a:pt x="1054" y="502"/>
                      <a:pt x="1009" y="537"/>
                      <a:pt x="964" y="573"/>
                    </a:cubicBezTo>
                    <a:cubicBezTo>
                      <a:pt x="893" y="644"/>
                      <a:pt x="822" y="716"/>
                      <a:pt x="759" y="787"/>
                    </a:cubicBezTo>
                    <a:cubicBezTo>
                      <a:pt x="822" y="644"/>
                      <a:pt x="866" y="528"/>
                      <a:pt x="875" y="493"/>
                    </a:cubicBezTo>
                    <a:cubicBezTo>
                      <a:pt x="902" y="430"/>
                      <a:pt x="920" y="377"/>
                      <a:pt x="911" y="314"/>
                    </a:cubicBezTo>
                    <a:cubicBezTo>
                      <a:pt x="911" y="252"/>
                      <a:pt x="875" y="189"/>
                      <a:pt x="822" y="163"/>
                    </a:cubicBezTo>
                    <a:cubicBezTo>
                      <a:pt x="807" y="158"/>
                      <a:pt x="792" y="156"/>
                      <a:pt x="777" y="156"/>
                    </a:cubicBezTo>
                    <a:cubicBezTo>
                      <a:pt x="735" y="156"/>
                      <a:pt x="691" y="172"/>
                      <a:pt x="652" y="198"/>
                    </a:cubicBezTo>
                    <a:cubicBezTo>
                      <a:pt x="608" y="234"/>
                      <a:pt x="581" y="287"/>
                      <a:pt x="545" y="332"/>
                    </a:cubicBezTo>
                    <a:cubicBezTo>
                      <a:pt x="500" y="412"/>
                      <a:pt x="465" y="502"/>
                      <a:pt x="420" y="591"/>
                    </a:cubicBezTo>
                    <a:cubicBezTo>
                      <a:pt x="438" y="448"/>
                      <a:pt x="438" y="332"/>
                      <a:pt x="438" y="296"/>
                    </a:cubicBezTo>
                    <a:cubicBezTo>
                      <a:pt x="447" y="234"/>
                      <a:pt x="447" y="171"/>
                      <a:pt x="420" y="118"/>
                    </a:cubicBezTo>
                    <a:cubicBezTo>
                      <a:pt x="402" y="55"/>
                      <a:pt x="349" y="11"/>
                      <a:pt x="286" y="2"/>
                    </a:cubicBezTo>
                    <a:cubicBezTo>
                      <a:pt x="281" y="1"/>
                      <a:pt x="275" y="1"/>
                      <a:pt x="27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5"/>
              <p:cNvSpPr/>
              <p:nvPr/>
            </p:nvSpPr>
            <p:spPr>
              <a:xfrm>
                <a:off x="-177864" y="2659514"/>
                <a:ext cx="92256" cy="90333"/>
              </a:xfrm>
              <a:custGeom>
                <a:avLst/>
                <a:gdLst/>
                <a:ahLst/>
                <a:cxnLst/>
                <a:rect l="l" t="t" r="r" b="b"/>
                <a:pathLst>
                  <a:path w="1919" h="1879" extrusionOk="0">
                    <a:moveTo>
                      <a:pt x="1521" y="1"/>
                    </a:moveTo>
                    <a:cubicBezTo>
                      <a:pt x="1513" y="1"/>
                      <a:pt x="1506" y="1"/>
                      <a:pt x="1499" y="2"/>
                    </a:cubicBezTo>
                    <a:cubicBezTo>
                      <a:pt x="1437" y="11"/>
                      <a:pt x="1392" y="65"/>
                      <a:pt x="1375" y="127"/>
                    </a:cubicBezTo>
                    <a:cubicBezTo>
                      <a:pt x="1357" y="181"/>
                      <a:pt x="1366" y="243"/>
                      <a:pt x="1375" y="306"/>
                    </a:cubicBezTo>
                    <a:cubicBezTo>
                      <a:pt x="1375" y="341"/>
                      <a:pt x="1392" y="457"/>
                      <a:pt x="1419" y="600"/>
                    </a:cubicBezTo>
                    <a:cubicBezTo>
                      <a:pt x="1375" y="520"/>
                      <a:pt x="1321" y="430"/>
                      <a:pt x="1267" y="359"/>
                    </a:cubicBezTo>
                    <a:cubicBezTo>
                      <a:pt x="1232" y="306"/>
                      <a:pt x="1196" y="261"/>
                      <a:pt x="1151" y="225"/>
                    </a:cubicBezTo>
                    <a:cubicBezTo>
                      <a:pt x="1120" y="210"/>
                      <a:pt x="1086" y="200"/>
                      <a:pt x="1053" y="200"/>
                    </a:cubicBezTo>
                    <a:cubicBezTo>
                      <a:pt x="1028" y="200"/>
                      <a:pt x="1004" y="205"/>
                      <a:pt x="982" y="216"/>
                    </a:cubicBezTo>
                    <a:cubicBezTo>
                      <a:pt x="928" y="243"/>
                      <a:pt x="902" y="306"/>
                      <a:pt x="902" y="368"/>
                    </a:cubicBezTo>
                    <a:cubicBezTo>
                      <a:pt x="911" y="430"/>
                      <a:pt x="928" y="484"/>
                      <a:pt x="955" y="546"/>
                    </a:cubicBezTo>
                    <a:cubicBezTo>
                      <a:pt x="973" y="582"/>
                      <a:pt x="1027" y="680"/>
                      <a:pt x="1089" y="805"/>
                    </a:cubicBezTo>
                    <a:cubicBezTo>
                      <a:pt x="1009" y="716"/>
                      <a:pt x="937" y="653"/>
                      <a:pt x="911" y="627"/>
                    </a:cubicBezTo>
                    <a:cubicBezTo>
                      <a:pt x="866" y="591"/>
                      <a:pt x="821" y="546"/>
                      <a:pt x="768" y="529"/>
                    </a:cubicBezTo>
                    <a:cubicBezTo>
                      <a:pt x="744" y="522"/>
                      <a:pt x="718" y="517"/>
                      <a:pt x="693" y="517"/>
                    </a:cubicBezTo>
                    <a:cubicBezTo>
                      <a:pt x="654" y="517"/>
                      <a:pt x="617" y="528"/>
                      <a:pt x="589" y="555"/>
                    </a:cubicBezTo>
                    <a:cubicBezTo>
                      <a:pt x="554" y="600"/>
                      <a:pt x="545" y="662"/>
                      <a:pt x="554" y="725"/>
                    </a:cubicBezTo>
                    <a:cubicBezTo>
                      <a:pt x="572" y="778"/>
                      <a:pt x="607" y="823"/>
                      <a:pt x="643" y="876"/>
                    </a:cubicBezTo>
                    <a:cubicBezTo>
                      <a:pt x="705" y="948"/>
                      <a:pt x="768" y="1028"/>
                      <a:pt x="839" y="1100"/>
                    </a:cubicBezTo>
                    <a:cubicBezTo>
                      <a:pt x="697" y="1028"/>
                      <a:pt x="589" y="966"/>
                      <a:pt x="554" y="957"/>
                    </a:cubicBezTo>
                    <a:cubicBezTo>
                      <a:pt x="491" y="930"/>
                      <a:pt x="438" y="903"/>
                      <a:pt x="375" y="903"/>
                    </a:cubicBezTo>
                    <a:cubicBezTo>
                      <a:pt x="313" y="903"/>
                      <a:pt x="250" y="930"/>
                      <a:pt x="224" y="984"/>
                    </a:cubicBezTo>
                    <a:cubicBezTo>
                      <a:pt x="197" y="1028"/>
                      <a:pt x="206" y="1100"/>
                      <a:pt x="242" y="1144"/>
                    </a:cubicBezTo>
                    <a:cubicBezTo>
                      <a:pt x="268" y="1198"/>
                      <a:pt x="322" y="1233"/>
                      <a:pt x="366" y="1269"/>
                    </a:cubicBezTo>
                    <a:cubicBezTo>
                      <a:pt x="447" y="1323"/>
                      <a:pt x="527" y="1367"/>
                      <a:pt x="607" y="1421"/>
                    </a:cubicBezTo>
                    <a:cubicBezTo>
                      <a:pt x="465" y="1394"/>
                      <a:pt x="358" y="1376"/>
                      <a:pt x="313" y="1367"/>
                    </a:cubicBezTo>
                    <a:cubicBezTo>
                      <a:pt x="286" y="1367"/>
                      <a:pt x="257" y="1365"/>
                      <a:pt x="227" y="1365"/>
                    </a:cubicBezTo>
                    <a:cubicBezTo>
                      <a:pt x="197" y="1365"/>
                      <a:pt x="166" y="1367"/>
                      <a:pt x="134" y="1376"/>
                    </a:cubicBezTo>
                    <a:cubicBezTo>
                      <a:pt x="81" y="1394"/>
                      <a:pt x="27" y="1439"/>
                      <a:pt x="10" y="1492"/>
                    </a:cubicBezTo>
                    <a:cubicBezTo>
                      <a:pt x="1" y="1554"/>
                      <a:pt x="36" y="1617"/>
                      <a:pt x="81" y="1653"/>
                    </a:cubicBezTo>
                    <a:cubicBezTo>
                      <a:pt x="126" y="1688"/>
                      <a:pt x="179" y="1706"/>
                      <a:pt x="242" y="1724"/>
                    </a:cubicBezTo>
                    <a:cubicBezTo>
                      <a:pt x="473" y="1795"/>
                      <a:pt x="723" y="1849"/>
                      <a:pt x="973" y="1867"/>
                    </a:cubicBezTo>
                    <a:cubicBezTo>
                      <a:pt x="1009" y="1871"/>
                      <a:pt x="1167" y="1878"/>
                      <a:pt x="1338" y="1878"/>
                    </a:cubicBezTo>
                    <a:cubicBezTo>
                      <a:pt x="1552" y="1878"/>
                      <a:pt x="1785" y="1867"/>
                      <a:pt x="1829" y="1822"/>
                    </a:cubicBezTo>
                    <a:cubicBezTo>
                      <a:pt x="1919" y="1733"/>
                      <a:pt x="1883" y="1037"/>
                      <a:pt x="1874" y="957"/>
                    </a:cubicBezTo>
                    <a:cubicBezTo>
                      <a:pt x="1847" y="707"/>
                      <a:pt x="1803" y="466"/>
                      <a:pt x="1722" y="225"/>
                    </a:cubicBezTo>
                    <a:cubicBezTo>
                      <a:pt x="1705" y="172"/>
                      <a:pt x="1687" y="109"/>
                      <a:pt x="1651" y="65"/>
                    </a:cubicBezTo>
                    <a:cubicBezTo>
                      <a:pt x="1620" y="26"/>
                      <a:pt x="1569" y="1"/>
                      <a:pt x="152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6" name="Google Shape;146;p5"/>
          <p:cNvGrpSpPr/>
          <p:nvPr/>
        </p:nvGrpSpPr>
        <p:grpSpPr>
          <a:xfrm>
            <a:off x="-560618" y="2790587"/>
            <a:ext cx="1190248" cy="1813421"/>
            <a:chOff x="9231782" y="2801487"/>
            <a:chExt cx="1190248" cy="1813421"/>
          </a:xfrm>
        </p:grpSpPr>
        <p:sp>
          <p:nvSpPr>
            <p:cNvPr id="147" name="Google Shape;147;p5"/>
            <p:cNvSpPr/>
            <p:nvPr/>
          </p:nvSpPr>
          <p:spPr>
            <a:xfrm>
              <a:off x="10107618" y="3108892"/>
              <a:ext cx="314411" cy="205391"/>
            </a:xfrm>
            <a:custGeom>
              <a:avLst/>
              <a:gdLst/>
              <a:ahLst/>
              <a:cxnLst/>
              <a:rect l="l" t="t" r="r" b="b"/>
              <a:pathLst>
                <a:path w="4176" h="2728" extrusionOk="0">
                  <a:moveTo>
                    <a:pt x="1914" y="0"/>
                  </a:moveTo>
                  <a:cubicBezTo>
                    <a:pt x="1694" y="0"/>
                    <a:pt x="1473" y="14"/>
                    <a:pt x="1249" y="28"/>
                  </a:cubicBezTo>
                  <a:lnTo>
                    <a:pt x="0" y="1331"/>
                  </a:lnTo>
                  <a:cubicBezTo>
                    <a:pt x="223" y="1295"/>
                    <a:pt x="452" y="1261"/>
                    <a:pt x="677" y="1261"/>
                  </a:cubicBezTo>
                  <a:cubicBezTo>
                    <a:pt x="895" y="1261"/>
                    <a:pt x="1110" y="1292"/>
                    <a:pt x="1312" y="1384"/>
                  </a:cubicBezTo>
                  <a:cubicBezTo>
                    <a:pt x="1686" y="1554"/>
                    <a:pt x="1954" y="1893"/>
                    <a:pt x="2248" y="2196"/>
                  </a:cubicBezTo>
                  <a:cubicBezTo>
                    <a:pt x="2513" y="2469"/>
                    <a:pt x="2848" y="2727"/>
                    <a:pt x="3215" y="2727"/>
                  </a:cubicBezTo>
                  <a:cubicBezTo>
                    <a:pt x="3244" y="2727"/>
                    <a:pt x="3272" y="2726"/>
                    <a:pt x="3301" y="2723"/>
                  </a:cubicBezTo>
                  <a:cubicBezTo>
                    <a:pt x="3720" y="2687"/>
                    <a:pt x="4059" y="2268"/>
                    <a:pt x="4122" y="1813"/>
                  </a:cubicBezTo>
                  <a:cubicBezTo>
                    <a:pt x="4175" y="1358"/>
                    <a:pt x="3979" y="894"/>
                    <a:pt x="3658" y="590"/>
                  </a:cubicBezTo>
                  <a:cubicBezTo>
                    <a:pt x="3346" y="278"/>
                    <a:pt x="2935" y="118"/>
                    <a:pt x="2516" y="46"/>
                  </a:cubicBezTo>
                  <a:cubicBezTo>
                    <a:pt x="2316" y="12"/>
                    <a:pt x="2115" y="0"/>
                    <a:pt x="19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5"/>
            <p:cNvSpPr/>
            <p:nvPr/>
          </p:nvSpPr>
          <p:spPr>
            <a:xfrm>
              <a:off x="10210388" y="3479089"/>
              <a:ext cx="206897" cy="123626"/>
            </a:xfrm>
            <a:custGeom>
              <a:avLst/>
              <a:gdLst/>
              <a:ahLst/>
              <a:cxnLst/>
              <a:rect l="l" t="t" r="r" b="b"/>
              <a:pathLst>
                <a:path w="2748" h="1642" extrusionOk="0">
                  <a:moveTo>
                    <a:pt x="1240" y="0"/>
                  </a:moveTo>
                  <a:lnTo>
                    <a:pt x="0" y="143"/>
                  </a:lnTo>
                  <a:cubicBezTo>
                    <a:pt x="72" y="393"/>
                    <a:pt x="330" y="544"/>
                    <a:pt x="580" y="634"/>
                  </a:cubicBezTo>
                  <a:cubicBezTo>
                    <a:pt x="803" y="714"/>
                    <a:pt x="1017" y="776"/>
                    <a:pt x="1214" y="928"/>
                  </a:cubicBezTo>
                  <a:cubicBezTo>
                    <a:pt x="1383" y="1071"/>
                    <a:pt x="1526" y="1240"/>
                    <a:pt x="1677" y="1383"/>
                  </a:cubicBezTo>
                  <a:cubicBezTo>
                    <a:pt x="1820" y="1526"/>
                    <a:pt x="1999" y="1642"/>
                    <a:pt x="2195" y="1642"/>
                  </a:cubicBezTo>
                  <a:cubicBezTo>
                    <a:pt x="2507" y="1633"/>
                    <a:pt x="2748" y="1276"/>
                    <a:pt x="2712" y="955"/>
                  </a:cubicBezTo>
                  <a:cubicBezTo>
                    <a:pt x="2677" y="625"/>
                    <a:pt x="2436" y="357"/>
                    <a:pt x="2159" y="214"/>
                  </a:cubicBezTo>
                  <a:cubicBezTo>
                    <a:pt x="1874" y="63"/>
                    <a:pt x="1553" y="27"/>
                    <a:pt x="12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5"/>
            <p:cNvSpPr/>
            <p:nvPr/>
          </p:nvSpPr>
          <p:spPr>
            <a:xfrm>
              <a:off x="9990770" y="3446338"/>
              <a:ext cx="390981" cy="259826"/>
            </a:xfrm>
            <a:custGeom>
              <a:avLst/>
              <a:gdLst/>
              <a:ahLst/>
              <a:cxnLst/>
              <a:rect l="l" t="t" r="r" b="b"/>
              <a:pathLst>
                <a:path w="5193" h="3451" extrusionOk="0">
                  <a:moveTo>
                    <a:pt x="3016" y="0"/>
                  </a:moveTo>
                  <a:cubicBezTo>
                    <a:pt x="2329" y="0"/>
                    <a:pt x="1638" y="267"/>
                    <a:pt x="1115" y="738"/>
                  </a:cubicBezTo>
                  <a:cubicBezTo>
                    <a:pt x="384" y="1408"/>
                    <a:pt x="0" y="2442"/>
                    <a:pt x="36" y="3450"/>
                  </a:cubicBezTo>
                  <a:cubicBezTo>
                    <a:pt x="669" y="3111"/>
                    <a:pt x="1543" y="2656"/>
                    <a:pt x="2070" y="2166"/>
                  </a:cubicBezTo>
                  <a:cubicBezTo>
                    <a:pt x="2195" y="2050"/>
                    <a:pt x="2320" y="1934"/>
                    <a:pt x="2453" y="1836"/>
                  </a:cubicBezTo>
                  <a:cubicBezTo>
                    <a:pt x="2653" y="1686"/>
                    <a:pt x="3687" y="694"/>
                    <a:pt x="4915" y="694"/>
                  </a:cubicBezTo>
                  <a:cubicBezTo>
                    <a:pt x="5006" y="694"/>
                    <a:pt x="5099" y="700"/>
                    <a:pt x="5192" y="712"/>
                  </a:cubicBezTo>
                  <a:cubicBezTo>
                    <a:pt x="4728" y="408"/>
                    <a:pt x="4211" y="266"/>
                    <a:pt x="3827" y="132"/>
                  </a:cubicBezTo>
                  <a:cubicBezTo>
                    <a:pt x="3565" y="43"/>
                    <a:pt x="3291" y="0"/>
                    <a:pt x="30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5"/>
            <p:cNvSpPr/>
            <p:nvPr/>
          </p:nvSpPr>
          <p:spPr>
            <a:xfrm>
              <a:off x="9914879" y="3089317"/>
              <a:ext cx="392939" cy="438188"/>
            </a:xfrm>
            <a:custGeom>
              <a:avLst/>
              <a:gdLst/>
              <a:ahLst/>
              <a:cxnLst/>
              <a:rect l="l" t="t" r="r" b="b"/>
              <a:pathLst>
                <a:path w="5219" h="5820" extrusionOk="0">
                  <a:moveTo>
                    <a:pt x="2579" y="0"/>
                  </a:moveTo>
                  <a:cubicBezTo>
                    <a:pt x="1699" y="0"/>
                    <a:pt x="870" y="628"/>
                    <a:pt x="464" y="1448"/>
                  </a:cubicBezTo>
                  <a:cubicBezTo>
                    <a:pt x="18" y="2331"/>
                    <a:pt x="0" y="3393"/>
                    <a:pt x="187" y="4374"/>
                  </a:cubicBezTo>
                  <a:cubicBezTo>
                    <a:pt x="277" y="4856"/>
                    <a:pt x="419" y="5338"/>
                    <a:pt x="339" y="5819"/>
                  </a:cubicBezTo>
                  <a:cubicBezTo>
                    <a:pt x="1802" y="4303"/>
                    <a:pt x="1927" y="2492"/>
                    <a:pt x="2855" y="1992"/>
                  </a:cubicBezTo>
                  <a:cubicBezTo>
                    <a:pt x="3765" y="1493"/>
                    <a:pt x="4291" y="636"/>
                    <a:pt x="5219" y="395"/>
                  </a:cubicBezTo>
                  <a:cubicBezTo>
                    <a:pt x="5112" y="324"/>
                    <a:pt x="4916" y="279"/>
                    <a:pt x="4773" y="279"/>
                  </a:cubicBezTo>
                  <a:cubicBezTo>
                    <a:pt x="4656" y="283"/>
                    <a:pt x="4541" y="286"/>
                    <a:pt x="4426" y="286"/>
                  </a:cubicBezTo>
                  <a:cubicBezTo>
                    <a:pt x="4216" y="286"/>
                    <a:pt x="4008" y="275"/>
                    <a:pt x="3800" y="235"/>
                  </a:cubicBezTo>
                  <a:cubicBezTo>
                    <a:pt x="3452" y="181"/>
                    <a:pt x="3131" y="48"/>
                    <a:pt x="2783" y="12"/>
                  </a:cubicBezTo>
                  <a:cubicBezTo>
                    <a:pt x="2715" y="4"/>
                    <a:pt x="2647" y="0"/>
                    <a:pt x="25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5"/>
            <p:cNvSpPr/>
            <p:nvPr/>
          </p:nvSpPr>
          <p:spPr>
            <a:xfrm>
              <a:off x="9568926" y="2801487"/>
              <a:ext cx="338579" cy="637330"/>
            </a:xfrm>
            <a:custGeom>
              <a:avLst/>
              <a:gdLst/>
              <a:ahLst/>
              <a:cxnLst/>
              <a:rect l="l" t="t" r="r" b="b"/>
              <a:pathLst>
                <a:path w="4497" h="8465" extrusionOk="0">
                  <a:moveTo>
                    <a:pt x="875" y="1"/>
                  </a:moveTo>
                  <a:cubicBezTo>
                    <a:pt x="630" y="1"/>
                    <a:pt x="379" y="89"/>
                    <a:pt x="215" y="275"/>
                  </a:cubicBezTo>
                  <a:cubicBezTo>
                    <a:pt x="63" y="463"/>
                    <a:pt x="1" y="713"/>
                    <a:pt x="1" y="953"/>
                  </a:cubicBezTo>
                  <a:cubicBezTo>
                    <a:pt x="1" y="1194"/>
                    <a:pt x="63" y="1426"/>
                    <a:pt x="126" y="1658"/>
                  </a:cubicBezTo>
                  <a:cubicBezTo>
                    <a:pt x="215" y="1961"/>
                    <a:pt x="304" y="2265"/>
                    <a:pt x="393" y="2559"/>
                  </a:cubicBezTo>
                  <a:cubicBezTo>
                    <a:pt x="491" y="2862"/>
                    <a:pt x="598" y="3157"/>
                    <a:pt x="732" y="3442"/>
                  </a:cubicBezTo>
                  <a:cubicBezTo>
                    <a:pt x="857" y="3701"/>
                    <a:pt x="1000" y="3942"/>
                    <a:pt x="1143" y="4192"/>
                  </a:cubicBezTo>
                  <a:cubicBezTo>
                    <a:pt x="1383" y="4575"/>
                    <a:pt x="1615" y="4959"/>
                    <a:pt x="1847" y="5343"/>
                  </a:cubicBezTo>
                  <a:cubicBezTo>
                    <a:pt x="1999" y="5610"/>
                    <a:pt x="2160" y="5878"/>
                    <a:pt x="2356" y="6110"/>
                  </a:cubicBezTo>
                  <a:cubicBezTo>
                    <a:pt x="2677" y="6493"/>
                    <a:pt x="3096" y="6797"/>
                    <a:pt x="3453" y="7145"/>
                  </a:cubicBezTo>
                  <a:cubicBezTo>
                    <a:pt x="3810" y="7501"/>
                    <a:pt x="4122" y="7956"/>
                    <a:pt x="4158" y="8465"/>
                  </a:cubicBezTo>
                  <a:cubicBezTo>
                    <a:pt x="4497" y="7769"/>
                    <a:pt x="4390" y="6351"/>
                    <a:pt x="4292" y="5708"/>
                  </a:cubicBezTo>
                  <a:cubicBezTo>
                    <a:pt x="4247" y="5405"/>
                    <a:pt x="4194" y="5111"/>
                    <a:pt x="4104" y="4816"/>
                  </a:cubicBezTo>
                  <a:cubicBezTo>
                    <a:pt x="3837" y="3906"/>
                    <a:pt x="3221" y="3148"/>
                    <a:pt x="2900" y="2265"/>
                  </a:cubicBezTo>
                  <a:cubicBezTo>
                    <a:pt x="2722" y="1765"/>
                    <a:pt x="2632" y="1221"/>
                    <a:pt x="2302" y="811"/>
                  </a:cubicBezTo>
                  <a:cubicBezTo>
                    <a:pt x="2186" y="659"/>
                    <a:pt x="2035" y="534"/>
                    <a:pt x="1883" y="418"/>
                  </a:cubicBezTo>
                  <a:cubicBezTo>
                    <a:pt x="1633" y="231"/>
                    <a:pt x="1357" y="70"/>
                    <a:pt x="1053" y="17"/>
                  </a:cubicBezTo>
                  <a:cubicBezTo>
                    <a:pt x="995" y="6"/>
                    <a:pt x="935" y="1"/>
                    <a:pt x="8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5"/>
            <p:cNvSpPr/>
            <p:nvPr/>
          </p:nvSpPr>
          <p:spPr>
            <a:xfrm>
              <a:off x="9661832" y="2880089"/>
              <a:ext cx="258471" cy="1091027"/>
            </a:xfrm>
            <a:custGeom>
              <a:avLst/>
              <a:gdLst/>
              <a:ahLst/>
              <a:cxnLst/>
              <a:rect l="l" t="t" r="r" b="b"/>
              <a:pathLst>
                <a:path w="3433" h="14491" extrusionOk="0">
                  <a:moveTo>
                    <a:pt x="22" y="0"/>
                  </a:moveTo>
                  <a:cubicBezTo>
                    <a:pt x="12" y="0"/>
                    <a:pt x="0" y="13"/>
                    <a:pt x="7" y="25"/>
                  </a:cubicBezTo>
                  <a:cubicBezTo>
                    <a:pt x="560" y="1140"/>
                    <a:pt x="1140" y="2256"/>
                    <a:pt x="1702" y="3371"/>
                  </a:cubicBezTo>
                  <a:cubicBezTo>
                    <a:pt x="2094" y="4147"/>
                    <a:pt x="2362" y="4923"/>
                    <a:pt x="2549" y="5770"/>
                  </a:cubicBezTo>
                  <a:cubicBezTo>
                    <a:pt x="2942" y="7590"/>
                    <a:pt x="3076" y="9473"/>
                    <a:pt x="3147" y="11337"/>
                  </a:cubicBezTo>
                  <a:cubicBezTo>
                    <a:pt x="3192" y="12372"/>
                    <a:pt x="3165" y="13416"/>
                    <a:pt x="3192" y="14451"/>
                  </a:cubicBezTo>
                  <a:cubicBezTo>
                    <a:pt x="3196" y="14477"/>
                    <a:pt x="3216" y="14491"/>
                    <a:pt x="3236" y="14491"/>
                  </a:cubicBezTo>
                  <a:cubicBezTo>
                    <a:pt x="3256" y="14491"/>
                    <a:pt x="3276" y="14477"/>
                    <a:pt x="3281" y="14451"/>
                  </a:cubicBezTo>
                  <a:cubicBezTo>
                    <a:pt x="3432" y="12550"/>
                    <a:pt x="3290" y="10570"/>
                    <a:pt x="3093" y="8679"/>
                  </a:cubicBezTo>
                  <a:cubicBezTo>
                    <a:pt x="2933" y="7073"/>
                    <a:pt x="2745" y="5369"/>
                    <a:pt x="2059" y="3897"/>
                  </a:cubicBezTo>
                  <a:cubicBezTo>
                    <a:pt x="1443" y="2577"/>
                    <a:pt x="711" y="1301"/>
                    <a:pt x="33" y="8"/>
                  </a:cubicBezTo>
                  <a:cubicBezTo>
                    <a:pt x="31" y="2"/>
                    <a:pt x="27" y="0"/>
                    <a:pt x="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5"/>
            <p:cNvSpPr/>
            <p:nvPr/>
          </p:nvSpPr>
          <p:spPr>
            <a:xfrm>
              <a:off x="9913523" y="3107311"/>
              <a:ext cx="282187" cy="776165"/>
            </a:xfrm>
            <a:custGeom>
              <a:avLst/>
              <a:gdLst/>
              <a:ahLst/>
              <a:cxnLst/>
              <a:rect l="l" t="t" r="r" b="b"/>
              <a:pathLst>
                <a:path w="3748" h="10309" extrusionOk="0">
                  <a:moveTo>
                    <a:pt x="3586" y="0"/>
                  </a:moveTo>
                  <a:cubicBezTo>
                    <a:pt x="2808" y="0"/>
                    <a:pt x="2155" y="587"/>
                    <a:pt x="1713" y="1182"/>
                  </a:cubicBezTo>
                  <a:cubicBezTo>
                    <a:pt x="1178" y="1896"/>
                    <a:pt x="883" y="2761"/>
                    <a:pt x="678" y="3618"/>
                  </a:cubicBezTo>
                  <a:cubicBezTo>
                    <a:pt x="188" y="5759"/>
                    <a:pt x="0" y="8096"/>
                    <a:pt x="205" y="10282"/>
                  </a:cubicBezTo>
                  <a:cubicBezTo>
                    <a:pt x="205" y="10300"/>
                    <a:pt x="219" y="10309"/>
                    <a:pt x="232" y="10309"/>
                  </a:cubicBezTo>
                  <a:cubicBezTo>
                    <a:pt x="246" y="10309"/>
                    <a:pt x="259" y="10300"/>
                    <a:pt x="259" y="10282"/>
                  </a:cubicBezTo>
                  <a:cubicBezTo>
                    <a:pt x="259" y="8212"/>
                    <a:pt x="304" y="6151"/>
                    <a:pt x="696" y="4108"/>
                  </a:cubicBezTo>
                  <a:cubicBezTo>
                    <a:pt x="857" y="3288"/>
                    <a:pt x="1080" y="2476"/>
                    <a:pt x="1490" y="1744"/>
                  </a:cubicBezTo>
                  <a:cubicBezTo>
                    <a:pt x="1919" y="957"/>
                    <a:pt x="2674" y="75"/>
                    <a:pt x="3645" y="75"/>
                  </a:cubicBezTo>
                  <a:cubicBezTo>
                    <a:pt x="3664" y="75"/>
                    <a:pt x="3683" y="75"/>
                    <a:pt x="3702" y="76"/>
                  </a:cubicBezTo>
                  <a:cubicBezTo>
                    <a:pt x="3747" y="76"/>
                    <a:pt x="3747" y="14"/>
                    <a:pt x="3702" y="5"/>
                  </a:cubicBezTo>
                  <a:cubicBezTo>
                    <a:pt x="3663" y="2"/>
                    <a:pt x="3624" y="0"/>
                    <a:pt x="35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5"/>
            <p:cNvSpPr/>
            <p:nvPr/>
          </p:nvSpPr>
          <p:spPr>
            <a:xfrm>
              <a:off x="9958471" y="3465386"/>
              <a:ext cx="343774" cy="538851"/>
            </a:xfrm>
            <a:custGeom>
              <a:avLst/>
              <a:gdLst/>
              <a:ahLst/>
              <a:cxnLst/>
              <a:rect l="l" t="t" r="r" b="b"/>
              <a:pathLst>
                <a:path w="4566" h="7157" extrusionOk="0">
                  <a:moveTo>
                    <a:pt x="3897" y="0"/>
                  </a:moveTo>
                  <a:cubicBezTo>
                    <a:pt x="2655" y="0"/>
                    <a:pt x="1551" y="869"/>
                    <a:pt x="947" y="1948"/>
                  </a:cubicBezTo>
                  <a:cubicBezTo>
                    <a:pt x="81" y="3492"/>
                    <a:pt x="1" y="5410"/>
                    <a:pt x="117" y="7123"/>
                  </a:cubicBezTo>
                  <a:cubicBezTo>
                    <a:pt x="121" y="7145"/>
                    <a:pt x="139" y="7156"/>
                    <a:pt x="156" y="7156"/>
                  </a:cubicBezTo>
                  <a:cubicBezTo>
                    <a:pt x="173" y="7156"/>
                    <a:pt x="188" y="7145"/>
                    <a:pt x="188" y="7123"/>
                  </a:cubicBezTo>
                  <a:cubicBezTo>
                    <a:pt x="269" y="5499"/>
                    <a:pt x="179" y="3858"/>
                    <a:pt x="884" y="2341"/>
                  </a:cubicBezTo>
                  <a:cubicBezTo>
                    <a:pt x="1453" y="1116"/>
                    <a:pt x="2596" y="94"/>
                    <a:pt x="3960" y="94"/>
                  </a:cubicBezTo>
                  <a:cubicBezTo>
                    <a:pt x="4136" y="94"/>
                    <a:pt x="4315" y="111"/>
                    <a:pt x="4497" y="146"/>
                  </a:cubicBezTo>
                  <a:cubicBezTo>
                    <a:pt x="4500" y="147"/>
                    <a:pt x="4503" y="147"/>
                    <a:pt x="4506" y="147"/>
                  </a:cubicBezTo>
                  <a:cubicBezTo>
                    <a:pt x="4553" y="147"/>
                    <a:pt x="4566" y="83"/>
                    <a:pt x="4524" y="75"/>
                  </a:cubicBezTo>
                  <a:cubicBezTo>
                    <a:pt x="4312" y="24"/>
                    <a:pt x="4102" y="0"/>
                    <a:pt x="38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5"/>
            <p:cNvSpPr/>
            <p:nvPr/>
          </p:nvSpPr>
          <p:spPr>
            <a:xfrm>
              <a:off x="9303607" y="3268806"/>
              <a:ext cx="535387" cy="396402"/>
            </a:xfrm>
            <a:custGeom>
              <a:avLst/>
              <a:gdLst/>
              <a:ahLst/>
              <a:cxnLst/>
              <a:rect l="l" t="t" r="r" b="b"/>
              <a:pathLst>
                <a:path w="7111" h="5265" extrusionOk="0">
                  <a:moveTo>
                    <a:pt x="2729" y="0"/>
                  </a:moveTo>
                  <a:cubicBezTo>
                    <a:pt x="2486" y="0"/>
                    <a:pt x="2239" y="29"/>
                    <a:pt x="1990" y="90"/>
                  </a:cubicBezTo>
                  <a:cubicBezTo>
                    <a:pt x="1303" y="260"/>
                    <a:pt x="652" y="554"/>
                    <a:pt x="1" y="857"/>
                  </a:cubicBezTo>
                  <a:cubicBezTo>
                    <a:pt x="622" y="727"/>
                    <a:pt x="1074" y="656"/>
                    <a:pt x="1467" y="656"/>
                  </a:cubicBezTo>
                  <a:cubicBezTo>
                    <a:pt x="2017" y="656"/>
                    <a:pt x="2451" y="795"/>
                    <a:pt x="3070" y="1107"/>
                  </a:cubicBezTo>
                  <a:cubicBezTo>
                    <a:pt x="4113" y="1633"/>
                    <a:pt x="4693" y="2963"/>
                    <a:pt x="5371" y="3962"/>
                  </a:cubicBezTo>
                  <a:cubicBezTo>
                    <a:pt x="5529" y="4202"/>
                    <a:pt x="6372" y="5265"/>
                    <a:pt x="6794" y="5265"/>
                  </a:cubicBezTo>
                  <a:cubicBezTo>
                    <a:pt x="6921" y="5265"/>
                    <a:pt x="7010" y="5169"/>
                    <a:pt x="7031" y="4925"/>
                  </a:cubicBezTo>
                  <a:cubicBezTo>
                    <a:pt x="7111" y="3962"/>
                    <a:pt x="6852" y="2802"/>
                    <a:pt x="6272" y="2062"/>
                  </a:cubicBezTo>
                  <a:cubicBezTo>
                    <a:pt x="5377" y="931"/>
                    <a:pt x="4113" y="0"/>
                    <a:pt x="2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5"/>
            <p:cNvSpPr/>
            <p:nvPr/>
          </p:nvSpPr>
          <p:spPr>
            <a:xfrm>
              <a:off x="9409765" y="3278519"/>
              <a:ext cx="476661" cy="671361"/>
            </a:xfrm>
            <a:custGeom>
              <a:avLst/>
              <a:gdLst/>
              <a:ahLst/>
              <a:cxnLst/>
              <a:rect l="l" t="t" r="r" b="b"/>
              <a:pathLst>
                <a:path w="6331" h="8917" extrusionOk="0">
                  <a:moveTo>
                    <a:pt x="1130" y="0"/>
                  </a:moveTo>
                  <a:cubicBezTo>
                    <a:pt x="757" y="0"/>
                    <a:pt x="383" y="47"/>
                    <a:pt x="18" y="122"/>
                  </a:cubicBezTo>
                  <a:cubicBezTo>
                    <a:pt x="0" y="122"/>
                    <a:pt x="9" y="139"/>
                    <a:pt x="18" y="139"/>
                  </a:cubicBezTo>
                  <a:cubicBezTo>
                    <a:pt x="324" y="87"/>
                    <a:pt x="638" y="57"/>
                    <a:pt x="951" y="57"/>
                  </a:cubicBezTo>
                  <a:cubicBezTo>
                    <a:pt x="1653" y="57"/>
                    <a:pt x="2349" y="209"/>
                    <a:pt x="2935" y="603"/>
                  </a:cubicBezTo>
                  <a:cubicBezTo>
                    <a:pt x="3703" y="1121"/>
                    <a:pt x="4193" y="2013"/>
                    <a:pt x="4604" y="2816"/>
                  </a:cubicBezTo>
                  <a:cubicBezTo>
                    <a:pt x="5023" y="3645"/>
                    <a:pt x="5371" y="4511"/>
                    <a:pt x="5603" y="5412"/>
                  </a:cubicBezTo>
                  <a:cubicBezTo>
                    <a:pt x="5915" y="6554"/>
                    <a:pt x="6022" y="7731"/>
                    <a:pt x="6245" y="8891"/>
                  </a:cubicBezTo>
                  <a:cubicBezTo>
                    <a:pt x="6249" y="8909"/>
                    <a:pt x="6264" y="8917"/>
                    <a:pt x="6280" y="8917"/>
                  </a:cubicBezTo>
                  <a:cubicBezTo>
                    <a:pt x="6304" y="8917"/>
                    <a:pt x="6331" y="8900"/>
                    <a:pt x="6325" y="8873"/>
                  </a:cubicBezTo>
                  <a:cubicBezTo>
                    <a:pt x="6165" y="6625"/>
                    <a:pt x="5612" y="4377"/>
                    <a:pt x="4514" y="2405"/>
                  </a:cubicBezTo>
                  <a:cubicBezTo>
                    <a:pt x="4086" y="1620"/>
                    <a:pt x="3560" y="800"/>
                    <a:pt x="2748" y="371"/>
                  </a:cubicBezTo>
                  <a:cubicBezTo>
                    <a:pt x="2240" y="104"/>
                    <a:pt x="1687" y="0"/>
                    <a:pt x="11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5"/>
            <p:cNvSpPr/>
            <p:nvPr/>
          </p:nvSpPr>
          <p:spPr>
            <a:xfrm>
              <a:off x="9693228" y="3855835"/>
              <a:ext cx="437284" cy="398359"/>
            </a:xfrm>
            <a:custGeom>
              <a:avLst/>
              <a:gdLst/>
              <a:ahLst/>
              <a:cxnLst/>
              <a:rect l="l" t="t" r="r" b="b"/>
              <a:pathLst>
                <a:path w="5808" h="5291" extrusionOk="0">
                  <a:moveTo>
                    <a:pt x="0" y="1"/>
                  </a:moveTo>
                  <a:lnTo>
                    <a:pt x="803" y="5291"/>
                  </a:lnTo>
                  <a:lnTo>
                    <a:pt x="5005" y="5291"/>
                  </a:lnTo>
                  <a:lnTo>
                    <a:pt x="580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5"/>
            <p:cNvSpPr/>
            <p:nvPr/>
          </p:nvSpPr>
          <p:spPr>
            <a:xfrm>
              <a:off x="9706629" y="3945204"/>
              <a:ext cx="410481" cy="22888"/>
            </a:xfrm>
            <a:custGeom>
              <a:avLst/>
              <a:gdLst/>
              <a:ahLst/>
              <a:cxnLst/>
              <a:rect l="l" t="t" r="r" b="b"/>
              <a:pathLst>
                <a:path w="5452" h="304" extrusionOk="0">
                  <a:moveTo>
                    <a:pt x="1" y="0"/>
                  </a:moveTo>
                  <a:lnTo>
                    <a:pt x="45" y="304"/>
                  </a:lnTo>
                  <a:lnTo>
                    <a:pt x="5407" y="304"/>
                  </a:lnTo>
                  <a:lnTo>
                    <a:pt x="545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5"/>
            <p:cNvSpPr/>
            <p:nvPr/>
          </p:nvSpPr>
          <p:spPr>
            <a:xfrm>
              <a:off x="9672373" y="3955970"/>
              <a:ext cx="107514" cy="658938"/>
            </a:xfrm>
            <a:custGeom>
              <a:avLst/>
              <a:gdLst/>
              <a:ahLst/>
              <a:cxnLst/>
              <a:rect l="l" t="t" r="r" b="b"/>
              <a:pathLst>
                <a:path w="1428" h="8752" extrusionOk="0">
                  <a:moveTo>
                    <a:pt x="1276" y="0"/>
                  </a:moveTo>
                  <a:lnTo>
                    <a:pt x="1" y="8734"/>
                  </a:lnTo>
                  <a:lnTo>
                    <a:pt x="152" y="8752"/>
                  </a:lnTo>
                  <a:lnTo>
                    <a:pt x="1428" y="18"/>
                  </a:lnTo>
                  <a:lnTo>
                    <a:pt x="12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5"/>
            <p:cNvSpPr/>
            <p:nvPr/>
          </p:nvSpPr>
          <p:spPr>
            <a:xfrm>
              <a:off x="10041816" y="3955970"/>
              <a:ext cx="107514" cy="658938"/>
            </a:xfrm>
            <a:custGeom>
              <a:avLst/>
              <a:gdLst/>
              <a:ahLst/>
              <a:cxnLst/>
              <a:rect l="l" t="t" r="r" b="b"/>
              <a:pathLst>
                <a:path w="1428" h="8752" extrusionOk="0">
                  <a:moveTo>
                    <a:pt x="152" y="0"/>
                  </a:moveTo>
                  <a:lnTo>
                    <a:pt x="0" y="18"/>
                  </a:lnTo>
                  <a:lnTo>
                    <a:pt x="1276" y="8752"/>
                  </a:lnTo>
                  <a:lnTo>
                    <a:pt x="1427" y="8734"/>
                  </a:lnTo>
                  <a:lnTo>
                    <a:pt x="1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5"/>
            <p:cNvSpPr/>
            <p:nvPr/>
          </p:nvSpPr>
          <p:spPr>
            <a:xfrm>
              <a:off x="9905467" y="3956572"/>
              <a:ext cx="10766" cy="657658"/>
            </a:xfrm>
            <a:custGeom>
              <a:avLst/>
              <a:gdLst/>
              <a:ahLst/>
              <a:cxnLst/>
              <a:rect l="l" t="t" r="r" b="b"/>
              <a:pathLst>
                <a:path w="143" h="8735" extrusionOk="0">
                  <a:moveTo>
                    <a:pt x="0" y="1"/>
                  </a:moveTo>
                  <a:lnTo>
                    <a:pt x="0" y="8735"/>
                  </a:lnTo>
                  <a:lnTo>
                    <a:pt x="143" y="8735"/>
                  </a:lnTo>
                  <a:lnTo>
                    <a:pt x="1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5"/>
            <p:cNvSpPr/>
            <p:nvPr/>
          </p:nvSpPr>
          <p:spPr>
            <a:xfrm>
              <a:off x="9231782" y="3266096"/>
              <a:ext cx="446018" cy="245596"/>
            </a:xfrm>
            <a:custGeom>
              <a:avLst/>
              <a:gdLst/>
              <a:ahLst/>
              <a:cxnLst/>
              <a:rect l="l" t="t" r="r" b="b"/>
              <a:pathLst>
                <a:path w="5924" h="3262" extrusionOk="0">
                  <a:moveTo>
                    <a:pt x="3726" y="0"/>
                  </a:moveTo>
                  <a:cubicBezTo>
                    <a:pt x="3605" y="0"/>
                    <a:pt x="3484" y="6"/>
                    <a:pt x="3364" y="19"/>
                  </a:cubicBezTo>
                  <a:cubicBezTo>
                    <a:pt x="2543" y="90"/>
                    <a:pt x="1669" y="367"/>
                    <a:pt x="982" y="858"/>
                  </a:cubicBezTo>
                  <a:cubicBezTo>
                    <a:pt x="348" y="1313"/>
                    <a:pt x="0" y="1946"/>
                    <a:pt x="545" y="2758"/>
                  </a:cubicBezTo>
                  <a:cubicBezTo>
                    <a:pt x="781" y="3107"/>
                    <a:pt x="1185" y="3262"/>
                    <a:pt x="1606" y="3262"/>
                  </a:cubicBezTo>
                  <a:cubicBezTo>
                    <a:pt x="1884" y="3262"/>
                    <a:pt x="2169" y="3194"/>
                    <a:pt x="2418" y="3070"/>
                  </a:cubicBezTo>
                  <a:cubicBezTo>
                    <a:pt x="3033" y="2758"/>
                    <a:pt x="3480" y="2178"/>
                    <a:pt x="3961" y="1660"/>
                  </a:cubicBezTo>
                  <a:cubicBezTo>
                    <a:pt x="4434" y="1143"/>
                    <a:pt x="5924" y="822"/>
                    <a:pt x="5924" y="822"/>
                  </a:cubicBezTo>
                  <a:cubicBezTo>
                    <a:pt x="5924" y="822"/>
                    <a:pt x="5585" y="465"/>
                    <a:pt x="5201" y="304"/>
                  </a:cubicBezTo>
                  <a:cubicBezTo>
                    <a:pt x="5014" y="233"/>
                    <a:pt x="4818" y="162"/>
                    <a:pt x="4621" y="108"/>
                  </a:cubicBezTo>
                  <a:cubicBezTo>
                    <a:pt x="4329" y="38"/>
                    <a:pt x="4027" y="0"/>
                    <a:pt x="37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5"/>
            <p:cNvSpPr/>
            <p:nvPr/>
          </p:nvSpPr>
          <p:spPr>
            <a:xfrm>
              <a:off x="9332292" y="3272872"/>
              <a:ext cx="249511" cy="134995"/>
            </a:xfrm>
            <a:custGeom>
              <a:avLst/>
              <a:gdLst/>
              <a:ahLst/>
              <a:cxnLst/>
              <a:rect l="l" t="t" r="r" b="b"/>
              <a:pathLst>
                <a:path w="3314" h="1793" extrusionOk="0">
                  <a:moveTo>
                    <a:pt x="3286" y="0"/>
                  </a:moveTo>
                  <a:cubicBezTo>
                    <a:pt x="2136" y="36"/>
                    <a:pt x="548" y="634"/>
                    <a:pt x="12" y="1749"/>
                  </a:cubicBezTo>
                  <a:cubicBezTo>
                    <a:pt x="1" y="1773"/>
                    <a:pt x="16" y="1793"/>
                    <a:pt x="34" y="1793"/>
                  </a:cubicBezTo>
                  <a:cubicBezTo>
                    <a:pt x="42" y="1793"/>
                    <a:pt x="51" y="1788"/>
                    <a:pt x="57" y="1776"/>
                  </a:cubicBezTo>
                  <a:cubicBezTo>
                    <a:pt x="815" y="652"/>
                    <a:pt x="2020" y="277"/>
                    <a:pt x="3295" y="36"/>
                  </a:cubicBezTo>
                  <a:cubicBezTo>
                    <a:pt x="3313" y="36"/>
                    <a:pt x="3313" y="0"/>
                    <a:pt x="32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"/>
          <p:cNvSpPr/>
          <p:nvPr/>
        </p:nvSpPr>
        <p:spPr>
          <a:xfrm rot="-1011874">
            <a:off x="-1482397" y="-547051"/>
            <a:ext cx="3508361" cy="1689304"/>
          </a:xfrm>
          <a:custGeom>
            <a:avLst/>
            <a:gdLst/>
            <a:ahLst/>
            <a:cxnLst/>
            <a:rect l="l" t="t" r="r" b="b"/>
            <a:pathLst>
              <a:path w="26606" h="12811" extrusionOk="0">
                <a:moveTo>
                  <a:pt x="681" y="0"/>
                </a:moveTo>
                <a:cubicBezTo>
                  <a:pt x="681" y="0"/>
                  <a:pt x="0" y="3029"/>
                  <a:pt x="3131" y="4181"/>
                </a:cubicBezTo>
                <a:cubicBezTo>
                  <a:pt x="6258" y="5333"/>
                  <a:pt x="8503" y="6644"/>
                  <a:pt x="8948" y="8790"/>
                </a:cubicBezTo>
                <a:cubicBezTo>
                  <a:pt x="9301" y="10474"/>
                  <a:pt x="12290" y="12810"/>
                  <a:pt x="16574" y="12810"/>
                </a:cubicBezTo>
                <a:cubicBezTo>
                  <a:pt x="17749" y="12810"/>
                  <a:pt x="19022" y="12634"/>
                  <a:pt x="20364" y="12221"/>
                </a:cubicBezTo>
                <a:cubicBezTo>
                  <a:pt x="26605" y="10302"/>
                  <a:pt x="25770" y="7677"/>
                  <a:pt x="23067" y="6404"/>
                </a:cubicBezTo>
                <a:cubicBezTo>
                  <a:pt x="20364" y="5136"/>
                  <a:pt x="21520" y="3457"/>
                  <a:pt x="21598" y="2686"/>
                </a:cubicBezTo>
                <a:cubicBezTo>
                  <a:pt x="21679" y="1915"/>
                  <a:pt x="21195" y="159"/>
                  <a:pt x="20480" y="0"/>
                </a:cubicBezTo>
                <a:close/>
              </a:path>
            </a:pathLst>
          </a:custGeom>
          <a:solidFill>
            <a:srgbClr val="FFFFFF">
              <a:alpha val="226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"/>
          <p:cNvSpPr/>
          <p:nvPr/>
        </p:nvSpPr>
        <p:spPr>
          <a:xfrm rot="9156544">
            <a:off x="7410218" y="4030339"/>
            <a:ext cx="3508359" cy="1689303"/>
          </a:xfrm>
          <a:custGeom>
            <a:avLst/>
            <a:gdLst/>
            <a:ahLst/>
            <a:cxnLst/>
            <a:rect l="l" t="t" r="r" b="b"/>
            <a:pathLst>
              <a:path w="26606" h="12811" extrusionOk="0">
                <a:moveTo>
                  <a:pt x="681" y="0"/>
                </a:moveTo>
                <a:cubicBezTo>
                  <a:pt x="681" y="0"/>
                  <a:pt x="0" y="3029"/>
                  <a:pt x="3131" y="4181"/>
                </a:cubicBezTo>
                <a:cubicBezTo>
                  <a:pt x="6258" y="5333"/>
                  <a:pt x="8503" y="6644"/>
                  <a:pt x="8948" y="8790"/>
                </a:cubicBezTo>
                <a:cubicBezTo>
                  <a:pt x="9301" y="10474"/>
                  <a:pt x="12290" y="12810"/>
                  <a:pt x="16574" y="12810"/>
                </a:cubicBezTo>
                <a:cubicBezTo>
                  <a:pt x="17749" y="12810"/>
                  <a:pt x="19022" y="12634"/>
                  <a:pt x="20364" y="12221"/>
                </a:cubicBezTo>
                <a:cubicBezTo>
                  <a:pt x="26605" y="10302"/>
                  <a:pt x="25770" y="7677"/>
                  <a:pt x="23067" y="6404"/>
                </a:cubicBezTo>
                <a:cubicBezTo>
                  <a:pt x="20364" y="5136"/>
                  <a:pt x="21520" y="3457"/>
                  <a:pt x="21598" y="2686"/>
                </a:cubicBezTo>
                <a:cubicBezTo>
                  <a:pt x="21679" y="1915"/>
                  <a:pt x="21195" y="159"/>
                  <a:pt x="20480" y="0"/>
                </a:cubicBezTo>
                <a:close/>
              </a:path>
            </a:pathLst>
          </a:custGeom>
          <a:solidFill>
            <a:srgbClr val="FFFFFF">
              <a:alpha val="226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7" name="Google Shape;167;p6"/>
          <p:cNvGrpSpPr/>
          <p:nvPr/>
        </p:nvGrpSpPr>
        <p:grpSpPr>
          <a:xfrm>
            <a:off x="8427874" y="109177"/>
            <a:ext cx="1473050" cy="1052579"/>
            <a:chOff x="8427567" y="122992"/>
            <a:chExt cx="1320411" cy="943509"/>
          </a:xfrm>
        </p:grpSpPr>
        <p:sp>
          <p:nvSpPr>
            <p:cNvPr id="168" name="Google Shape;168;p6"/>
            <p:cNvSpPr/>
            <p:nvPr/>
          </p:nvSpPr>
          <p:spPr>
            <a:xfrm>
              <a:off x="8493440" y="190091"/>
              <a:ext cx="809534" cy="809534"/>
            </a:xfrm>
            <a:custGeom>
              <a:avLst/>
              <a:gdLst/>
              <a:ahLst/>
              <a:cxnLst/>
              <a:rect l="l" t="t" r="r" b="b"/>
              <a:pathLst>
                <a:path w="14526" h="14526" extrusionOk="0">
                  <a:moveTo>
                    <a:pt x="7261" y="0"/>
                  </a:moveTo>
                  <a:cubicBezTo>
                    <a:pt x="3252" y="0"/>
                    <a:pt x="1" y="3252"/>
                    <a:pt x="1" y="7261"/>
                  </a:cubicBezTo>
                  <a:cubicBezTo>
                    <a:pt x="1" y="11275"/>
                    <a:pt x="3252" y="14526"/>
                    <a:pt x="7261" y="14526"/>
                  </a:cubicBezTo>
                  <a:cubicBezTo>
                    <a:pt x="11275" y="14526"/>
                    <a:pt x="14526" y="11275"/>
                    <a:pt x="14526" y="7261"/>
                  </a:cubicBezTo>
                  <a:cubicBezTo>
                    <a:pt x="14526" y="3252"/>
                    <a:pt x="11275" y="0"/>
                    <a:pt x="72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6"/>
            <p:cNvSpPr/>
            <p:nvPr/>
          </p:nvSpPr>
          <p:spPr>
            <a:xfrm>
              <a:off x="8427567" y="122992"/>
              <a:ext cx="1320411" cy="943509"/>
            </a:xfrm>
            <a:custGeom>
              <a:avLst/>
              <a:gdLst/>
              <a:ahLst/>
              <a:cxnLst/>
              <a:rect l="l" t="t" r="r" b="b"/>
              <a:pathLst>
                <a:path w="23693" h="16930" extrusionOk="0">
                  <a:moveTo>
                    <a:pt x="8495" y="2151"/>
                  </a:moveTo>
                  <a:cubicBezTo>
                    <a:pt x="11981" y="2151"/>
                    <a:pt x="14808" y="4978"/>
                    <a:pt x="14808" y="8465"/>
                  </a:cubicBezTo>
                  <a:cubicBezTo>
                    <a:pt x="14808" y="11952"/>
                    <a:pt x="11981" y="14779"/>
                    <a:pt x="8495" y="14779"/>
                  </a:cubicBezTo>
                  <a:cubicBezTo>
                    <a:pt x="5008" y="14779"/>
                    <a:pt x="2181" y="11952"/>
                    <a:pt x="2181" y="8465"/>
                  </a:cubicBezTo>
                  <a:cubicBezTo>
                    <a:pt x="2181" y="4978"/>
                    <a:pt x="5008" y="2151"/>
                    <a:pt x="8495" y="2151"/>
                  </a:cubicBezTo>
                  <a:close/>
                  <a:moveTo>
                    <a:pt x="1435" y="1"/>
                  </a:moveTo>
                  <a:cubicBezTo>
                    <a:pt x="643" y="1"/>
                    <a:pt x="0" y="643"/>
                    <a:pt x="0" y="1436"/>
                  </a:cubicBezTo>
                  <a:lnTo>
                    <a:pt x="0" y="15499"/>
                  </a:lnTo>
                  <a:cubicBezTo>
                    <a:pt x="0" y="16291"/>
                    <a:pt x="643" y="16929"/>
                    <a:pt x="1435" y="16929"/>
                  </a:cubicBezTo>
                  <a:lnTo>
                    <a:pt x="22258" y="16929"/>
                  </a:lnTo>
                  <a:cubicBezTo>
                    <a:pt x="23050" y="16929"/>
                    <a:pt x="23693" y="16291"/>
                    <a:pt x="23693" y="15499"/>
                  </a:cubicBezTo>
                  <a:lnTo>
                    <a:pt x="23693" y="1436"/>
                  </a:lnTo>
                  <a:cubicBezTo>
                    <a:pt x="23693" y="643"/>
                    <a:pt x="23050" y="1"/>
                    <a:pt x="222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6"/>
            <p:cNvSpPr/>
            <p:nvPr/>
          </p:nvSpPr>
          <p:spPr>
            <a:xfrm>
              <a:off x="8771311" y="293193"/>
              <a:ext cx="251454" cy="253627"/>
            </a:xfrm>
            <a:custGeom>
              <a:avLst/>
              <a:gdLst/>
              <a:ahLst/>
              <a:cxnLst/>
              <a:rect l="l" t="t" r="r" b="b"/>
              <a:pathLst>
                <a:path w="4512" h="4551" extrusionOk="0">
                  <a:moveTo>
                    <a:pt x="2275" y="1"/>
                  </a:moveTo>
                  <a:cubicBezTo>
                    <a:pt x="1020" y="1"/>
                    <a:pt x="1" y="1016"/>
                    <a:pt x="1" y="2275"/>
                  </a:cubicBezTo>
                  <a:cubicBezTo>
                    <a:pt x="1" y="3531"/>
                    <a:pt x="1358" y="4546"/>
                    <a:pt x="2275" y="4550"/>
                  </a:cubicBezTo>
                  <a:cubicBezTo>
                    <a:pt x="3072" y="3132"/>
                    <a:pt x="4511" y="3089"/>
                    <a:pt x="4511" y="1834"/>
                  </a:cubicBezTo>
                  <a:cubicBezTo>
                    <a:pt x="4511" y="579"/>
                    <a:pt x="3534" y="1"/>
                    <a:pt x="22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6"/>
            <p:cNvSpPr/>
            <p:nvPr/>
          </p:nvSpPr>
          <p:spPr>
            <a:xfrm>
              <a:off x="8598937" y="581653"/>
              <a:ext cx="280099" cy="232394"/>
            </a:xfrm>
            <a:custGeom>
              <a:avLst/>
              <a:gdLst/>
              <a:ahLst/>
              <a:cxnLst/>
              <a:rect l="l" t="t" r="r" b="b"/>
              <a:pathLst>
                <a:path w="5026" h="4170" extrusionOk="0">
                  <a:moveTo>
                    <a:pt x="1737" y="1"/>
                  </a:moveTo>
                  <a:cubicBezTo>
                    <a:pt x="1532" y="1"/>
                    <a:pt x="1324" y="52"/>
                    <a:pt x="1102" y="179"/>
                  </a:cubicBezTo>
                  <a:cubicBezTo>
                    <a:pt x="14" y="809"/>
                    <a:pt x="1" y="1944"/>
                    <a:pt x="631" y="3032"/>
                  </a:cubicBezTo>
                  <a:cubicBezTo>
                    <a:pt x="1053" y="3761"/>
                    <a:pt x="1817" y="4169"/>
                    <a:pt x="2603" y="4169"/>
                  </a:cubicBezTo>
                  <a:cubicBezTo>
                    <a:pt x="2990" y="4169"/>
                    <a:pt x="3382" y="4071"/>
                    <a:pt x="3740" y="3863"/>
                  </a:cubicBezTo>
                  <a:cubicBezTo>
                    <a:pt x="4828" y="3238"/>
                    <a:pt x="5025" y="1554"/>
                    <a:pt x="4571" y="758"/>
                  </a:cubicBezTo>
                  <a:lnTo>
                    <a:pt x="4571" y="758"/>
                  </a:lnTo>
                  <a:cubicBezTo>
                    <a:pt x="4560" y="758"/>
                    <a:pt x="4549" y="758"/>
                    <a:pt x="4538" y="758"/>
                  </a:cubicBezTo>
                  <a:cubicBezTo>
                    <a:pt x="3266" y="758"/>
                    <a:pt x="2528" y="1"/>
                    <a:pt x="17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6"/>
            <p:cNvSpPr/>
            <p:nvPr/>
          </p:nvSpPr>
          <p:spPr>
            <a:xfrm>
              <a:off x="8942737" y="563541"/>
              <a:ext cx="254742" cy="258420"/>
            </a:xfrm>
            <a:custGeom>
              <a:avLst/>
              <a:gdLst/>
              <a:ahLst/>
              <a:cxnLst/>
              <a:rect l="l" t="t" r="r" b="b"/>
              <a:pathLst>
                <a:path w="4571" h="4637" extrusionOk="0">
                  <a:moveTo>
                    <a:pt x="2130" y="1"/>
                  </a:moveTo>
                  <a:cubicBezTo>
                    <a:pt x="1242" y="1"/>
                    <a:pt x="335" y="509"/>
                    <a:pt x="0" y="1083"/>
                  </a:cubicBezTo>
                  <a:cubicBezTo>
                    <a:pt x="827" y="2479"/>
                    <a:pt x="146" y="3743"/>
                    <a:pt x="1234" y="4372"/>
                  </a:cubicBezTo>
                  <a:cubicBezTo>
                    <a:pt x="1547" y="4554"/>
                    <a:pt x="1853" y="4637"/>
                    <a:pt x="2144" y="4637"/>
                  </a:cubicBezTo>
                  <a:cubicBezTo>
                    <a:pt x="2862" y="4637"/>
                    <a:pt x="3493" y="4131"/>
                    <a:pt x="3941" y="3357"/>
                  </a:cubicBezTo>
                  <a:cubicBezTo>
                    <a:pt x="4571" y="2269"/>
                    <a:pt x="4198" y="877"/>
                    <a:pt x="3106" y="247"/>
                  </a:cubicBezTo>
                  <a:cubicBezTo>
                    <a:pt x="2805" y="75"/>
                    <a:pt x="2469" y="1"/>
                    <a:pt x="21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6"/>
            <p:cNvSpPr/>
            <p:nvPr/>
          </p:nvSpPr>
          <p:spPr>
            <a:xfrm>
              <a:off x="8825481" y="525477"/>
              <a:ext cx="145455" cy="145232"/>
            </a:xfrm>
            <a:custGeom>
              <a:avLst/>
              <a:gdLst/>
              <a:ahLst/>
              <a:cxnLst/>
              <a:rect l="l" t="t" r="r" b="b"/>
              <a:pathLst>
                <a:path w="2610" h="2606" extrusionOk="0">
                  <a:moveTo>
                    <a:pt x="1303" y="1"/>
                  </a:moveTo>
                  <a:cubicBezTo>
                    <a:pt x="584" y="1"/>
                    <a:pt x="1" y="583"/>
                    <a:pt x="1" y="1303"/>
                  </a:cubicBezTo>
                  <a:cubicBezTo>
                    <a:pt x="1" y="2023"/>
                    <a:pt x="584" y="2605"/>
                    <a:pt x="1303" y="2605"/>
                  </a:cubicBezTo>
                  <a:cubicBezTo>
                    <a:pt x="2027" y="2605"/>
                    <a:pt x="2610" y="2023"/>
                    <a:pt x="2610" y="1303"/>
                  </a:cubicBezTo>
                  <a:cubicBezTo>
                    <a:pt x="2610" y="583"/>
                    <a:pt x="2027" y="1"/>
                    <a:pt x="13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6"/>
            <p:cNvSpPr/>
            <p:nvPr/>
          </p:nvSpPr>
          <p:spPr>
            <a:xfrm>
              <a:off x="8857024" y="557020"/>
              <a:ext cx="82425" cy="82425"/>
            </a:xfrm>
            <a:custGeom>
              <a:avLst/>
              <a:gdLst/>
              <a:ahLst/>
              <a:cxnLst/>
              <a:rect l="l" t="t" r="r" b="b"/>
              <a:pathLst>
                <a:path w="1479" h="1479" extrusionOk="0">
                  <a:moveTo>
                    <a:pt x="737" y="0"/>
                  </a:moveTo>
                  <a:cubicBezTo>
                    <a:pt x="330" y="0"/>
                    <a:pt x="0" y="330"/>
                    <a:pt x="0" y="737"/>
                  </a:cubicBezTo>
                  <a:cubicBezTo>
                    <a:pt x="0" y="1144"/>
                    <a:pt x="330" y="1478"/>
                    <a:pt x="737" y="1478"/>
                  </a:cubicBezTo>
                  <a:cubicBezTo>
                    <a:pt x="1148" y="1478"/>
                    <a:pt x="1478" y="1144"/>
                    <a:pt x="1478" y="737"/>
                  </a:cubicBezTo>
                  <a:cubicBezTo>
                    <a:pt x="1478" y="330"/>
                    <a:pt x="1148" y="0"/>
                    <a:pt x="7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6"/>
            <p:cNvSpPr/>
            <p:nvPr/>
          </p:nvSpPr>
          <p:spPr>
            <a:xfrm>
              <a:off x="8879483" y="579424"/>
              <a:ext cx="37283" cy="37339"/>
            </a:xfrm>
            <a:custGeom>
              <a:avLst/>
              <a:gdLst/>
              <a:ahLst/>
              <a:cxnLst/>
              <a:rect l="l" t="t" r="r" b="b"/>
              <a:pathLst>
                <a:path w="669" h="670" extrusionOk="0">
                  <a:moveTo>
                    <a:pt x="334" y="1"/>
                  </a:moveTo>
                  <a:cubicBezTo>
                    <a:pt x="150" y="1"/>
                    <a:pt x="0" y="151"/>
                    <a:pt x="0" y="335"/>
                  </a:cubicBezTo>
                  <a:cubicBezTo>
                    <a:pt x="0" y="519"/>
                    <a:pt x="150" y="669"/>
                    <a:pt x="334" y="669"/>
                  </a:cubicBezTo>
                  <a:cubicBezTo>
                    <a:pt x="518" y="669"/>
                    <a:pt x="668" y="519"/>
                    <a:pt x="668" y="335"/>
                  </a:cubicBezTo>
                  <a:cubicBezTo>
                    <a:pt x="668" y="151"/>
                    <a:pt x="518" y="1"/>
                    <a:pt x="3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6"/>
            <p:cNvSpPr/>
            <p:nvPr/>
          </p:nvSpPr>
          <p:spPr>
            <a:xfrm>
              <a:off x="8532340" y="228991"/>
              <a:ext cx="731735" cy="731512"/>
            </a:xfrm>
            <a:custGeom>
              <a:avLst/>
              <a:gdLst/>
              <a:ahLst/>
              <a:cxnLst/>
              <a:rect l="l" t="t" r="r" b="b"/>
              <a:pathLst>
                <a:path w="13130" h="13126" extrusionOk="0">
                  <a:moveTo>
                    <a:pt x="6563" y="442"/>
                  </a:moveTo>
                  <a:cubicBezTo>
                    <a:pt x="9943" y="442"/>
                    <a:pt x="12689" y="3188"/>
                    <a:pt x="12689" y="6563"/>
                  </a:cubicBezTo>
                  <a:cubicBezTo>
                    <a:pt x="12689" y="9943"/>
                    <a:pt x="9943" y="12688"/>
                    <a:pt x="6563" y="12688"/>
                  </a:cubicBezTo>
                  <a:cubicBezTo>
                    <a:pt x="3188" y="12688"/>
                    <a:pt x="442" y="9943"/>
                    <a:pt x="442" y="6563"/>
                  </a:cubicBezTo>
                  <a:cubicBezTo>
                    <a:pt x="442" y="3188"/>
                    <a:pt x="3188" y="442"/>
                    <a:pt x="6563" y="442"/>
                  </a:cubicBezTo>
                  <a:close/>
                  <a:moveTo>
                    <a:pt x="6563" y="1"/>
                  </a:moveTo>
                  <a:cubicBezTo>
                    <a:pt x="2948" y="1"/>
                    <a:pt x="1" y="2948"/>
                    <a:pt x="1" y="6563"/>
                  </a:cubicBezTo>
                  <a:cubicBezTo>
                    <a:pt x="1" y="10183"/>
                    <a:pt x="2948" y="13125"/>
                    <a:pt x="6563" y="13125"/>
                  </a:cubicBezTo>
                  <a:cubicBezTo>
                    <a:pt x="10183" y="13125"/>
                    <a:pt x="13130" y="10183"/>
                    <a:pt x="13130" y="6563"/>
                  </a:cubicBezTo>
                  <a:cubicBezTo>
                    <a:pt x="13130" y="2948"/>
                    <a:pt x="10183" y="1"/>
                    <a:pt x="65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6"/>
            <p:cNvSpPr/>
            <p:nvPr/>
          </p:nvSpPr>
          <p:spPr>
            <a:xfrm>
              <a:off x="9338756" y="341678"/>
              <a:ext cx="323513" cy="43971"/>
            </a:xfrm>
            <a:custGeom>
              <a:avLst/>
              <a:gdLst/>
              <a:ahLst/>
              <a:cxnLst/>
              <a:rect l="l" t="t" r="r" b="b"/>
              <a:pathLst>
                <a:path w="5805" h="789" extrusionOk="0">
                  <a:moveTo>
                    <a:pt x="395" y="0"/>
                  </a:moveTo>
                  <a:cubicBezTo>
                    <a:pt x="176" y="0"/>
                    <a:pt x="1" y="176"/>
                    <a:pt x="1" y="395"/>
                  </a:cubicBezTo>
                  <a:cubicBezTo>
                    <a:pt x="1" y="613"/>
                    <a:pt x="176" y="789"/>
                    <a:pt x="395" y="789"/>
                  </a:cubicBezTo>
                  <a:lnTo>
                    <a:pt x="5411" y="789"/>
                  </a:lnTo>
                  <a:cubicBezTo>
                    <a:pt x="5629" y="789"/>
                    <a:pt x="5805" y="613"/>
                    <a:pt x="5805" y="395"/>
                  </a:cubicBezTo>
                  <a:cubicBezTo>
                    <a:pt x="5805" y="176"/>
                    <a:pt x="5629" y="0"/>
                    <a:pt x="54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6"/>
            <p:cNvSpPr/>
            <p:nvPr/>
          </p:nvSpPr>
          <p:spPr>
            <a:xfrm>
              <a:off x="9324656" y="327578"/>
              <a:ext cx="351712" cy="72170"/>
            </a:xfrm>
            <a:custGeom>
              <a:avLst/>
              <a:gdLst/>
              <a:ahLst/>
              <a:cxnLst/>
              <a:rect l="l" t="t" r="r" b="b"/>
              <a:pathLst>
                <a:path w="6311" h="1295" extrusionOk="0">
                  <a:moveTo>
                    <a:pt x="5664" y="506"/>
                  </a:moveTo>
                  <a:cubicBezTo>
                    <a:pt x="5745" y="506"/>
                    <a:pt x="5809" y="570"/>
                    <a:pt x="5809" y="648"/>
                  </a:cubicBezTo>
                  <a:cubicBezTo>
                    <a:pt x="5809" y="729"/>
                    <a:pt x="5745" y="793"/>
                    <a:pt x="5664" y="793"/>
                  </a:cubicBezTo>
                  <a:lnTo>
                    <a:pt x="648" y="793"/>
                  </a:lnTo>
                  <a:cubicBezTo>
                    <a:pt x="566" y="793"/>
                    <a:pt x="502" y="729"/>
                    <a:pt x="502" y="648"/>
                  </a:cubicBezTo>
                  <a:cubicBezTo>
                    <a:pt x="502" y="570"/>
                    <a:pt x="566" y="506"/>
                    <a:pt x="648" y="506"/>
                  </a:cubicBezTo>
                  <a:close/>
                  <a:moveTo>
                    <a:pt x="648" y="1"/>
                  </a:moveTo>
                  <a:cubicBezTo>
                    <a:pt x="292" y="1"/>
                    <a:pt x="1" y="292"/>
                    <a:pt x="1" y="648"/>
                  </a:cubicBezTo>
                  <a:cubicBezTo>
                    <a:pt x="1" y="1003"/>
                    <a:pt x="292" y="1294"/>
                    <a:pt x="648" y="1294"/>
                  </a:cubicBezTo>
                  <a:lnTo>
                    <a:pt x="5664" y="1294"/>
                  </a:lnTo>
                  <a:cubicBezTo>
                    <a:pt x="6019" y="1294"/>
                    <a:pt x="6310" y="1003"/>
                    <a:pt x="6310" y="648"/>
                  </a:cubicBezTo>
                  <a:cubicBezTo>
                    <a:pt x="6310" y="292"/>
                    <a:pt x="6019" y="1"/>
                    <a:pt x="566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6"/>
            <p:cNvSpPr/>
            <p:nvPr/>
          </p:nvSpPr>
          <p:spPr>
            <a:xfrm>
              <a:off x="9338756" y="494435"/>
              <a:ext cx="323513" cy="44027"/>
            </a:xfrm>
            <a:custGeom>
              <a:avLst/>
              <a:gdLst/>
              <a:ahLst/>
              <a:cxnLst/>
              <a:rect l="l" t="t" r="r" b="b"/>
              <a:pathLst>
                <a:path w="5805" h="790" extrusionOk="0">
                  <a:moveTo>
                    <a:pt x="395" y="1"/>
                  </a:moveTo>
                  <a:cubicBezTo>
                    <a:pt x="176" y="1"/>
                    <a:pt x="1" y="177"/>
                    <a:pt x="1" y="395"/>
                  </a:cubicBezTo>
                  <a:cubicBezTo>
                    <a:pt x="1" y="613"/>
                    <a:pt x="176" y="789"/>
                    <a:pt x="395" y="789"/>
                  </a:cubicBezTo>
                  <a:lnTo>
                    <a:pt x="5411" y="789"/>
                  </a:lnTo>
                  <a:cubicBezTo>
                    <a:pt x="5629" y="789"/>
                    <a:pt x="5805" y="613"/>
                    <a:pt x="5805" y="395"/>
                  </a:cubicBezTo>
                  <a:cubicBezTo>
                    <a:pt x="5805" y="177"/>
                    <a:pt x="5629" y="1"/>
                    <a:pt x="54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6"/>
            <p:cNvSpPr/>
            <p:nvPr/>
          </p:nvSpPr>
          <p:spPr>
            <a:xfrm>
              <a:off x="9324656" y="480614"/>
              <a:ext cx="351712" cy="71892"/>
            </a:xfrm>
            <a:custGeom>
              <a:avLst/>
              <a:gdLst/>
              <a:ahLst/>
              <a:cxnLst/>
              <a:rect l="l" t="t" r="r" b="b"/>
              <a:pathLst>
                <a:path w="6311" h="1290" extrusionOk="0">
                  <a:moveTo>
                    <a:pt x="5664" y="502"/>
                  </a:moveTo>
                  <a:cubicBezTo>
                    <a:pt x="5745" y="502"/>
                    <a:pt x="5809" y="566"/>
                    <a:pt x="5809" y="643"/>
                  </a:cubicBezTo>
                  <a:cubicBezTo>
                    <a:pt x="5809" y="720"/>
                    <a:pt x="5745" y="789"/>
                    <a:pt x="5664" y="789"/>
                  </a:cubicBezTo>
                  <a:lnTo>
                    <a:pt x="648" y="789"/>
                  </a:lnTo>
                  <a:cubicBezTo>
                    <a:pt x="566" y="789"/>
                    <a:pt x="502" y="720"/>
                    <a:pt x="502" y="643"/>
                  </a:cubicBezTo>
                  <a:cubicBezTo>
                    <a:pt x="502" y="566"/>
                    <a:pt x="566" y="502"/>
                    <a:pt x="648" y="502"/>
                  </a:cubicBezTo>
                  <a:close/>
                  <a:moveTo>
                    <a:pt x="648" y="1"/>
                  </a:moveTo>
                  <a:cubicBezTo>
                    <a:pt x="292" y="1"/>
                    <a:pt x="1" y="287"/>
                    <a:pt x="1" y="643"/>
                  </a:cubicBezTo>
                  <a:cubicBezTo>
                    <a:pt x="1" y="999"/>
                    <a:pt x="292" y="1290"/>
                    <a:pt x="648" y="1290"/>
                  </a:cubicBezTo>
                  <a:lnTo>
                    <a:pt x="5664" y="1290"/>
                  </a:lnTo>
                  <a:cubicBezTo>
                    <a:pt x="6019" y="1290"/>
                    <a:pt x="6310" y="999"/>
                    <a:pt x="6310" y="643"/>
                  </a:cubicBezTo>
                  <a:cubicBezTo>
                    <a:pt x="6310" y="287"/>
                    <a:pt x="6019" y="1"/>
                    <a:pt x="566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6"/>
            <p:cNvSpPr/>
            <p:nvPr/>
          </p:nvSpPr>
          <p:spPr>
            <a:xfrm>
              <a:off x="9338756" y="647248"/>
              <a:ext cx="323513" cy="43971"/>
            </a:xfrm>
            <a:custGeom>
              <a:avLst/>
              <a:gdLst/>
              <a:ahLst/>
              <a:cxnLst/>
              <a:rect l="l" t="t" r="r" b="b"/>
              <a:pathLst>
                <a:path w="5805" h="789" extrusionOk="0">
                  <a:moveTo>
                    <a:pt x="395" y="0"/>
                  </a:moveTo>
                  <a:cubicBezTo>
                    <a:pt x="176" y="0"/>
                    <a:pt x="1" y="176"/>
                    <a:pt x="1" y="394"/>
                  </a:cubicBezTo>
                  <a:cubicBezTo>
                    <a:pt x="1" y="613"/>
                    <a:pt x="176" y="789"/>
                    <a:pt x="395" y="789"/>
                  </a:cubicBezTo>
                  <a:lnTo>
                    <a:pt x="5411" y="789"/>
                  </a:lnTo>
                  <a:cubicBezTo>
                    <a:pt x="5629" y="789"/>
                    <a:pt x="5805" y="613"/>
                    <a:pt x="5805" y="394"/>
                  </a:cubicBezTo>
                  <a:cubicBezTo>
                    <a:pt x="5805" y="176"/>
                    <a:pt x="5629" y="0"/>
                    <a:pt x="54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9324656" y="633148"/>
              <a:ext cx="351712" cy="72170"/>
            </a:xfrm>
            <a:custGeom>
              <a:avLst/>
              <a:gdLst/>
              <a:ahLst/>
              <a:cxnLst/>
              <a:rect l="l" t="t" r="r" b="b"/>
              <a:pathLst>
                <a:path w="6311" h="1295" extrusionOk="0">
                  <a:moveTo>
                    <a:pt x="5664" y="502"/>
                  </a:moveTo>
                  <a:cubicBezTo>
                    <a:pt x="5745" y="502"/>
                    <a:pt x="5809" y="566"/>
                    <a:pt x="5809" y="647"/>
                  </a:cubicBezTo>
                  <a:cubicBezTo>
                    <a:pt x="5809" y="725"/>
                    <a:pt x="5745" y="789"/>
                    <a:pt x="5664" y="789"/>
                  </a:cubicBezTo>
                  <a:lnTo>
                    <a:pt x="648" y="789"/>
                  </a:lnTo>
                  <a:cubicBezTo>
                    <a:pt x="566" y="789"/>
                    <a:pt x="502" y="725"/>
                    <a:pt x="502" y="647"/>
                  </a:cubicBezTo>
                  <a:cubicBezTo>
                    <a:pt x="502" y="566"/>
                    <a:pt x="566" y="502"/>
                    <a:pt x="648" y="502"/>
                  </a:cubicBezTo>
                  <a:close/>
                  <a:moveTo>
                    <a:pt x="648" y="1"/>
                  </a:moveTo>
                  <a:cubicBezTo>
                    <a:pt x="292" y="1"/>
                    <a:pt x="1" y="292"/>
                    <a:pt x="1" y="647"/>
                  </a:cubicBezTo>
                  <a:cubicBezTo>
                    <a:pt x="1" y="1003"/>
                    <a:pt x="292" y="1294"/>
                    <a:pt x="648" y="1294"/>
                  </a:cubicBezTo>
                  <a:lnTo>
                    <a:pt x="5664" y="1294"/>
                  </a:lnTo>
                  <a:cubicBezTo>
                    <a:pt x="6019" y="1294"/>
                    <a:pt x="6310" y="1003"/>
                    <a:pt x="6310" y="647"/>
                  </a:cubicBezTo>
                  <a:cubicBezTo>
                    <a:pt x="6310" y="292"/>
                    <a:pt x="6019" y="1"/>
                    <a:pt x="566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6"/>
            <p:cNvSpPr/>
            <p:nvPr/>
          </p:nvSpPr>
          <p:spPr>
            <a:xfrm>
              <a:off x="9338756" y="800005"/>
              <a:ext cx="323513" cy="43971"/>
            </a:xfrm>
            <a:custGeom>
              <a:avLst/>
              <a:gdLst/>
              <a:ahLst/>
              <a:cxnLst/>
              <a:rect l="l" t="t" r="r" b="b"/>
              <a:pathLst>
                <a:path w="5805" h="789" extrusionOk="0">
                  <a:moveTo>
                    <a:pt x="395" y="1"/>
                  </a:moveTo>
                  <a:cubicBezTo>
                    <a:pt x="176" y="1"/>
                    <a:pt x="1" y="176"/>
                    <a:pt x="1" y="395"/>
                  </a:cubicBezTo>
                  <a:cubicBezTo>
                    <a:pt x="1" y="613"/>
                    <a:pt x="176" y="789"/>
                    <a:pt x="395" y="789"/>
                  </a:cubicBezTo>
                  <a:lnTo>
                    <a:pt x="5411" y="789"/>
                  </a:lnTo>
                  <a:cubicBezTo>
                    <a:pt x="5629" y="789"/>
                    <a:pt x="5805" y="613"/>
                    <a:pt x="5805" y="395"/>
                  </a:cubicBezTo>
                  <a:cubicBezTo>
                    <a:pt x="5805" y="176"/>
                    <a:pt x="5629" y="1"/>
                    <a:pt x="54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6"/>
            <p:cNvSpPr/>
            <p:nvPr/>
          </p:nvSpPr>
          <p:spPr>
            <a:xfrm>
              <a:off x="9324656" y="785961"/>
              <a:ext cx="351712" cy="71892"/>
            </a:xfrm>
            <a:custGeom>
              <a:avLst/>
              <a:gdLst/>
              <a:ahLst/>
              <a:cxnLst/>
              <a:rect l="l" t="t" r="r" b="b"/>
              <a:pathLst>
                <a:path w="6311" h="1290" extrusionOk="0">
                  <a:moveTo>
                    <a:pt x="5664" y="501"/>
                  </a:moveTo>
                  <a:cubicBezTo>
                    <a:pt x="5745" y="501"/>
                    <a:pt x="5809" y="566"/>
                    <a:pt x="5809" y="647"/>
                  </a:cubicBezTo>
                  <a:cubicBezTo>
                    <a:pt x="5809" y="724"/>
                    <a:pt x="5745" y="788"/>
                    <a:pt x="5664" y="788"/>
                  </a:cubicBezTo>
                  <a:lnTo>
                    <a:pt x="648" y="788"/>
                  </a:lnTo>
                  <a:cubicBezTo>
                    <a:pt x="566" y="788"/>
                    <a:pt x="502" y="724"/>
                    <a:pt x="502" y="647"/>
                  </a:cubicBezTo>
                  <a:cubicBezTo>
                    <a:pt x="502" y="566"/>
                    <a:pt x="566" y="501"/>
                    <a:pt x="648" y="501"/>
                  </a:cubicBezTo>
                  <a:close/>
                  <a:moveTo>
                    <a:pt x="648" y="0"/>
                  </a:moveTo>
                  <a:cubicBezTo>
                    <a:pt x="292" y="0"/>
                    <a:pt x="1" y="291"/>
                    <a:pt x="1" y="647"/>
                  </a:cubicBezTo>
                  <a:cubicBezTo>
                    <a:pt x="1" y="1002"/>
                    <a:pt x="292" y="1289"/>
                    <a:pt x="648" y="1289"/>
                  </a:cubicBezTo>
                  <a:lnTo>
                    <a:pt x="5664" y="1289"/>
                  </a:lnTo>
                  <a:cubicBezTo>
                    <a:pt x="6019" y="1289"/>
                    <a:pt x="6310" y="1002"/>
                    <a:pt x="6310" y="647"/>
                  </a:cubicBezTo>
                  <a:cubicBezTo>
                    <a:pt x="6310" y="291"/>
                    <a:pt x="6019" y="0"/>
                    <a:pt x="56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6"/>
            <p:cNvSpPr/>
            <p:nvPr/>
          </p:nvSpPr>
          <p:spPr>
            <a:xfrm>
              <a:off x="8516847" y="215393"/>
              <a:ext cx="761105" cy="760882"/>
            </a:xfrm>
            <a:custGeom>
              <a:avLst/>
              <a:gdLst/>
              <a:ahLst/>
              <a:cxnLst/>
              <a:rect l="l" t="t" r="r" b="b"/>
              <a:pathLst>
                <a:path w="13657" h="13653" extrusionOk="0">
                  <a:moveTo>
                    <a:pt x="12080" y="283"/>
                  </a:moveTo>
                  <a:cubicBezTo>
                    <a:pt x="12791" y="283"/>
                    <a:pt x="13369" y="866"/>
                    <a:pt x="13369" y="1577"/>
                  </a:cubicBezTo>
                  <a:lnTo>
                    <a:pt x="13369" y="12071"/>
                  </a:lnTo>
                  <a:cubicBezTo>
                    <a:pt x="13369" y="12787"/>
                    <a:pt x="12791" y="13365"/>
                    <a:pt x="12080" y="13365"/>
                  </a:cubicBezTo>
                  <a:lnTo>
                    <a:pt x="1577" y="13365"/>
                  </a:lnTo>
                  <a:cubicBezTo>
                    <a:pt x="866" y="13365"/>
                    <a:pt x="287" y="12787"/>
                    <a:pt x="287" y="12071"/>
                  </a:cubicBezTo>
                  <a:lnTo>
                    <a:pt x="287" y="1577"/>
                  </a:lnTo>
                  <a:cubicBezTo>
                    <a:pt x="287" y="866"/>
                    <a:pt x="866" y="283"/>
                    <a:pt x="1577" y="283"/>
                  </a:cubicBezTo>
                  <a:close/>
                  <a:moveTo>
                    <a:pt x="1577" y="1"/>
                  </a:moveTo>
                  <a:cubicBezTo>
                    <a:pt x="707" y="1"/>
                    <a:pt x="0" y="707"/>
                    <a:pt x="0" y="1577"/>
                  </a:cubicBezTo>
                  <a:lnTo>
                    <a:pt x="0" y="12071"/>
                  </a:lnTo>
                  <a:cubicBezTo>
                    <a:pt x="0" y="12941"/>
                    <a:pt x="707" y="13652"/>
                    <a:pt x="1577" y="13652"/>
                  </a:cubicBezTo>
                  <a:lnTo>
                    <a:pt x="12080" y="13652"/>
                  </a:lnTo>
                  <a:cubicBezTo>
                    <a:pt x="12949" y="13652"/>
                    <a:pt x="13656" y="12941"/>
                    <a:pt x="13656" y="12071"/>
                  </a:cubicBezTo>
                  <a:lnTo>
                    <a:pt x="13656" y="1577"/>
                  </a:lnTo>
                  <a:cubicBezTo>
                    <a:pt x="13656" y="707"/>
                    <a:pt x="12949" y="1"/>
                    <a:pt x="120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6"/>
            <p:cNvSpPr/>
            <p:nvPr/>
          </p:nvSpPr>
          <p:spPr>
            <a:xfrm>
              <a:off x="8524927" y="299880"/>
              <a:ext cx="744887" cy="17499"/>
            </a:xfrm>
            <a:custGeom>
              <a:avLst/>
              <a:gdLst/>
              <a:ahLst/>
              <a:cxnLst/>
              <a:rect l="l" t="t" r="r" b="b"/>
              <a:pathLst>
                <a:path w="13366" h="314" extrusionOk="0">
                  <a:moveTo>
                    <a:pt x="1" y="1"/>
                  </a:moveTo>
                  <a:lnTo>
                    <a:pt x="1" y="314"/>
                  </a:lnTo>
                  <a:lnTo>
                    <a:pt x="13366" y="314"/>
                  </a:lnTo>
                  <a:lnTo>
                    <a:pt x="1336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6"/>
            <p:cNvSpPr/>
            <p:nvPr/>
          </p:nvSpPr>
          <p:spPr>
            <a:xfrm>
              <a:off x="8524927" y="415688"/>
              <a:ext cx="744887" cy="17499"/>
            </a:xfrm>
            <a:custGeom>
              <a:avLst/>
              <a:gdLst/>
              <a:ahLst/>
              <a:cxnLst/>
              <a:rect l="l" t="t" r="r" b="b"/>
              <a:pathLst>
                <a:path w="13366" h="314" extrusionOk="0">
                  <a:moveTo>
                    <a:pt x="1" y="0"/>
                  </a:moveTo>
                  <a:lnTo>
                    <a:pt x="1" y="313"/>
                  </a:lnTo>
                  <a:lnTo>
                    <a:pt x="13366" y="313"/>
                  </a:lnTo>
                  <a:lnTo>
                    <a:pt x="133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6"/>
            <p:cNvSpPr/>
            <p:nvPr/>
          </p:nvSpPr>
          <p:spPr>
            <a:xfrm>
              <a:off x="8524927" y="531440"/>
              <a:ext cx="744887" cy="17276"/>
            </a:xfrm>
            <a:custGeom>
              <a:avLst/>
              <a:gdLst/>
              <a:ahLst/>
              <a:cxnLst/>
              <a:rect l="l" t="t" r="r" b="b"/>
              <a:pathLst>
                <a:path w="13366" h="310" extrusionOk="0">
                  <a:moveTo>
                    <a:pt x="1" y="1"/>
                  </a:moveTo>
                  <a:lnTo>
                    <a:pt x="1" y="309"/>
                  </a:lnTo>
                  <a:lnTo>
                    <a:pt x="13366" y="309"/>
                  </a:lnTo>
                  <a:lnTo>
                    <a:pt x="1336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6"/>
            <p:cNvSpPr/>
            <p:nvPr/>
          </p:nvSpPr>
          <p:spPr>
            <a:xfrm>
              <a:off x="8524927" y="647025"/>
              <a:ext cx="744887" cy="17443"/>
            </a:xfrm>
            <a:custGeom>
              <a:avLst/>
              <a:gdLst/>
              <a:ahLst/>
              <a:cxnLst/>
              <a:rect l="l" t="t" r="r" b="b"/>
              <a:pathLst>
                <a:path w="13366" h="313" extrusionOk="0">
                  <a:moveTo>
                    <a:pt x="1" y="0"/>
                  </a:moveTo>
                  <a:lnTo>
                    <a:pt x="1" y="313"/>
                  </a:lnTo>
                  <a:lnTo>
                    <a:pt x="13366" y="313"/>
                  </a:lnTo>
                  <a:lnTo>
                    <a:pt x="133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6"/>
            <p:cNvSpPr/>
            <p:nvPr/>
          </p:nvSpPr>
          <p:spPr>
            <a:xfrm>
              <a:off x="8524927" y="762777"/>
              <a:ext cx="744887" cy="17276"/>
            </a:xfrm>
            <a:custGeom>
              <a:avLst/>
              <a:gdLst/>
              <a:ahLst/>
              <a:cxnLst/>
              <a:rect l="l" t="t" r="r" b="b"/>
              <a:pathLst>
                <a:path w="13366" h="310" extrusionOk="0">
                  <a:moveTo>
                    <a:pt x="1" y="1"/>
                  </a:moveTo>
                  <a:lnTo>
                    <a:pt x="1" y="309"/>
                  </a:lnTo>
                  <a:lnTo>
                    <a:pt x="13366" y="309"/>
                  </a:lnTo>
                  <a:lnTo>
                    <a:pt x="1336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6"/>
            <p:cNvSpPr/>
            <p:nvPr/>
          </p:nvSpPr>
          <p:spPr>
            <a:xfrm>
              <a:off x="8524927" y="878585"/>
              <a:ext cx="744887" cy="17221"/>
            </a:xfrm>
            <a:custGeom>
              <a:avLst/>
              <a:gdLst/>
              <a:ahLst/>
              <a:cxnLst/>
              <a:rect l="l" t="t" r="r" b="b"/>
              <a:pathLst>
                <a:path w="13366" h="309" extrusionOk="0">
                  <a:moveTo>
                    <a:pt x="1" y="0"/>
                  </a:moveTo>
                  <a:lnTo>
                    <a:pt x="1" y="309"/>
                  </a:lnTo>
                  <a:lnTo>
                    <a:pt x="13366" y="309"/>
                  </a:lnTo>
                  <a:lnTo>
                    <a:pt x="133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6"/>
            <p:cNvSpPr/>
            <p:nvPr/>
          </p:nvSpPr>
          <p:spPr>
            <a:xfrm>
              <a:off x="8599439" y="231387"/>
              <a:ext cx="17499" cy="744887"/>
            </a:xfrm>
            <a:custGeom>
              <a:avLst/>
              <a:gdLst/>
              <a:ahLst/>
              <a:cxnLst/>
              <a:rect l="l" t="t" r="r" b="b"/>
              <a:pathLst>
                <a:path w="314" h="13366" extrusionOk="0">
                  <a:moveTo>
                    <a:pt x="0" y="1"/>
                  </a:moveTo>
                  <a:lnTo>
                    <a:pt x="0" y="13365"/>
                  </a:lnTo>
                  <a:lnTo>
                    <a:pt x="313" y="13365"/>
                  </a:lnTo>
                  <a:lnTo>
                    <a:pt x="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6"/>
            <p:cNvSpPr/>
            <p:nvPr/>
          </p:nvSpPr>
          <p:spPr>
            <a:xfrm>
              <a:off x="8715190" y="231387"/>
              <a:ext cx="17499" cy="744887"/>
            </a:xfrm>
            <a:custGeom>
              <a:avLst/>
              <a:gdLst/>
              <a:ahLst/>
              <a:cxnLst/>
              <a:rect l="l" t="t" r="r" b="b"/>
              <a:pathLst>
                <a:path w="314" h="13366" extrusionOk="0">
                  <a:moveTo>
                    <a:pt x="1" y="1"/>
                  </a:moveTo>
                  <a:lnTo>
                    <a:pt x="1" y="13365"/>
                  </a:lnTo>
                  <a:lnTo>
                    <a:pt x="314" y="13365"/>
                  </a:lnTo>
                  <a:lnTo>
                    <a:pt x="31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6"/>
            <p:cNvSpPr/>
            <p:nvPr/>
          </p:nvSpPr>
          <p:spPr>
            <a:xfrm>
              <a:off x="8830998" y="231387"/>
              <a:ext cx="17221" cy="744887"/>
            </a:xfrm>
            <a:custGeom>
              <a:avLst/>
              <a:gdLst/>
              <a:ahLst/>
              <a:cxnLst/>
              <a:rect l="l" t="t" r="r" b="b"/>
              <a:pathLst>
                <a:path w="309" h="13366" extrusionOk="0">
                  <a:moveTo>
                    <a:pt x="0" y="1"/>
                  </a:moveTo>
                  <a:lnTo>
                    <a:pt x="0" y="13365"/>
                  </a:lnTo>
                  <a:lnTo>
                    <a:pt x="309" y="13365"/>
                  </a:lnTo>
                  <a:lnTo>
                    <a:pt x="30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6"/>
            <p:cNvSpPr/>
            <p:nvPr/>
          </p:nvSpPr>
          <p:spPr>
            <a:xfrm>
              <a:off x="8946527" y="231387"/>
              <a:ext cx="17499" cy="744887"/>
            </a:xfrm>
            <a:custGeom>
              <a:avLst/>
              <a:gdLst/>
              <a:ahLst/>
              <a:cxnLst/>
              <a:rect l="l" t="t" r="r" b="b"/>
              <a:pathLst>
                <a:path w="314" h="13366" extrusionOk="0">
                  <a:moveTo>
                    <a:pt x="1" y="1"/>
                  </a:moveTo>
                  <a:lnTo>
                    <a:pt x="1" y="13365"/>
                  </a:lnTo>
                  <a:lnTo>
                    <a:pt x="313" y="13365"/>
                  </a:lnTo>
                  <a:lnTo>
                    <a:pt x="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6"/>
            <p:cNvSpPr/>
            <p:nvPr/>
          </p:nvSpPr>
          <p:spPr>
            <a:xfrm>
              <a:off x="9062334" y="231387"/>
              <a:ext cx="17443" cy="744887"/>
            </a:xfrm>
            <a:custGeom>
              <a:avLst/>
              <a:gdLst/>
              <a:ahLst/>
              <a:cxnLst/>
              <a:rect l="l" t="t" r="r" b="b"/>
              <a:pathLst>
                <a:path w="313" h="13366" extrusionOk="0">
                  <a:moveTo>
                    <a:pt x="0" y="1"/>
                  </a:moveTo>
                  <a:lnTo>
                    <a:pt x="0" y="13365"/>
                  </a:lnTo>
                  <a:lnTo>
                    <a:pt x="313" y="13365"/>
                  </a:lnTo>
                  <a:lnTo>
                    <a:pt x="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6"/>
            <p:cNvSpPr/>
            <p:nvPr/>
          </p:nvSpPr>
          <p:spPr>
            <a:xfrm>
              <a:off x="9178086" y="231387"/>
              <a:ext cx="17276" cy="744887"/>
            </a:xfrm>
            <a:custGeom>
              <a:avLst/>
              <a:gdLst/>
              <a:ahLst/>
              <a:cxnLst/>
              <a:rect l="l" t="t" r="r" b="b"/>
              <a:pathLst>
                <a:path w="310" h="13366" extrusionOk="0">
                  <a:moveTo>
                    <a:pt x="1" y="1"/>
                  </a:moveTo>
                  <a:lnTo>
                    <a:pt x="1" y="13365"/>
                  </a:lnTo>
                  <a:lnTo>
                    <a:pt x="309" y="13365"/>
                  </a:lnTo>
                  <a:lnTo>
                    <a:pt x="30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8" name="Google Shape;198;p6"/>
          <p:cNvGrpSpPr/>
          <p:nvPr/>
        </p:nvGrpSpPr>
        <p:grpSpPr>
          <a:xfrm flipH="1">
            <a:off x="-332582" y="444908"/>
            <a:ext cx="1045599" cy="711670"/>
            <a:chOff x="6864100" y="3366850"/>
            <a:chExt cx="195450" cy="133025"/>
          </a:xfrm>
        </p:grpSpPr>
        <p:sp>
          <p:nvSpPr>
            <p:cNvPr id="199" name="Google Shape;199;p6"/>
            <p:cNvSpPr/>
            <p:nvPr/>
          </p:nvSpPr>
          <p:spPr>
            <a:xfrm>
              <a:off x="6887975" y="3366850"/>
              <a:ext cx="23800" cy="125325"/>
            </a:xfrm>
            <a:custGeom>
              <a:avLst/>
              <a:gdLst/>
              <a:ahLst/>
              <a:cxnLst/>
              <a:rect l="l" t="t" r="r" b="b"/>
              <a:pathLst>
                <a:path w="952" h="5013" extrusionOk="0">
                  <a:moveTo>
                    <a:pt x="0" y="1"/>
                  </a:moveTo>
                  <a:lnTo>
                    <a:pt x="0" y="5012"/>
                  </a:lnTo>
                  <a:lnTo>
                    <a:pt x="951" y="5012"/>
                  </a:lnTo>
                  <a:lnTo>
                    <a:pt x="95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6"/>
            <p:cNvSpPr/>
            <p:nvPr/>
          </p:nvSpPr>
          <p:spPr>
            <a:xfrm>
              <a:off x="6887975" y="3380975"/>
              <a:ext cx="23800" cy="8600"/>
            </a:xfrm>
            <a:custGeom>
              <a:avLst/>
              <a:gdLst/>
              <a:ahLst/>
              <a:cxnLst/>
              <a:rect l="l" t="t" r="r" b="b"/>
              <a:pathLst>
                <a:path w="952" h="344" extrusionOk="0">
                  <a:moveTo>
                    <a:pt x="0" y="1"/>
                  </a:moveTo>
                  <a:lnTo>
                    <a:pt x="0" y="344"/>
                  </a:lnTo>
                  <a:lnTo>
                    <a:pt x="951" y="344"/>
                  </a:lnTo>
                  <a:lnTo>
                    <a:pt x="95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6"/>
            <p:cNvSpPr/>
            <p:nvPr/>
          </p:nvSpPr>
          <p:spPr>
            <a:xfrm>
              <a:off x="6887975" y="3472000"/>
              <a:ext cx="23800" cy="8600"/>
            </a:xfrm>
            <a:custGeom>
              <a:avLst/>
              <a:gdLst/>
              <a:ahLst/>
              <a:cxnLst/>
              <a:rect l="l" t="t" r="r" b="b"/>
              <a:pathLst>
                <a:path w="952" h="344" extrusionOk="0">
                  <a:moveTo>
                    <a:pt x="0" y="1"/>
                  </a:moveTo>
                  <a:lnTo>
                    <a:pt x="0" y="344"/>
                  </a:lnTo>
                  <a:lnTo>
                    <a:pt x="951" y="344"/>
                  </a:lnTo>
                  <a:lnTo>
                    <a:pt x="95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6"/>
            <p:cNvSpPr/>
            <p:nvPr/>
          </p:nvSpPr>
          <p:spPr>
            <a:xfrm>
              <a:off x="6911750" y="3366850"/>
              <a:ext cx="23900" cy="125325"/>
            </a:xfrm>
            <a:custGeom>
              <a:avLst/>
              <a:gdLst/>
              <a:ahLst/>
              <a:cxnLst/>
              <a:rect l="l" t="t" r="r" b="b"/>
              <a:pathLst>
                <a:path w="956" h="5013" extrusionOk="0">
                  <a:moveTo>
                    <a:pt x="0" y="1"/>
                  </a:moveTo>
                  <a:lnTo>
                    <a:pt x="0" y="5012"/>
                  </a:lnTo>
                  <a:lnTo>
                    <a:pt x="956" y="5012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6"/>
            <p:cNvSpPr/>
            <p:nvPr/>
          </p:nvSpPr>
          <p:spPr>
            <a:xfrm>
              <a:off x="6911750" y="3380975"/>
              <a:ext cx="23900" cy="8600"/>
            </a:xfrm>
            <a:custGeom>
              <a:avLst/>
              <a:gdLst/>
              <a:ahLst/>
              <a:cxnLst/>
              <a:rect l="l" t="t" r="r" b="b"/>
              <a:pathLst>
                <a:path w="956" h="344" extrusionOk="0">
                  <a:moveTo>
                    <a:pt x="0" y="1"/>
                  </a:moveTo>
                  <a:lnTo>
                    <a:pt x="0" y="344"/>
                  </a:lnTo>
                  <a:lnTo>
                    <a:pt x="956" y="344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6"/>
            <p:cNvSpPr/>
            <p:nvPr/>
          </p:nvSpPr>
          <p:spPr>
            <a:xfrm>
              <a:off x="6911750" y="3472000"/>
              <a:ext cx="23900" cy="8600"/>
            </a:xfrm>
            <a:custGeom>
              <a:avLst/>
              <a:gdLst/>
              <a:ahLst/>
              <a:cxnLst/>
              <a:rect l="l" t="t" r="r" b="b"/>
              <a:pathLst>
                <a:path w="956" h="344" extrusionOk="0">
                  <a:moveTo>
                    <a:pt x="0" y="1"/>
                  </a:moveTo>
                  <a:lnTo>
                    <a:pt x="0" y="344"/>
                  </a:lnTo>
                  <a:lnTo>
                    <a:pt x="956" y="344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6"/>
            <p:cNvSpPr/>
            <p:nvPr/>
          </p:nvSpPr>
          <p:spPr>
            <a:xfrm>
              <a:off x="6935625" y="3366850"/>
              <a:ext cx="23800" cy="125325"/>
            </a:xfrm>
            <a:custGeom>
              <a:avLst/>
              <a:gdLst/>
              <a:ahLst/>
              <a:cxnLst/>
              <a:rect l="l" t="t" r="r" b="b"/>
              <a:pathLst>
                <a:path w="952" h="5013" extrusionOk="0">
                  <a:moveTo>
                    <a:pt x="1" y="1"/>
                  </a:moveTo>
                  <a:lnTo>
                    <a:pt x="1" y="5012"/>
                  </a:lnTo>
                  <a:lnTo>
                    <a:pt x="951" y="5012"/>
                  </a:lnTo>
                  <a:lnTo>
                    <a:pt x="9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6"/>
            <p:cNvSpPr/>
            <p:nvPr/>
          </p:nvSpPr>
          <p:spPr>
            <a:xfrm>
              <a:off x="6935625" y="3380975"/>
              <a:ext cx="23800" cy="8600"/>
            </a:xfrm>
            <a:custGeom>
              <a:avLst/>
              <a:gdLst/>
              <a:ahLst/>
              <a:cxnLst/>
              <a:rect l="l" t="t" r="r" b="b"/>
              <a:pathLst>
                <a:path w="952" h="344" extrusionOk="0">
                  <a:moveTo>
                    <a:pt x="1" y="1"/>
                  </a:moveTo>
                  <a:lnTo>
                    <a:pt x="1" y="344"/>
                  </a:lnTo>
                  <a:lnTo>
                    <a:pt x="951" y="344"/>
                  </a:lnTo>
                  <a:lnTo>
                    <a:pt x="95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6"/>
            <p:cNvSpPr/>
            <p:nvPr/>
          </p:nvSpPr>
          <p:spPr>
            <a:xfrm>
              <a:off x="6935625" y="3472000"/>
              <a:ext cx="23800" cy="8600"/>
            </a:xfrm>
            <a:custGeom>
              <a:avLst/>
              <a:gdLst/>
              <a:ahLst/>
              <a:cxnLst/>
              <a:rect l="l" t="t" r="r" b="b"/>
              <a:pathLst>
                <a:path w="952" h="344" extrusionOk="0">
                  <a:moveTo>
                    <a:pt x="1" y="1"/>
                  </a:moveTo>
                  <a:lnTo>
                    <a:pt x="1" y="344"/>
                  </a:lnTo>
                  <a:lnTo>
                    <a:pt x="951" y="344"/>
                  </a:lnTo>
                  <a:lnTo>
                    <a:pt x="95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6"/>
            <p:cNvSpPr/>
            <p:nvPr/>
          </p:nvSpPr>
          <p:spPr>
            <a:xfrm>
              <a:off x="6959400" y="3372300"/>
              <a:ext cx="83650" cy="120300"/>
            </a:xfrm>
            <a:custGeom>
              <a:avLst/>
              <a:gdLst/>
              <a:ahLst/>
              <a:cxnLst/>
              <a:rect l="l" t="t" r="r" b="b"/>
              <a:pathLst>
                <a:path w="3346" h="4812" extrusionOk="0">
                  <a:moveTo>
                    <a:pt x="827" y="1"/>
                  </a:moveTo>
                  <a:lnTo>
                    <a:pt x="0" y="481"/>
                  </a:lnTo>
                  <a:lnTo>
                    <a:pt x="2519" y="4811"/>
                  </a:lnTo>
                  <a:lnTo>
                    <a:pt x="3346" y="4332"/>
                  </a:lnTo>
                  <a:lnTo>
                    <a:pt x="82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6"/>
            <p:cNvSpPr/>
            <p:nvPr/>
          </p:nvSpPr>
          <p:spPr>
            <a:xfrm>
              <a:off x="6966575" y="3384525"/>
              <a:ext cx="24875" cy="19400"/>
            </a:xfrm>
            <a:custGeom>
              <a:avLst/>
              <a:gdLst/>
              <a:ahLst/>
              <a:cxnLst/>
              <a:rect l="l" t="t" r="r" b="b"/>
              <a:pathLst>
                <a:path w="995" h="776" extrusionOk="0">
                  <a:moveTo>
                    <a:pt x="823" y="0"/>
                  </a:moveTo>
                  <a:lnTo>
                    <a:pt x="0" y="480"/>
                  </a:lnTo>
                  <a:lnTo>
                    <a:pt x="172" y="776"/>
                  </a:lnTo>
                  <a:lnTo>
                    <a:pt x="994" y="296"/>
                  </a:lnTo>
                  <a:lnTo>
                    <a:pt x="82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6"/>
            <p:cNvSpPr/>
            <p:nvPr/>
          </p:nvSpPr>
          <p:spPr>
            <a:xfrm>
              <a:off x="7012300" y="3463225"/>
              <a:ext cx="24975" cy="19400"/>
            </a:xfrm>
            <a:custGeom>
              <a:avLst/>
              <a:gdLst/>
              <a:ahLst/>
              <a:cxnLst/>
              <a:rect l="l" t="t" r="r" b="b"/>
              <a:pathLst>
                <a:path w="999" h="776" extrusionOk="0">
                  <a:moveTo>
                    <a:pt x="823" y="1"/>
                  </a:moveTo>
                  <a:lnTo>
                    <a:pt x="1" y="480"/>
                  </a:lnTo>
                  <a:lnTo>
                    <a:pt x="172" y="776"/>
                  </a:lnTo>
                  <a:lnTo>
                    <a:pt x="999" y="296"/>
                  </a:lnTo>
                  <a:lnTo>
                    <a:pt x="82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6"/>
            <p:cNvSpPr/>
            <p:nvPr/>
          </p:nvSpPr>
          <p:spPr>
            <a:xfrm>
              <a:off x="6864100" y="3492150"/>
              <a:ext cx="195450" cy="7725"/>
            </a:xfrm>
            <a:custGeom>
              <a:avLst/>
              <a:gdLst/>
              <a:ahLst/>
              <a:cxnLst/>
              <a:rect l="l" t="t" r="r" b="b"/>
              <a:pathLst>
                <a:path w="7818" h="309" extrusionOk="0">
                  <a:moveTo>
                    <a:pt x="0" y="0"/>
                  </a:moveTo>
                  <a:lnTo>
                    <a:pt x="0" y="309"/>
                  </a:lnTo>
                  <a:lnTo>
                    <a:pt x="7818" y="309"/>
                  </a:lnTo>
                  <a:lnTo>
                    <a:pt x="781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2" name="Google Shape;212;p6"/>
          <p:cNvGrpSpPr/>
          <p:nvPr/>
        </p:nvGrpSpPr>
        <p:grpSpPr>
          <a:xfrm>
            <a:off x="-122177" y="2467013"/>
            <a:ext cx="624807" cy="2119532"/>
            <a:chOff x="5340598" y="2467013"/>
            <a:chExt cx="624807" cy="2119532"/>
          </a:xfrm>
        </p:grpSpPr>
        <p:sp>
          <p:nvSpPr>
            <p:cNvPr id="213" name="Google Shape;213;p6"/>
            <p:cNvSpPr/>
            <p:nvPr/>
          </p:nvSpPr>
          <p:spPr>
            <a:xfrm>
              <a:off x="5825273" y="2794751"/>
              <a:ext cx="7423" cy="426353"/>
            </a:xfrm>
            <a:custGeom>
              <a:avLst/>
              <a:gdLst/>
              <a:ahLst/>
              <a:cxnLst/>
              <a:rect l="l" t="t" r="r" b="b"/>
              <a:pathLst>
                <a:path w="91" h="5227" extrusionOk="0">
                  <a:moveTo>
                    <a:pt x="0" y="0"/>
                  </a:moveTo>
                  <a:lnTo>
                    <a:pt x="0" y="5226"/>
                  </a:lnTo>
                  <a:lnTo>
                    <a:pt x="90" y="5226"/>
                  </a:lnTo>
                  <a:lnTo>
                    <a:pt x="9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6"/>
            <p:cNvSpPr/>
            <p:nvPr/>
          </p:nvSpPr>
          <p:spPr>
            <a:xfrm>
              <a:off x="5633752" y="2622154"/>
              <a:ext cx="37847" cy="1964390"/>
            </a:xfrm>
            <a:custGeom>
              <a:avLst/>
              <a:gdLst/>
              <a:ahLst/>
              <a:cxnLst/>
              <a:rect l="l" t="t" r="r" b="b"/>
              <a:pathLst>
                <a:path w="464" h="24083" extrusionOk="0">
                  <a:moveTo>
                    <a:pt x="1" y="0"/>
                  </a:moveTo>
                  <a:lnTo>
                    <a:pt x="1" y="24082"/>
                  </a:lnTo>
                  <a:lnTo>
                    <a:pt x="463" y="24082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6"/>
            <p:cNvSpPr/>
            <p:nvPr/>
          </p:nvSpPr>
          <p:spPr>
            <a:xfrm>
              <a:off x="5340598" y="2467747"/>
              <a:ext cx="624807" cy="452129"/>
            </a:xfrm>
            <a:custGeom>
              <a:avLst/>
              <a:gdLst/>
              <a:ahLst/>
              <a:cxnLst/>
              <a:rect l="l" t="t" r="r" b="b"/>
              <a:pathLst>
                <a:path w="7660" h="5543" extrusionOk="0">
                  <a:moveTo>
                    <a:pt x="1474" y="0"/>
                  </a:moveTo>
                  <a:lnTo>
                    <a:pt x="1" y="5543"/>
                  </a:lnTo>
                  <a:lnTo>
                    <a:pt x="7660" y="5543"/>
                  </a:lnTo>
                  <a:lnTo>
                    <a:pt x="618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6"/>
            <p:cNvSpPr/>
            <p:nvPr/>
          </p:nvSpPr>
          <p:spPr>
            <a:xfrm>
              <a:off x="5457648" y="4547637"/>
              <a:ext cx="390382" cy="38908"/>
            </a:xfrm>
            <a:custGeom>
              <a:avLst/>
              <a:gdLst/>
              <a:ahLst/>
              <a:cxnLst/>
              <a:rect l="l" t="t" r="r" b="b"/>
              <a:pathLst>
                <a:path w="4786" h="477" extrusionOk="0">
                  <a:moveTo>
                    <a:pt x="472" y="1"/>
                  </a:moveTo>
                  <a:cubicBezTo>
                    <a:pt x="211" y="1"/>
                    <a:pt x="1" y="215"/>
                    <a:pt x="1" y="476"/>
                  </a:cubicBezTo>
                  <a:lnTo>
                    <a:pt x="4785" y="476"/>
                  </a:lnTo>
                  <a:cubicBezTo>
                    <a:pt x="4785" y="215"/>
                    <a:pt x="4576" y="1"/>
                    <a:pt x="43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6"/>
            <p:cNvSpPr/>
            <p:nvPr/>
          </p:nvSpPr>
          <p:spPr>
            <a:xfrm>
              <a:off x="5818584" y="3212622"/>
              <a:ext cx="22431" cy="92661"/>
            </a:xfrm>
            <a:custGeom>
              <a:avLst/>
              <a:gdLst/>
              <a:ahLst/>
              <a:cxnLst/>
              <a:rect l="l" t="t" r="r" b="b"/>
              <a:pathLst>
                <a:path w="275" h="1136" extrusionOk="0">
                  <a:moveTo>
                    <a:pt x="138" y="1"/>
                  </a:moveTo>
                  <a:cubicBezTo>
                    <a:pt x="61" y="1"/>
                    <a:pt x="1" y="61"/>
                    <a:pt x="1" y="138"/>
                  </a:cubicBezTo>
                  <a:lnTo>
                    <a:pt x="1" y="999"/>
                  </a:lnTo>
                  <a:cubicBezTo>
                    <a:pt x="1" y="1076"/>
                    <a:pt x="61" y="1136"/>
                    <a:pt x="138" y="1136"/>
                  </a:cubicBezTo>
                  <a:cubicBezTo>
                    <a:pt x="211" y="1136"/>
                    <a:pt x="275" y="1076"/>
                    <a:pt x="275" y="999"/>
                  </a:cubicBezTo>
                  <a:lnTo>
                    <a:pt x="275" y="138"/>
                  </a:lnTo>
                  <a:cubicBezTo>
                    <a:pt x="275" y="61"/>
                    <a:pt x="211" y="1"/>
                    <a:pt x="1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6"/>
            <p:cNvSpPr/>
            <p:nvPr/>
          </p:nvSpPr>
          <p:spPr>
            <a:xfrm>
              <a:off x="5426897" y="2467013"/>
              <a:ext cx="94129" cy="453271"/>
            </a:xfrm>
            <a:custGeom>
              <a:avLst/>
              <a:gdLst/>
              <a:ahLst/>
              <a:cxnLst/>
              <a:rect l="l" t="t" r="r" b="b"/>
              <a:pathLst>
                <a:path w="1154" h="5557" extrusionOk="0">
                  <a:moveTo>
                    <a:pt x="1089" y="1"/>
                  </a:moveTo>
                  <a:lnTo>
                    <a:pt x="1" y="5543"/>
                  </a:lnTo>
                  <a:lnTo>
                    <a:pt x="65" y="5556"/>
                  </a:lnTo>
                  <a:lnTo>
                    <a:pt x="1153" y="13"/>
                  </a:lnTo>
                  <a:lnTo>
                    <a:pt x="10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6"/>
            <p:cNvSpPr/>
            <p:nvPr/>
          </p:nvSpPr>
          <p:spPr>
            <a:xfrm>
              <a:off x="5595334" y="2467339"/>
              <a:ext cx="11990" cy="452536"/>
            </a:xfrm>
            <a:custGeom>
              <a:avLst/>
              <a:gdLst/>
              <a:ahLst/>
              <a:cxnLst/>
              <a:rect l="l" t="t" r="r" b="b"/>
              <a:pathLst>
                <a:path w="147" h="5548" extrusionOk="0">
                  <a:moveTo>
                    <a:pt x="82" y="1"/>
                  </a:moveTo>
                  <a:lnTo>
                    <a:pt x="1" y="5544"/>
                  </a:lnTo>
                  <a:lnTo>
                    <a:pt x="69" y="5548"/>
                  </a:lnTo>
                  <a:lnTo>
                    <a:pt x="146" y="5"/>
                  </a:lnTo>
                  <a:lnTo>
                    <a:pt x="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6"/>
            <p:cNvSpPr/>
            <p:nvPr/>
          </p:nvSpPr>
          <p:spPr>
            <a:xfrm>
              <a:off x="5709202" y="2467339"/>
              <a:ext cx="22839" cy="452536"/>
            </a:xfrm>
            <a:custGeom>
              <a:avLst/>
              <a:gdLst/>
              <a:ahLst/>
              <a:cxnLst/>
              <a:rect l="l" t="t" r="r" b="b"/>
              <a:pathLst>
                <a:path w="280" h="5548" extrusionOk="0">
                  <a:moveTo>
                    <a:pt x="65" y="1"/>
                  </a:moveTo>
                  <a:lnTo>
                    <a:pt x="1" y="5"/>
                  </a:lnTo>
                  <a:lnTo>
                    <a:pt x="215" y="5548"/>
                  </a:lnTo>
                  <a:lnTo>
                    <a:pt x="279" y="5544"/>
                  </a:lnTo>
                  <a:lnTo>
                    <a:pt x="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6"/>
            <p:cNvSpPr/>
            <p:nvPr/>
          </p:nvSpPr>
          <p:spPr>
            <a:xfrm>
              <a:off x="5779432" y="2467013"/>
              <a:ext cx="98289" cy="451476"/>
            </a:xfrm>
            <a:custGeom>
              <a:avLst/>
              <a:gdLst/>
              <a:ahLst/>
              <a:cxnLst/>
              <a:rect l="l" t="t" r="r" b="b"/>
              <a:pathLst>
                <a:path w="1205" h="5535" extrusionOk="0">
                  <a:moveTo>
                    <a:pt x="65" y="1"/>
                  </a:moveTo>
                  <a:lnTo>
                    <a:pt x="1" y="13"/>
                  </a:lnTo>
                  <a:lnTo>
                    <a:pt x="1140" y="5535"/>
                  </a:lnTo>
                  <a:lnTo>
                    <a:pt x="1205" y="5522"/>
                  </a:lnTo>
                  <a:lnTo>
                    <a:pt x="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2" name="Google Shape;222;p6"/>
          <p:cNvSpPr/>
          <p:nvPr/>
        </p:nvSpPr>
        <p:spPr>
          <a:xfrm>
            <a:off x="-105207" y="4582222"/>
            <a:ext cx="5318609" cy="21779"/>
          </a:xfrm>
          <a:custGeom>
            <a:avLst/>
            <a:gdLst/>
            <a:ahLst/>
            <a:cxnLst/>
            <a:rect l="l" t="t" r="r" b="b"/>
            <a:pathLst>
              <a:path w="65205" h="267" extrusionOk="0">
                <a:moveTo>
                  <a:pt x="1" y="1"/>
                </a:moveTo>
                <a:lnTo>
                  <a:pt x="1" y="267"/>
                </a:lnTo>
                <a:lnTo>
                  <a:pt x="65205" y="267"/>
                </a:lnTo>
                <a:lnTo>
                  <a:pt x="65205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00" name="Google Shape;300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6" name="Google Shape;376;p13"/>
          <p:cNvGrpSpPr/>
          <p:nvPr/>
        </p:nvGrpSpPr>
        <p:grpSpPr>
          <a:xfrm>
            <a:off x="-1119152" y="117723"/>
            <a:ext cx="2533802" cy="1512017"/>
            <a:chOff x="5359848" y="509229"/>
            <a:chExt cx="2275733" cy="1358017"/>
          </a:xfrm>
        </p:grpSpPr>
        <p:sp>
          <p:nvSpPr>
            <p:cNvPr id="377" name="Google Shape;377;p13"/>
            <p:cNvSpPr/>
            <p:nvPr/>
          </p:nvSpPr>
          <p:spPr>
            <a:xfrm>
              <a:off x="5359848" y="509229"/>
              <a:ext cx="1928745" cy="488181"/>
            </a:xfrm>
            <a:custGeom>
              <a:avLst/>
              <a:gdLst/>
              <a:ahLst/>
              <a:cxnLst/>
              <a:rect l="l" t="t" r="r" b="b"/>
              <a:pathLst>
                <a:path w="23646" h="5985" extrusionOk="0">
                  <a:moveTo>
                    <a:pt x="1542" y="0"/>
                  </a:moveTo>
                  <a:cubicBezTo>
                    <a:pt x="690" y="0"/>
                    <a:pt x="0" y="690"/>
                    <a:pt x="0" y="1542"/>
                  </a:cubicBezTo>
                  <a:lnTo>
                    <a:pt x="0" y="4447"/>
                  </a:lnTo>
                  <a:cubicBezTo>
                    <a:pt x="0" y="5295"/>
                    <a:pt x="690" y="5984"/>
                    <a:pt x="1542" y="5984"/>
                  </a:cubicBezTo>
                  <a:lnTo>
                    <a:pt x="22108" y="5984"/>
                  </a:lnTo>
                  <a:cubicBezTo>
                    <a:pt x="22956" y="5984"/>
                    <a:pt x="23645" y="5295"/>
                    <a:pt x="23645" y="4447"/>
                  </a:cubicBezTo>
                  <a:lnTo>
                    <a:pt x="23645" y="1542"/>
                  </a:lnTo>
                  <a:cubicBezTo>
                    <a:pt x="23645" y="690"/>
                    <a:pt x="22956" y="0"/>
                    <a:pt x="221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13"/>
            <p:cNvSpPr/>
            <p:nvPr/>
          </p:nvSpPr>
          <p:spPr>
            <a:xfrm>
              <a:off x="5359848" y="835906"/>
              <a:ext cx="1928745" cy="161504"/>
            </a:xfrm>
            <a:custGeom>
              <a:avLst/>
              <a:gdLst/>
              <a:ahLst/>
              <a:cxnLst/>
              <a:rect l="l" t="t" r="r" b="b"/>
              <a:pathLst>
                <a:path w="23646" h="1980" extrusionOk="0">
                  <a:moveTo>
                    <a:pt x="0" y="1"/>
                  </a:moveTo>
                  <a:lnTo>
                    <a:pt x="0" y="1217"/>
                  </a:lnTo>
                  <a:cubicBezTo>
                    <a:pt x="0" y="1641"/>
                    <a:pt x="343" y="1979"/>
                    <a:pt x="763" y="1979"/>
                  </a:cubicBezTo>
                  <a:lnTo>
                    <a:pt x="22883" y="1979"/>
                  </a:lnTo>
                  <a:cubicBezTo>
                    <a:pt x="23307" y="1979"/>
                    <a:pt x="23645" y="1641"/>
                    <a:pt x="23645" y="1217"/>
                  </a:cubicBezTo>
                  <a:lnTo>
                    <a:pt x="23645" y="1"/>
                  </a:lnTo>
                  <a:cubicBezTo>
                    <a:pt x="23645" y="425"/>
                    <a:pt x="23307" y="767"/>
                    <a:pt x="22883" y="767"/>
                  </a:cubicBezTo>
                  <a:lnTo>
                    <a:pt x="763" y="767"/>
                  </a:lnTo>
                  <a:cubicBezTo>
                    <a:pt x="343" y="767"/>
                    <a:pt x="0" y="425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13"/>
            <p:cNvSpPr/>
            <p:nvPr/>
          </p:nvSpPr>
          <p:spPr>
            <a:xfrm>
              <a:off x="5421350" y="822285"/>
              <a:ext cx="1805741" cy="27651"/>
            </a:xfrm>
            <a:custGeom>
              <a:avLst/>
              <a:gdLst/>
              <a:ahLst/>
              <a:cxnLst/>
              <a:rect l="l" t="t" r="r" b="b"/>
              <a:pathLst>
                <a:path w="22138" h="339" extrusionOk="0">
                  <a:moveTo>
                    <a:pt x="0" y="0"/>
                  </a:moveTo>
                  <a:lnTo>
                    <a:pt x="0" y="339"/>
                  </a:lnTo>
                  <a:lnTo>
                    <a:pt x="22138" y="339"/>
                  </a:lnTo>
                  <a:lnTo>
                    <a:pt x="221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13"/>
            <p:cNvSpPr/>
            <p:nvPr/>
          </p:nvSpPr>
          <p:spPr>
            <a:xfrm>
              <a:off x="5421350" y="760457"/>
              <a:ext cx="1805741" cy="27651"/>
            </a:xfrm>
            <a:custGeom>
              <a:avLst/>
              <a:gdLst/>
              <a:ahLst/>
              <a:cxnLst/>
              <a:rect l="l" t="t" r="r" b="b"/>
              <a:pathLst>
                <a:path w="22138" h="339" extrusionOk="0">
                  <a:moveTo>
                    <a:pt x="0" y="0"/>
                  </a:moveTo>
                  <a:lnTo>
                    <a:pt x="0" y="339"/>
                  </a:lnTo>
                  <a:lnTo>
                    <a:pt x="22138" y="339"/>
                  </a:lnTo>
                  <a:lnTo>
                    <a:pt x="221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13"/>
            <p:cNvSpPr/>
            <p:nvPr/>
          </p:nvSpPr>
          <p:spPr>
            <a:xfrm>
              <a:off x="5421350" y="698955"/>
              <a:ext cx="1805741" cy="27651"/>
            </a:xfrm>
            <a:custGeom>
              <a:avLst/>
              <a:gdLst/>
              <a:ahLst/>
              <a:cxnLst/>
              <a:rect l="l" t="t" r="r" b="b"/>
              <a:pathLst>
                <a:path w="22138" h="339" extrusionOk="0">
                  <a:moveTo>
                    <a:pt x="0" y="0"/>
                  </a:moveTo>
                  <a:lnTo>
                    <a:pt x="0" y="339"/>
                  </a:lnTo>
                  <a:lnTo>
                    <a:pt x="22138" y="339"/>
                  </a:lnTo>
                  <a:lnTo>
                    <a:pt x="221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13"/>
            <p:cNvSpPr/>
            <p:nvPr/>
          </p:nvSpPr>
          <p:spPr>
            <a:xfrm>
              <a:off x="6003417" y="571791"/>
              <a:ext cx="641936" cy="27651"/>
            </a:xfrm>
            <a:custGeom>
              <a:avLst/>
              <a:gdLst/>
              <a:ahLst/>
              <a:cxnLst/>
              <a:rect l="l" t="t" r="r" b="b"/>
              <a:pathLst>
                <a:path w="7870" h="339" extrusionOk="0">
                  <a:moveTo>
                    <a:pt x="168" y="0"/>
                  </a:moveTo>
                  <a:cubicBezTo>
                    <a:pt x="73" y="0"/>
                    <a:pt x="1" y="73"/>
                    <a:pt x="1" y="167"/>
                  </a:cubicBezTo>
                  <a:cubicBezTo>
                    <a:pt x="1" y="261"/>
                    <a:pt x="73" y="339"/>
                    <a:pt x="168" y="339"/>
                  </a:cubicBezTo>
                  <a:lnTo>
                    <a:pt x="7698" y="339"/>
                  </a:lnTo>
                  <a:cubicBezTo>
                    <a:pt x="7792" y="339"/>
                    <a:pt x="7870" y="261"/>
                    <a:pt x="7870" y="167"/>
                  </a:cubicBezTo>
                  <a:cubicBezTo>
                    <a:pt x="7870" y="73"/>
                    <a:pt x="7792" y="0"/>
                    <a:pt x="769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13"/>
            <p:cNvSpPr/>
            <p:nvPr/>
          </p:nvSpPr>
          <p:spPr>
            <a:xfrm>
              <a:off x="7162737" y="542834"/>
              <a:ext cx="47228" cy="25857"/>
            </a:xfrm>
            <a:custGeom>
              <a:avLst/>
              <a:gdLst/>
              <a:ahLst/>
              <a:cxnLst/>
              <a:rect l="l" t="t" r="r" b="b"/>
              <a:pathLst>
                <a:path w="579" h="317" extrusionOk="0">
                  <a:moveTo>
                    <a:pt x="541" y="1"/>
                  </a:moveTo>
                  <a:cubicBezTo>
                    <a:pt x="536" y="1"/>
                    <a:pt x="532" y="2"/>
                    <a:pt x="527" y="4"/>
                  </a:cubicBezTo>
                  <a:lnTo>
                    <a:pt x="26" y="252"/>
                  </a:lnTo>
                  <a:cubicBezTo>
                    <a:pt x="9" y="261"/>
                    <a:pt x="0" y="278"/>
                    <a:pt x="9" y="295"/>
                  </a:cubicBezTo>
                  <a:cubicBezTo>
                    <a:pt x="18" y="308"/>
                    <a:pt x="26" y="317"/>
                    <a:pt x="39" y="317"/>
                  </a:cubicBezTo>
                  <a:cubicBezTo>
                    <a:pt x="43" y="317"/>
                    <a:pt x="52" y="312"/>
                    <a:pt x="56" y="312"/>
                  </a:cubicBezTo>
                  <a:lnTo>
                    <a:pt x="557" y="64"/>
                  </a:lnTo>
                  <a:cubicBezTo>
                    <a:pt x="570" y="55"/>
                    <a:pt x="579" y="34"/>
                    <a:pt x="570" y="21"/>
                  </a:cubicBezTo>
                  <a:cubicBezTo>
                    <a:pt x="564" y="9"/>
                    <a:pt x="553" y="1"/>
                    <a:pt x="5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13"/>
            <p:cNvSpPr/>
            <p:nvPr/>
          </p:nvSpPr>
          <p:spPr>
            <a:xfrm>
              <a:off x="7156456" y="570730"/>
              <a:ext cx="51795" cy="27651"/>
            </a:xfrm>
            <a:custGeom>
              <a:avLst/>
              <a:gdLst/>
              <a:ahLst/>
              <a:cxnLst/>
              <a:rect l="l" t="t" r="r" b="b"/>
              <a:pathLst>
                <a:path w="635" h="339" extrusionOk="0">
                  <a:moveTo>
                    <a:pt x="601" y="0"/>
                  </a:moveTo>
                  <a:cubicBezTo>
                    <a:pt x="595" y="0"/>
                    <a:pt x="589" y="2"/>
                    <a:pt x="583" y="5"/>
                  </a:cubicBezTo>
                  <a:lnTo>
                    <a:pt x="26" y="274"/>
                  </a:lnTo>
                  <a:cubicBezTo>
                    <a:pt x="9" y="283"/>
                    <a:pt x="0" y="300"/>
                    <a:pt x="9" y="317"/>
                  </a:cubicBezTo>
                  <a:cubicBezTo>
                    <a:pt x="13" y="330"/>
                    <a:pt x="26" y="339"/>
                    <a:pt x="39" y="339"/>
                  </a:cubicBezTo>
                  <a:cubicBezTo>
                    <a:pt x="43" y="339"/>
                    <a:pt x="47" y="334"/>
                    <a:pt x="52" y="334"/>
                  </a:cubicBezTo>
                  <a:lnTo>
                    <a:pt x="613" y="65"/>
                  </a:lnTo>
                  <a:cubicBezTo>
                    <a:pt x="630" y="56"/>
                    <a:pt x="634" y="35"/>
                    <a:pt x="630" y="17"/>
                  </a:cubicBezTo>
                  <a:cubicBezTo>
                    <a:pt x="624" y="6"/>
                    <a:pt x="613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13"/>
            <p:cNvSpPr/>
            <p:nvPr/>
          </p:nvSpPr>
          <p:spPr>
            <a:xfrm>
              <a:off x="5586932" y="913885"/>
              <a:ext cx="47228" cy="25857"/>
            </a:xfrm>
            <a:custGeom>
              <a:avLst/>
              <a:gdLst/>
              <a:ahLst/>
              <a:cxnLst/>
              <a:rect l="l" t="t" r="r" b="b"/>
              <a:pathLst>
                <a:path w="579" h="317" extrusionOk="0">
                  <a:moveTo>
                    <a:pt x="538" y="1"/>
                  </a:moveTo>
                  <a:cubicBezTo>
                    <a:pt x="533" y="1"/>
                    <a:pt x="528" y="2"/>
                    <a:pt x="523" y="4"/>
                  </a:cubicBezTo>
                  <a:lnTo>
                    <a:pt x="26" y="252"/>
                  </a:lnTo>
                  <a:cubicBezTo>
                    <a:pt x="9" y="261"/>
                    <a:pt x="1" y="282"/>
                    <a:pt x="9" y="300"/>
                  </a:cubicBezTo>
                  <a:cubicBezTo>
                    <a:pt x="14" y="308"/>
                    <a:pt x="26" y="317"/>
                    <a:pt x="39" y="317"/>
                  </a:cubicBezTo>
                  <a:cubicBezTo>
                    <a:pt x="44" y="317"/>
                    <a:pt x="48" y="317"/>
                    <a:pt x="52" y="312"/>
                  </a:cubicBezTo>
                  <a:lnTo>
                    <a:pt x="553" y="64"/>
                  </a:lnTo>
                  <a:cubicBezTo>
                    <a:pt x="570" y="55"/>
                    <a:pt x="579" y="38"/>
                    <a:pt x="570" y="21"/>
                  </a:cubicBezTo>
                  <a:cubicBezTo>
                    <a:pt x="564" y="9"/>
                    <a:pt x="551" y="1"/>
                    <a:pt x="5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13"/>
            <p:cNvSpPr/>
            <p:nvPr/>
          </p:nvSpPr>
          <p:spPr>
            <a:xfrm>
              <a:off x="5580652" y="941863"/>
              <a:ext cx="51795" cy="27570"/>
            </a:xfrm>
            <a:custGeom>
              <a:avLst/>
              <a:gdLst/>
              <a:ahLst/>
              <a:cxnLst/>
              <a:rect l="l" t="t" r="r" b="b"/>
              <a:pathLst>
                <a:path w="635" h="338" extrusionOk="0">
                  <a:moveTo>
                    <a:pt x="597" y="0"/>
                  </a:moveTo>
                  <a:cubicBezTo>
                    <a:pt x="592" y="0"/>
                    <a:pt x="588" y="1"/>
                    <a:pt x="583" y="4"/>
                  </a:cubicBezTo>
                  <a:lnTo>
                    <a:pt x="22" y="274"/>
                  </a:lnTo>
                  <a:cubicBezTo>
                    <a:pt x="9" y="282"/>
                    <a:pt x="1" y="304"/>
                    <a:pt x="9" y="321"/>
                  </a:cubicBezTo>
                  <a:cubicBezTo>
                    <a:pt x="13" y="329"/>
                    <a:pt x="26" y="338"/>
                    <a:pt x="39" y="338"/>
                  </a:cubicBezTo>
                  <a:cubicBezTo>
                    <a:pt x="43" y="338"/>
                    <a:pt x="48" y="338"/>
                    <a:pt x="52" y="334"/>
                  </a:cubicBezTo>
                  <a:lnTo>
                    <a:pt x="613" y="64"/>
                  </a:lnTo>
                  <a:cubicBezTo>
                    <a:pt x="630" y="55"/>
                    <a:pt x="635" y="34"/>
                    <a:pt x="626" y="21"/>
                  </a:cubicBezTo>
                  <a:cubicBezTo>
                    <a:pt x="620" y="8"/>
                    <a:pt x="609" y="0"/>
                    <a:pt x="5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13"/>
            <p:cNvSpPr/>
            <p:nvPr/>
          </p:nvSpPr>
          <p:spPr>
            <a:xfrm>
              <a:off x="5465397" y="822285"/>
              <a:ext cx="2170185" cy="1044961"/>
            </a:xfrm>
            <a:custGeom>
              <a:avLst/>
              <a:gdLst/>
              <a:ahLst/>
              <a:cxnLst/>
              <a:rect l="l" t="t" r="r" b="b"/>
              <a:pathLst>
                <a:path w="26606" h="12811" extrusionOk="0">
                  <a:moveTo>
                    <a:pt x="681" y="0"/>
                  </a:moveTo>
                  <a:cubicBezTo>
                    <a:pt x="681" y="0"/>
                    <a:pt x="0" y="3029"/>
                    <a:pt x="3131" y="4181"/>
                  </a:cubicBezTo>
                  <a:cubicBezTo>
                    <a:pt x="6258" y="5333"/>
                    <a:pt x="8503" y="6644"/>
                    <a:pt x="8948" y="8790"/>
                  </a:cubicBezTo>
                  <a:cubicBezTo>
                    <a:pt x="9301" y="10474"/>
                    <a:pt x="12290" y="12810"/>
                    <a:pt x="16574" y="12810"/>
                  </a:cubicBezTo>
                  <a:cubicBezTo>
                    <a:pt x="17749" y="12810"/>
                    <a:pt x="19022" y="12634"/>
                    <a:pt x="20364" y="12221"/>
                  </a:cubicBezTo>
                  <a:cubicBezTo>
                    <a:pt x="26605" y="10302"/>
                    <a:pt x="25770" y="7677"/>
                    <a:pt x="23067" y="6404"/>
                  </a:cubicBezTo>
                  <a:cubicBezTo>
                    <a:pt x="20364" y="5136"/>
                    <a:pt x="21520" y="3457"/>
                    <a:pt x="21598" y="2686"/>
                  </a:cubicBezTo>
                  <a:cubicBezTo>
                    <a:pt x="21679" y="1915"/>
                    <a:pt x="21195" y="159"/>
                    <a:pt x="20480" y="0"/>
                  </a:cubicBezTo>
                  <a:close/>
                </a:path>
              </a:pathLst>
            </a:custGeom>
            <a:solidFill>
              <a:srgbClr val="FFFFFF">
                <a:alpha val="22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13"/>
            <p:cNvSpPr/>
            <p:nvPr/>
          </p:nvSpPr>
          <p:spPr>
            <a:xfrm>
              <a:off x="5421350" y="585413"/>
              <a:ext cx="58729" cy="23818"/>
            </a:xfrm>
            <a:custGeom>
              <a:avLst/>
              <a:gdLst/>
              <a:ahLst/>
              <a:cxnLst/>
              <a:rect l="l" t="t" r="r" b="b"/>
              <a:pathLst>
                <a:path w="720" h="292" extrusionOk="0">
                  <a:moveTo>
                    <a:pt x="0" y="0"/>
                  </a:moveTo>
                  <a:lnTo>
                    <a:pt x="0" y="292"/>
                  </a:lnTo>
                  <a:lnTo>
                    <a:pt x="720" y="292"/>
                  </a:lnTo>
                  <a:lnTo>
                    <a:pt x="720" y="0"/>
                  </a:lnTo>
                  <a:close/>
                </a:path>
              </a:pathLst>
            </a:custGeom>
            <a:solidFill>
              <a:srgbClr val="E2F2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13"/>
            <p:cNvSpPr/>
            <p:nvPr/>
          </p:nvSpPr>
          <p:spPr>
            <a:xfrm>
              <a:off x="5515642" y="585413"/>
              <a:ext cx="58484" cy="23818"/>
            </a:xfrm>
            <a:custGeom>
              <a:avLst/>
              <a:gdLst/>
              <a:ahLst/>
              <a:cxnLst/>
              <a:rect l="l" t="t" r="r" b="b"/>
              <a:pathLst>
                <a:path w="717" h="292" extrusionOk="0">
                  <a:moveTo>
                    <a:pt x="1" y="0"/>
                  </a:moveTo>
                  <a:lnTo>
                    <a:pt x="1" y="292"/>
                  </a:lnTo>
                  <a:lnTo>
                    <a:pt x="716" y="292"/>
                  </a:lnTo>
                  <a:lnTo>
                    <a:pt x="716" y="0"/>
                  </a:lnTo>
                  <a:close/>
                </a:path>
              </a:pathLst>
            </a:custGeom>
            <a:solidFill>
              <a:srgbClr val="E2F2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13"/>
            <p:cNvSpPr/>
            <p:nvPr/>
          </p:nvSpPr>
          <p:spPr>
            <a:xfrm>
              <a:off x="5716951" y="585413"/>
              <a:ext cx="58402" cy="23818"/>
            </a:xfrm>
            <a:custGeom>
              <a:avLst/>
              <a:gdLst/>
              <a:ahLst/>
              <a:cxnLst/>
              <a:rect l="l" t="t" r="r" b="b"/>
              <a:pathLst>
                <a:path w="716" h="292" extrusionOk="0">
                  <a:moveTo>
                    <a:pt x="0" y="0"/>
                  </a:moveTo>
                  <a:lnTo>
                    <a:pt x="0" y="292"/>
                  </a:lnTo>
                  <a:lnTo>
                    <a:pt x="716" y="292"/>
                  </a:lnTo>
                  <a:lnTo>
                    <a:pt x="7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13"/>
            <p:cNvSpPr/>
            <p:nvPr/>
          </p:nvSpPr>
          <p:spPr>
            <a:xfrm>
              <a:off x="5904557" y="816657"/>
              <a:ext cx="190134" cy="181488"/>
            </a:xfrm>
            <a:custGeom>
              <a:avLst/>
              <a:gdLst/>
              <a:ahLst/>
              <a:cxnLst/>
              <a:rect l="l" t="t" r="r" b="b"/>
              <a:pathLst>
                <a:path w="2331" h="2225" extrusionOk="0">
                  <a:moveTo>
                    <a:pt x="2031" y="0"/>
                  </a:moveTo>
                  <a:cubicBezTo>
                    <a:pt x="2028" y="0"/>
                    <a:pt x="2025" y="1"/>
                    <a:pt x="2022" y="1"/>
                  </a:cubicBezTo>
                  <a:cubicBezTo>
                    <a:pt x="1984" y="9"/>
                    <a:pt x="1962" y="44"/>
                    <a:pt x="1967" y="82"/>
                  </a:cubicBezTo>
                  <a:cubicBezTo>
                    <a:pt x="1971" y="91"/>
                    <a:pt x="2189" y="1205"/>
                    <a:pt x="1740" y="1770"/>
                  </a:cubicBezTo>
                  <a:cubicBezTo>
                    <a:pt x="1572" y="1976"/>
                    <a:pt x="1337" y="2083"/>
                    <a:pt x="1033" y="2087"/>
                  </a:cubicBezTo>
                  <a:cubicBezTo>
                    <a:pt x="998" y="2087"/>
                    <a:pt x="227" y="2070"/>
                    <a:pt x="150" y="1350"/>
                  </a:cubicBezTo>
                  <a:cubicBezTo>
                    <a:pt x="138" y="1222"/>
                    <a:pt x="185" y="1102"/>
                    <a:pt x="275" y="1025"/>
                  </a:cubicBezTo>
                  <a:cubicBezTo>
                    <a:pt x="338" y="970"/>
                    <a:pt x="413" y="943"/>
                    <a:pt x="500" y="943"/>
                  </a:cubicBezTo>
                  <a:cubicBezTo>
                    <a:pt x="591" y="943"/>
                    <a:pt x="694" y="972"/>
                    <a:pt x="810" y="1029"/>
                  </a:cubicBezTo>
                  <a:cubicBezTo>
                    <a:pt x="819" y="1034"/>
                    <a:pt x="829" y="1037"/>
                    <a:pt x="839" y="1037"/>
                  </a:cubicBezTo>
                  <a:cubicBezTo>
                    <a:pt x="863" y="1037"/>
                    <a:pt x="888" y="1023"/>
                    <a:pt x="900" y="999"/>
                  </a:cubicBezTo>
                  <a:cubicBezTo>
                    <a:pt x="917" y="969"/>
                    <a:pt x="900" y="926"/>
                    <a:pt x="870" y="909"/>
                  </a:cubicBezTo>
                  <a:cubicBezTo>
                    <a:pt x="724" y="837"/>
                    <a:pt x="602" y="810"/>
                    <a:pt x="501" y="810"/>
                  </a:cubicBezTo>
                  <a:cubicBezTo>
                    <a:pt x="360" y="810"/>
                    <a:pt x="259" y="862"/>
                    <a:pt x="189" y="922"/>
                  </a:cubicBezTo>
                  <a:cubicBezTo>
                    <a:pt x="65" y="1025"/>
                    <a:pt x="0" y="1192"/>
                    <a:pt x="18" y="1363"/>
                  </a:cubicBezTo>
                  <a:cubicBezTo>
                    <a:pt x="108" y="2203"/>
                    <a:pt x="1020" y="2224"/>
                    <a:pt x="1033" y="2224"/>
                  </a:cubicBezTo>
                  <a:cubicBezTo>
                    <a:pt x="1380" y="2215"/>
                    <a:pt x="1654" y="2091"/>
                    <a:pt x="1842" y="1851"/>
                  </a:cubicBezTo>
                  <a:cubicBezTo>
                    <a:pt x="2331" y="1243"/>
                    <a:pt x="2108" y="104"/>
                    <a:pt x="2099" y="57"/>
                  </a:cubicBezTo>
                  <a:cubicBezTo>
                    <a:pt x="2092" y="21"/>
                    <a:pt x="2062" y="0"/>
                    <a:pt x="20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13"/>
            <p:cNvSpPr/>
            <p:nvPr/>
          </p:nvSpPr>
          <p:spPr>
            <a:xfrm>
              <a:off x="6045342" y="820898"/>
              <a:ext cx="152450" cy="312811"/>
            </a:xfrm>
            <a:custGeom>
              <a:avLst/>
              <a:gdLst/>
              <a:ahLst/>
              <a:cxnLst/>
              <a:rect l="l" t="t" r="r" b="b"/>
              <a:pathLst>
                <a:path w="1869" h="3835" extrusionOk="0">
                  <a:moveTo>
                    <a:pt x="1615" y="1"/>
                  </a:moveTo>
                  <a:cubicBezTo>
                    <a:pt x="1608" y="1"/>
                    <a:pt x="1601" y="2"/>
                    <a:pt x="1594" y="5"/>
                  </a:cubicBezTo>
                  <a:cubicBezTo>
                    <a:pt x="1560" y="13"/>
                    <a:pt x="1538" y="52"/>
                    <a:pt x="1551" y="86"/>
                  </a:cubicBezTo>
                  <a:cubicBezTo>
                    <a:pt x="1551" y="95"/>
                    <a:pt x="1731" y="660"/>
                    <a:pt x="1633" y="1384"/>
                  </a:cubicBezTo>
                  <a:cubicBezTo>
                    <a:pt x="1500" y="2356"/>
                    <a:pt x="964" y="3136"/>
                    <a:pt x="39" y="3710"/>
                  </a:cubicBezTo>
                  <a:cubicBezTo>
                    <a:pt x="9" y="3727"/>
                    <a:pt x="1" y="3770"/>
                    <a:pt x="18" y="3800"/>
                  </a:cubicBezTo>
                  <a:cubicBezTo>
                    <a:pt x="31" y="3821"/>
                    <a:pt x="52" y="3834"/>
                    <a:pt x="74" y="3834"/>
                  </a:cubicBezTo>
                  <a:cubicBezTo>
                    <a:pt x="86" y="3834"/>
                    <a:pt x="99" y="3830"/>
                    <a:pt x="112" y="3821"/>
                  </a:cubicBezTo>
                  <a:cubicBezTo>
                    <a:pt x="1311" y="3080"/>
                    <a:pt x="1676" y="2095"/>
                    <a:pt x="1766" y="1397"/>
                  </a:cubicBezTo>
                  <a:cubicBezTo>
                    <a:pt x="1868" y="643"/>
                    <a:pt x="1688" y="69"/>
                    <a:pt x="1680" y="47"/>
                  </a:cubicBezTo>
                  <a:cubicBezTo>
                    <a:pt x="1670" y="20"/>
                    <a:pt x="1643" y="1"/>
                    <a:pt x="16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13"/>
            <p:cNvSpPr/>
            <p:nvPr/>
          </p:nvSpPr>
          <p:spPr>
            <a:xfrm>
              <a:off x="6188249" y="820816"/>
              <a:ext cx="116478" cy="377168"/>
            </a:xfrm>
            <a:custGeom>
              <a:avLst/>
              <a:gdLst/>
              <a:ahLst/>
              <a:cxnLst/>
              <a:rect l="l" t="t" r="r" b="b"/>
              <a:pathLst>
                <a:path w="1428" h="4624" extrusionOk="0">
                  <a:moveTo>
                    <a:pt x="1070" y="1"/>
                  </a:moveTo>
                  <a:cubicBezTo>
                    <a:pt x="1068" y="1"/>
                    <a:pt x="1065" y="1"/>
                    <a:pt x="1063" y="1"/>
                  </a:cubicBezTo>
                  <a:cubicBezTo>
                    <a:pt x="1024" y="6"/>
                    <a:pt x="999" y="36"/>
                    <a:pt x="1003" y="74"/>
                  </a:cubicBezTo>
                  <a:cubicBezTo>
                    <a:pt x="1007" y="104"/>
                    <a:pt x="1290" y="3133"/>
                    <a:pt x="26" y="4512"/>
                  </a:cubicBezTo>
                  <a:cubicBezTo>
                    <a:pt x="1" y="4538"/>
                    <a:pt x="5" y="4580"/>
                    <a:pt x="31" y="4606"/>
                  </a:cubicBezTo>
                  <a:cubicBezTo>
                    <a:pt x="43" y="4619"/>
                    <a:pt x="61" y="4623"/>
                    <a:pt x="78" y="4623"/>
                  </a:cubicBezTo>
                  <a:cubicBezTo>
                    <a:pt x="95" y="4623"/>
                    <a:pt x="112" y="4615"/>
                    <a:pt x="125" y="4602"/>
                  </a:cubicBezTo>
                  <a:cubicBezTo>
                    <a:pt x="1427" y="3180"/>
                    <a:pt x="1149" y="190"/>
                    <a:pt x="1136" y="61"/>
                  </a:cubicBezTo>
                  <a:cubicBezTo>
                    <a:pt x="1132" y="26"/>
                    <a:pt x="1102" y="1"/>
                    <a:pt x="107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13"/>
            <p:cNvSpPr/>
            <p:nvPr/>
          </p:nvSpPr>
          <p:spPr>
            <a:xfrm>
              <a:off x="6553753" y="816657"/>
              <a:ext cx="190460" cy="181488"/>
            </a:xfrm>
            <a:custGeom>
              <a:avLst/>
              <a:gdLst/>
              <a:ahLst/>
              <a:cxnLst/>
              <a:rect l="l" t="t" r="r" b="b"/>
              <a:pathLst>
                <a:path w="2335" h="2225" extrusionOk="0">
                  <a:moveTo>
                    <a:pt x="303" y="0"/>
                  </a:moveTo>
                  <a:cubicBezTo>
                    <a:pt x="269" y="0"/>
                    <a:pt x="239" y="21"/>
                    <a:pt x="232" y="57"/>
                  </a:cubicBezTo>
                  <a:cubicBezTo>
                    <a:pt x="223" y="104"/>
                    <a:pt x="0" y="1243"/>
                    <a:pt x="489" y="1851"/>
                  </a:cubicBezTo>
                  <a:cubicBezTo>
                    <a:pt x="681" y="2091"/>
                    <a:pt x="951" y="2215"/>
                    <a:pt x="1302" y="2224"/>
                  </a:cubicBezTo>
                  <a:cubicBezTo>
                    <a:pt x="1311" y="2224"/>
                    <a:pt x="2228" y="2203"/>
                    <a:pt x="2313" y="1363"/>
                  </a:cubicBezTo>
                  <a:cubicBezTo>
                    <a:pt x="2335" y="1192"/>
                    <a:pt x="2270" y="1025"/>
                    <a:pt x="2146" y="922"/>
                  </a:cubicBezTo>
                  <a:cubicBezTo>
                    <a:pt x="2077" y="862"/>
                    <a:pt x="1975" y="810"/>
                    <a:pt x="1835" y="810"/>
                  </a:cubicBezTo>
                  <a:cubicBezTo>
                    <a:pt x="1733" y="810"/>
                    <a:pt x="1611" y="837"/>
                    <a:pt x="1465" y="909"/>
                  </a:cubicBezTo>
                  <a:cubicBezTo>
                    <a:pt x="1431" y="926"/>
                    <a:pt x="1418" y="969"/>
                    <a:pt x="1435" y="999"/>
                  </a:cubicBezTo>
                  <a:cubicBezTo>
                    <a:pt x="1447" y="1023"/>
                    <a:pt x="1470" y="1037"/>
                    <a:pt x="1494" y="1037"/>
                  </a:cubicBezTo>
                  <a:cubicBezTo>
                    <a:pt x="1504" y="1037"/>
                    <a:pt x="1515" y="1034"/>
                    <a:pt x="1525" y="1029"/>
                  </a:cubicBezTo>
                  <a:cubicBezTo>
                    <a:pt x="1641" y="972"/>
                    <a:pt x="1744" y="943"/>
                    <a:pt x="1835" y="943"/>
                  </a:cubicBezTo>
                  <a:cubicBezTo>
                    <a:pt x="1922" y="943"/>
                    <a:pt x="1998" y="970"/>
                    <a:pt x="2061" y="1025"/>
                  </a:cubicBezTo>
                  <a:cubicBezTo>
                    <a:pt x="2151" y="1102"/>
                    <a:pt x="2193" y="1222"/>
                    <a:pt x="2181" y="1350"/>
                  </a:cubicBezTo>
                  <a:cubicBezTo>
                    <a:pt x="2108" y="2070"/>
                    <a:pt x="1332" y="2087"/>
                    <a:pt x="1302" y="2087"/>
                  </a:cubicBezTo>
                  <a:cubicBezTo>
                    <a:pt x="998" y="2083"/>
                    <a:pt x="758" y="1976"/>
                    <a:pt x="596" y="1770"/>
                  </a:cubicBezTo>
                  <a:cubicBezTo>
                    <a:pt x="146" y="1209"/>
                    <a:pt x="364" y="91"/>
                    <a:pt x="364" y="82"/>
                  </a:cubicBezTo>
                  <a:cubicBezTo>
                    <a:pt x="373" y="44"/>
                    <a:pt x="347" y="9"/>
                    <a:pt x="313" y="1"/>
                  </a:cubicBezTo>
                  <a:cubicBezTo>
                    <a:pt x="310" y="1"/>
                    <a:pt x="306" y="0"/>
                    <a:pt x="30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13"/>
            <p:cNvSpPr/>
            <p:nvPr/>
          </p:nvSpPr>
          <p:spPr>
            <a:xfrm>
              <a:off x="6450978" y="820898"/>
              <a:ext cx="152450" cy="312811"/>
            </a:xfrm>
            <a:custGeom>
              <a:avLst/>
              <a:gdLst/>
              <a:ahLst/>
              <a:cxnLst/>
              <a:rect l="l" t="t" r="r" b="b"/>
              <a:pathLst>
                <a:path w="1869" h="3835" extrusionOk="0">
                  <a:moveTo>
                    <a:pt x="250" y="1"/>
                  </a:moveTo>
                  <a:cubicBezTo>
                    <a:pt x="222" y="1"/>
                    <a:pt x="196" y="20"/>
                    <a:pt x="189" y="47"/>
                  </a:cubicBezTo>
                  <a:cubicBezTo>
                    <a:pt x="181" y="69"/>
                    <a:pt x="1" y="643"/>
                    <a:pt x="99" y="1397"/>
                  </a:cubicBezTo>
                  <a:cubicBezTo>
                    <a:pt x="194" y="2095"/>
                    <a:pt x="558" y="3080"/>
                    <a:pt x="1757" y="3821"/>
                  </a:cubicBezTo>
                  <a:cubicBezTo>
                    <a:pt x="1766" y="3830"/>
                    <a:pt x="1779" y="3834"/>
                    <a:pt x="1791" y="3834"/>
                  </a:cubicBezTo>
                  <a:cubicBezTo>
                    <a:pt x="1813" y="3834"/>
                    <a:pt x="1834" y="3821"/>
                    <a:pt x="1847" y="3800"/>
                  </a:cubicBezTo>
                  <a:cubicBezTo>
                    <a:pt x="1868" y="3770"/>
                    <a:pt x="1860" y="3727"/>
                    <a:pt x="1826" y="3710"/>
                  </a:cubicBezTo>
                  <a:cubicBezTo>
                    <a:pt x="900" y="3136"/>
                    <a:pt x="365" y="2356"/>
                    <a:pt x="232" y="1384"/>
                  </a:cubicBezTo>
                  <a:cubicBezTo>
                    <a:pt x="134" y="660"/>
                    <a:pt x="314" y="95"/>
                    <a:pt x="314" y="86"/>
                  </a:cubicBezTo>
                  <a:cubicBezTo>
                    <a:pt x="326" y="52"/>
                    <a:pt x="309" y="13"/>
                    <a:pt x="271" y="5"/>
                  </a:cubicBezTo>
                  <a:cubicBezTo>
                    <a:pt x="264" y="2"/>
                    <a:pt x="257" y="1"/>
                    <a:pt x="25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3"/>
            <p:cNvSpPr/>
            <p:nvPr/>
          </p:nvSpPr>
          <p:spPr>
            <a:xfrm>
              <a:off x="6343717" y="820816"/>
              <a:ext cx="116478" cy="377168"/>
            </a:xfrm>
            <a:custGeom>
              <a:avLst/>
              <a:gdLst/>
              <a:ahLst/>
              <a:cxnLst/>
              <a:rect l="l" t="t" r="r" b="b"/>
              <a:pathLst>
                <a:path w="1428" h="4624" extrusionOk="0">
                  <a:moveTo>
                    <a:pt x="361" y="1"/>
                  </a:moveTo>
                  <a:cubicBezTo>
                    <a:pt x="326" y="1"/>
                    <a:pt x="296" y="26"/>
                    <a:pt x="292" y="61"/>
                  </a:cubicBezTo>
                  <a:cubicBezTo>
                    <a:pt x="284" y="190"/>
                    <a:pt x="1" y="3180"/>
                    <a:pt x="1303" y="4602"/>
                  </a:cubicBezTo>
                  <a:cubicBezTo>
                    <a:pt x="1316" y="4615"/>
                    <a:pt x="1337" y="4623"/>
                    <a:pt x="1354" y="4623"/>
                  </a:cubicBezTo>
                  <a:cubicBezTo>
                    <a:pt x="1372" y="4623"/>
                    <a:pt x="1384" y="4619"/>
                    <a:pt x="1397" y="4606"/>
                  </a:cubicBezTo>
                  <a:cubicBezTo>
                    <a:pt x="1427" y="4580"/>
                    <a:pt x="1427" y="4538"/>
                    <a:pt x="1402" y="4512"/>
                  </a:cubicBezTo>
                  <a:cubicBezTo>
                    <a:pt x="142" y="3133"/>
                    <a:pt x="425" y="104"/>
                    <a:pt x="429" y="74"/>
                  </a:cubicBezTo>
                  <a:cubicBezTo>
                    <a:pt x="429" y="36"/>
                    <a:pt x="403" y="6"/>
                    <a:pt x="369" y="1"/>
                  </a:cubicBezTo>
                  <a:cubicBezTo>
                    <a:pt x="366" y="1"/>
                    <a:pt x="364" y="1"/>
                    <a:pt x="36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7" name="Google Shape;397;p13"/>
          <p:cNvSpPr/>
          <p:nvPr/>
        </p:nvSpPr>
        <p:spPr>
          <a:xfrm rot="-9164518">
            <a:off x="-605226" y="3900706"/>
            <a:ext cx="3935143" cy="1894803"/>
          </a:xfrm>
          <a:custGeom>
            <a:avLst/>
            <a:gdLst/>
            <a:ahLst/>
            <a:cxnLst/>
            <a:rect l="l" t="t" r="r" b="b"/>
            <a:pathLst>
              <a:path w="26606" h="12811" extrusionOk="0">
                <a:moveTo>
                  <a:pt x="681" y="0"/>
                </a:moveTo>
                <a:cubicBezTo>
                  <a:pt x="681" y="0"/>
                  <a:pt x="0" y="3029"/>
                  <a:pt x="3131" y="4181"/>
                </a:cubicBezTo>
                <a:cubicBezTo>
                  <a:pt x="6258" y="5333"/>
                  <a:pt x="8503" y="6644"/>
                  <a:pt x="8948" y="8790"/>
                </a:cubicBezTo>
                <a:cubicBezTo>
                  <a:pt x="9301" y="10474"/>
                  <a:pt x="12290" y="12810"/>
                  <a:pt x="16574" y="12810"/>
                </a:cubicBezTo>
                <a:cubicBezTo>
                  <a:pt x="17749" y="12810"/>
                  <a:pt x="19022" y="12634"/>
                  <a:pt x="20364" y="12221"/>
                </a:cubicBezTo>
                <a:cubicBezTo>
                  <a:pt x="26605" y="10302"/>
                  <a:pt x="25770" y="7677"/>
                  <a:pt x="23067" y="6404"/>
                </a:cubicBezTo>
                <a:cubicBezTo>
                  <a:pt x="20364" y="5136"/>
                  <a:pt x="21520" y="3457"/>
                  <a:pt x="21598" y="2686"/>
                </a:cubicBezTo>
                <a:cubicBezTo>
                  <a:pt x="21679" y="1915"/>
                  <a:pt x="21195" y="159"/>
                  <a:pt x="20480" y="0"/>
                </a:cubicBezTo>
                <a:close/>
              </a:path>
            </a:pathLst>
          </a:custGeom>
          <a:solidFill>
            <a:srgbClr val="FFFFFF">
              <a:alpha val="226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13"/>
          <p:cNvSpPr/>
          <p:nvPr/>
        </p:nvSpPr>
        <p:spPr>
          <a:xfrm>
            <a:off x="4571993" y="4582222"/>
            <a:ext cx="5318609" cy="21779"/>
          </a:xfrm>
          <a:custGeom>
            <a:avLst/>
            <a:gdLst/>
            <a:ahLst/>
            <a:cxnLst/>
            <a:rect l="l" t="t" r="r" b="b"/>
            <a:pathLst>
              <a:path w="65205" h="267" extrusionOk="0">
                <a:moveTo>
                  <a:pt x="1" y="1"/>
                </a:moveTo>
                <a:lnTo>
                  <a:pt x="1" y="267"/>
                </a:lnTo>
                <a:lnTo>
                  <a:pt x="65205" y="267"/>
                </a:lnTo>
                <a:lnTo>
                  <a:pt x="65205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13"/>
          <p:cNvSpPr/>
          <p:nvPr/>
        </p:nvSpPr>
        <p:spPr>
          <a:xfrm rot="306244" flipH="1">
            <a:off x="7362390" y="-471985"/>
            <a:ext cx="3241825" cy="1560965"/>
          </a:xfrm>
          <a:custGeom>
            <a:avLst/>
            <a:gdLst/>
            <a:ahLst/>
            <a:cxnLst/>
            <a:rect l="l" t="t" r="r" b="b"/>
            <a:pathLst>
              <a:path w="26606" h="12811" extrusionOk="0">
                <a:moveTo>
                  <a:pt x="681" y="0"/>
                </a:moveTo>
                <a:cubicBezTo>
                  <a:pt x="681" y="0"/>
                  <a:pt x="0" y="3029"/>
                  <a:pt x="3131" y="4181"/>
                </a:cubicBezTo>
                <a:cubicBezTo>
                  <a:pt x="6258" y="5333"/>
                  <a:pt x="8503" y="6644"/>
                  <a:pt x="8948" y="8790"/>
                </a:cubicBezTo>
                <a:cubicBezTo>
                  <a:pt x="9301" y="10474"/>
                  <a:pt x="12290" y="12810"/>
                  <a:pt x="16574" y="12810"/>
                </a:cubicBezTo>
                <a:cubicBezTo>
                  <a:pt x="17749" y="12810"/>
                  <a:pt x="19022" y="12634"/>
                  <a:pt x="20364" y="12221"/>
                </a:cubicBezTo>
                <a:cubicBezTo>
                  <a:pt x="26605" y="10302"/>
                  <a:pt x="25770" y="7677"/>
                  <a:pt x="23067" y="6404"/>
                </a:cubicBezTo>
                <a:cubicBezTo>
                  <a:pt x="20364" y="5136"/>
                  <a:pt x="21520" y="3457"/>
                  <a:pt x="21598" y="2686"/>
                </a:cubicBezTo>
                <a:cubicBezTo>
                  <a:pt x="21679" y="1915"/>
                  <a:pt x="21195" y="159"/>
                  <a:pt x="20480" y="0"/>
                </a:cubicBezTo>
                <a:close/>
              </a:path>
            </a:pathLst>
          </a:custGeom>
          <a:solidFill>
            <a:srgbClr val="FFFFFF">
              <a:alpha val="226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0" name="Google Shape;400;p13"/>
          <p:cNvGrpSpPr/>
          <p:nvPr/>
        </p:nvGrpSpPr>
        <p:grpSpPr>
          <a:xfrm>
            <a:off x="8439529" y="1300572"/>
            <a:ext cx="734697" cy="500041"/>
            <a:chOff x="6864100" y="3366850"/>
            <a:chExt cx="195450" cy="133025"/>
          </a:xfrm>
        </p:grpSpPr>
        <p:sp>
          <p:nvSpPr>
            <p:cNvPr id="401" name="Google Shape;401;p13"/>
            <p:cNvSpPr/>
            <p:nvPr/>
          </p:nvSpPr>
          <p:spPr>
            <a:xfrm>
              <a:off x="6887975" y="3366850"/>
              <a:ext cx="23800" cy="125325"/>
            </a:xfrm>
            <a:custGeom>
              <a:avLst/>
              <a:gdLst/>
              <a:ahLst/>
              <a:cxnLst/>
              <a:rect l="l" t="t" r="r" b="b"/>
              <a:pathLst>
                <a:path w="952" h="5013" extrusionOk="0">
                  <a:moveTo>
                    <a:pt x="0" y="1"/>
                  </a:moveTo>
                  <a:lnTo>
                    <a:pt x="0" y="5012"/>
                  </a:lnTo>
                  <a:lnTo>
                    <a:pt x="951" y="5012"/>
                  </a:lnTo>
                  <a:lnTo>
                    <a:pt x="95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13"/>
            <p:cNvSpPr/>
            <p:nvPr/>
          </p:nvSpPr>
          <p:spPr>
            <a:xfrm>
              <a:off x="6887975" y="3380975"/>
              <a:ext cx="23800" cy="8600"/>
            </a:xfrm>
            <a:custGeom>
              <a:avLst/>
              <a:gdLst/>
              <a:ahLst/>
              <a:cxnLst/>
              <a:rect l="l" t="t" r="r" b="b"/>
              <a:pathLst>
                <a:path w="952" h="344" extrusionOk="0">
                  <a:moveTo>
                    <a:pt x="0" y="1"/>
                  </a:moveTo>
                  <a:lnTo>
                    <a:pt x="0" y="344"/>
                  </a:lnTo>
                  <a:lnTo>
                    <a:pt x="951" y="344"/>
                  </a:lnTo>
                  <a:lnTo>
                    <a:pt x="95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13"/>
            <p:cNvSpPr/>
            <p:nvPr/>
          </p:nvSpPr>
          <p:spPr>
            <a:xfrm>
              <a:off x="6887975" y="3472000"/>
              <a:ext cx="23800" cy="8600"/>
            </a:xfrm>
            <a:custGeom>
              <a:avLst/>
              <a:gdLst/>
              <a:ahLst/>
              <a:cxnLst/>
              <a:rect l="l" t="t" r="r" b="b"/>
              <a:pathLst>
                <a:path w="952" h="344" extrusionOk="0">
                  <a:moveTo>
                    <a:pt x="0" y="1"/>
                  </a:moveTo>
                  <a:lnTo>
                    <a:pt x="0" y="344"/>
                  </a:lnTo>
                  <a:lnTo>
                    <a:pt x="951" y="344"/>
                  </a:lnTo>
                  <a:lnTo>
                    <a:pt x="95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13"/>
            <p:cNvSpPr/>
            <p:nvPr/>
          </p:nvSpPr>
          <p:spPr>
            <a:xfrm>
              <a:off x="6911750" y="3366850"/>
              <a:ext cx="23900" cy="125325"/>
            </a:xfrm>
            <a:custGeom>
              <a:avLst/>
              <a:gdLst/>
              <a:ahLst/>
              <a:cxnLst/>
              <a:rect l="l" t="t" r="r" b="b"/>
              <a:pathLst>
                <a:path w="956" h="5013" extrusionOk="0">
                  <a:moveTo>
                    <a:pt x="0" y="1"/>
                  </a:moveTo>
                  <a:lnTo>
                    <a:pt x="0" y="5012"/>
                  </a:lnTo>
                  <a:lnTo>
                    <a:pt x="956" y="5012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13"/>
            <p:cNvSpPr/>
            <p:nvPr/>
          </p:nvSpPr>
          <p:spPr>
            <a:xfrm>
              <a:off x="6911750" y="3380975"/>
              <a:ext cx="23900" cy="8600"/>
            </a:xfrm>
            <a:custGeom>
              <a:avLst/>
              <a:gdLst/>
              <a:ahLst/>
              <a:cxnLst/>
              <a:rect l="l" t="t" r="r" b="b"/>
              <a:pathLst>
                <a:path w="956" h="344" extrusionOk="0">
                  <a:moveTo>
                    <a:pt x="0" y="1"/>
                  </a:moveTo>
                  <a:lnTo>
                    <a:pt x="0" y="344"/>
                  </a:lnTo>
                  <a:lnTo>
                    <a:pt x="956" y="344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13"/>
            <p:cNvSpPr/>
            <p:nvPr/>
          </p:nvSpPr>
          <p:spPr>
            <a:xfrm>
              <a:off x="6911750" y="3472000"/>
              <a:ext cx="23900" cy="8600"/>
            </a:xfrm>
            <a:custGeom>
              <a:avLst/>
              <a:gdLst/>
              <a:ahLst/>
              <a:cxnLst/>
              <a:rect l="l" t="t" r="r" b="b"/>
              <a:pathLst>
                <a:path w="956" h="344" extrusionOk="0">
                  <a:moveTo>
                    <a:pt x="0" y="1"/>
                  </a:moveTo>
                  <a:lnTo>
                    <a:pt x="0" y="344"/>
                  </a:lnTo>
                  <a:lnTo>
                    <a:pt x="956" y="344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13"/>
            <p:cNvSpPr/>
            <p:nvPr/>
          </p:nvSpPr>
          <p:spPr>
            <a:xfrm>
              <a:off x="6935625" y="3366850"/>
              <a:ext cx="23800" cy="125325"/>
            </a:xfrm>
            <a:custGeom>
              <a:avLst/>
              <a:gdLst/>
              <a:ahLst/>
              <a:cxnLst/>
              <a:rect l="l" t="t" r="r" b="b"/>
              <a:pathLst>
                <a:path w="952" h="5013" extrusionOk="0">
                  <a:moveTo>
                    <a:pt x="1" y="1"/>
                  </a:moveTo>
                  <a:lnTo>
                    <a:pt x="1" y="5012"/>
                  </a:lnTo>
                  <a:lnTo>
                    <a:pt x="951" y="5012"/>
                  </a:lnTo>
                  <a:lnTo>
                    <a:pt x="9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13"/>
            <p:cNvSpPr/>
            <p:nvPr/>
          </p:nvSpPr>
          <p:spPr>
            <a:xfrm>
              <a:off x="6935625" y="3380975"/>
              <a:ext cx="23800" cy="8600"/>
            </a:xfrm>
            <a:custGeom>
              <a:avLst/>
              <a:gdLst/>
              <a:ahLst/>
              <a:cxnLst/>
              <a:rect l="l" t="t" r="r" b="b"/>
              <a:pathLst>
                <a:path w="952" h="344" extrusionOk="0">
                  <a:moveTo>
                    <a:pt x="1" y="1"/>
                  </a:moveTo>
                  <a:lnTo>
                    <a:pt x="1" y="344"/>
                  </a:lnTo>
                  <a:lnTo>
                    <a:pt x="951" y="344"/>
                  </a:lnTo>
                  <a:lnTo>
                    <a:pt x="95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13"/>
            <p:cNvSpPr/>
            <p:nvPr/>
          </p:nvSpPr>
          <p:spPr>
            <a:xfrm>
              <a:off x="6935625" y="3472000"/>
              <a:ext cx="23800" cy="8600"/>
            </a:xfrm>
            <a:custGeom>
              <a:avLst/>
              <a:gdLst/>
              <a:ahLst/>
              <a:cxnLst/>
              <a:rect l="l" t="t" r="r" b="b"/>
              <a:pathLst>
                <a:path w="952" h="344" extrusionOk="0">
                  <a:moveTo>
                    <a:pt x="1" y="1"/>
                  </a:moveTo>
                  <a:lnTo>
                    <a:pt x="1" y="344"/>
                  </a:lnTo>
                  <a:lnTo>
                    <a:pt x="951" y="344"/>
                  </a:lnTo>
                  <a:lnTo>
                    <a:pt x="95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13"/>
            <p:cNvSpPr/>
            <p:nvPr/>
          </p:nvSpPr>
          <p:spPr>
            <a:xfrm>
              <a:off x="6959400" y="3372300"/>
              <a:ext cx="83650" cy="120300"/>
            </a:xfrm>
            <a:custGeom>
              <a:avLst/>
              <a:gdLst/>
              <a:ahLst/>
              <a:cxnLst/>
              <a:rect l="l" t="t" r="r" b="b"/>
              <a:pathLst>
                <a:path w="3346" h="4812" extrusionOk="0">
                  <a:moveTo>
                    <a:pt x="827" y="1"/>
                  </a:moveTo>
                  <a:lnTo>
                    <a:pt x="0" y="481"/>
                  </a:lnTo>
                  <a:lnTo>
                    <a:pt x="2519" y="4811"/>
                  </a:lnTo>
                  <a:lnTo>
                    <a:pt x="3346" y="4332"/>
                  </a:lnTo>
                  <a:lnTo>
                    <a:pt x="82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13"/>
            <p:cNvSpPr/>
            <p:nvPr/>
          </p:nvSpPr>
          <p:spPr>
            <a:xfrm>
              <a:off x="6966575" y="3384525"/>
              <a:ext cx="24875" cy="19400"/>
            </a:xfrm>
            <a:custGeom>
              <a:avLst/>
              <a:gdLst/>
              <a:ahLst/>
              <a:cxnLst/>
              <a:rect l="l" t="t" r="r" b="b"/>
              <a:pathLst>
                <a:path w="995" h="776" extrusionOk="0">
                  <a:moveTo>
                    <a:pt x="823" y="0"/>
                  </a:moveTo>
                  <a:lnTo>
                    <a:pt x="0" y="480"/>
                  </a:lnTo>
                  <a:lnTo>
                    <a:pt x="172" y="776"/>
                  </a:lnTo>
                  <a:lnTo>
                    <a:pt x="994" y="296"/>
                  </a:lnTo>
                  <a:lnTo>
                    <a:pt x="82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13"/>
            <p:cNvSpPr/>
            <p:nvPr/>
          </p:nvSpPr>
          <p:spPr>
            <a:xfrm>
              <a:off x="7012300" y="3463225"/>
              <a:ext cx="24975" cy="19400"/>
            </a:xfrm>
            <a:custGeom>
              <a:avLst/>
              <a:gdLst/>
              <a:ahLst/>
              <a:cxnLst/>
              <a:rect l="l" t="t" r="r" b="b"/>
              <a:pathLst>
                <a:path w="999" h="776" extrusionOk="0">
                  <a:moveTo>
                    <a:pt x="823" y="1"/>
                  </a:moveTo>
                  <a:lnTo>
                    <a:pt x="1" y="480"/>
                  </a:lnTo>
                  <a:lnTo>
                    <a:pt x="172" y="776"/>
                  </a:lnTo>
                  <a:lnTo>
                    <a:pt x="999" y="296"/>
                  </a:lnTo>
                  <a:lnTo>
                    <a:pt x="82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13"/>
            <p:cNvSpPr/>
            <p:nvPr/>
          </p:nvSpPr>
          <p:spPr>
            <a:xfrm>
              <a:off x="6864100" y="3492150"/>
              <a:ext cx="195450" cy="7725"/>
            </a:xfrm>
            <a:custGeom>
              <a:avLst/>
              <a:gdLst/>
              <a:ahLst/>
              <a:cxnLst/>
              <a:rect l="l" t="t" r="r" b="b"/>
              <a:pathLst>
                <a:path w="7818" h="309" extrusionOk="0">
                  <a:moveTo>
                    <a:pt x="0" y="0"/>
                  </a:moveTo>
                  <a:lnTo>
                    <a:pt x="0" y="309"/>
                  </a:lnTo>
                  <a:lnTo>
                    <a:pt x="7818" y="309"/>
                  </a:lnTo>
                  <a:lnTo>
                    <a:pt x="781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4" name="Google Shape;414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15" name="Google Shape;415;p13"/>
          <p:cNvSpPr txBox="1">
            <a:spLocks noGrp="1"/>
          </p:cNvSpPr>
          <p:nvPr>
            <p:ph type="title" idx="2" hasCustomPrompt="1"/>
          </p:nvPr>
        </p:nvSpPr>
        <p:spPr>
          <a:xfrm>
            <a:off x="1505375" y="1480883"/>
            <a:ext cx="734700" cy="447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16" name="Google Shape;416;p13"/>
          <p:cNvSpPr txBox="1">
            <a:spLocks noGrp="1"/>
          </p:cNvSpPr>
          <p:nvPr>
            <p:ph type="title" idx="3" hasCustomPrompt="1"/>
          </p:nvPr>
        </p:nvSpPr>
        <p:spPr>
          <a:xfrm>
            <a:off x="1505375" y="2914291"/>
            <a:ext cx="734700" cy="447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17" name="Google Shape;417;p13"/>
          <p:cNvSpPr txBox="1">
            <a:spLocks noGrp="1"/>
          </p:cNvSpPr>
          <p:nvPr>
            <p:ph type="title" idx="4" hasCustomPrompt="1"/>
          </p:nvPr>
        </p:nvSpPr>
        <p:spPr>
          <a:xfrm>
            <a:off x="4204650" y="1480883"/>
            <a:ext cx="734700" cy="447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18" name="Google Shape;418;p13"/>
          <p:cNvSpPr txBox="1">
            <a:spLocks noGrp="1"/>
          </p:cNvSpPr>
          <p:nvPr>
            <p:ph type="title" idx="5" hasCustomPrompt="1"/>
          </p:nvPr>
        </p:nvSpPr>
        <p:spPr>
          <a:xfrm>
            <a:off x="4204650" y="2914291"/>
            <a:ext cx="734700" cy="447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19" name="Google Shape;419;p13"/>
          <p:cNvSpPr txBox="1">
            <a:spLocks noGrp="1"/>
          </p:cNvSpPr>
          <p:nvPr>
            <p:ph type="title" idx="6" hasCustomPrompt="1"/>
          </p:nvPr>
        </p:nvSpPr>
        <p:spPr>
          <a:xfrm>
            <a:off x="6903925" y="1480883"/>
            <a:ext cx="734700" cy="447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20" name="Google Shape;420;p13"/>
          <p:cNvSpPr txBox="1">
            <a:spLocks noGrp="1"/>
          </p:cNvSpPr>
          <p:nvPr>
            <p:ph type="title" idx="7" hasCustomPrompt="1"/>
          </p:nvPr>
        </p:nvSpPr>
        <p:spPr>
          <a:xfrm>
            <a:off x="6903925" y="2914291"/>
            <a:ext cx="734700" cy="447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21" name="Google Shape;421;p13"/>
          <p:cNvSpPr txBox="1">
            <a:spLocks noGrp="1"/>
          </p:cNvSpPr>
          <p:nvPr>
            <p:ph type="subTitle" idx="1"/>
          </p:nvPr>
        </p:nvSpPr>
        <p:spPr>
          <a:xfrm>
            <a:off x="1034975" y="1928475"/>
            <a:ext cx="1675500" cy="7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22" name="Google Shape;422;p13"/>
          <p:cNvSpPr txBox="1">
            <a:spLocks noGrp="1"/>
          </p:cNvSpPr>
          <p:nvPr>
            <p:ph type="subTitle" idx="8"/>
          </p:nvPr>
        </p:nvSpPr>
        <p:spPr>
          <a:xfrm>
            <a:off x="3734250" y="1928475"/>
            <a:ext cx="1675500" cy="7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23" name="Google Shape;423;p13"/>
          <p:cNvSpPr txBox="1">
            <a:spLocks noGrp="1"/>
          </p:cNvSpPr>
          <p:nvPr>
            <p:ph type="subTitle" idx="9"/>
          </p:nvPr>
        </p:nvSpPr>
        <p:spPr>
          <a:xfrm>
            <a:off x="6433525" y="1928475"/>
            <a:ext cx="1675500" cy="7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24" name="Google Shape;424;p13"/>
          <p:cNvSpPr txBox="1">
            <a:spLocks noGrp="1"/>
          </p:cNvSpPr>
          <p:nvPr>
            <p:ph type="subTitle" idx="13"/>
          </p:nvPr>
        </p:nvSpPr>
        <p:spPr>
          <a:xfrm>
            <a:off x="1034975" y="3361850"/>
            <a:ext cx="1675500" cy="7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25" name="Google Shape;425;p13"/>
          <p:cNvSpPr txBox="1">
            <a:spLocks noGrp="1"/>
          </p:cNvSpPr>
          <p:nvPr>
            <p:ph type="subTitle" idx="14"/>
          </p:nvPr>
        </p:nvSpPr>
        <p:spPr>
          <a:xfrm>
            <a:off x="3734250" y="3361850"/>
            <a:ext cx="1675500" cy="7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26" name="Google Shape;426;p13"/>
          <p:cNvSpPr txBox="1">
            <a:spLocks noGrp="1"/>
          </p:cNvSpPr>
          <p:nvPr>
            <p:ph type="subTitle" idx="15"/>
          </p:nvPr>
        </p:nvSpPr>
        <p:spPr>
          <a:xfrm>
            <a:off x="6433525" y="3361850"/>
            <a:ext cx="1675500" cy="7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427" name="Google Shape;427;p13"/>
          <p:cNvGrpSpPr/>
          <p:nvPr/>
        </p:nvGrpSpPr>
        <p:grpSpPr>
          <a:xfrm>
            <a:off x="-244350" y="2480775"/>
            <a:ext cx="957565" cy="1075049"/>
            <a:chOff x="-244350" y="2480775"/>
            <a:chExt cx="957565" cy="1075049"/>
          </a:xfrm>
        </p:grpSpPr>
        <p:grpSp>
          <p:nvGrpSpPr>
            <p:cNvPr id="428" name="Google Shape;428;p13"/>
            <p:cNvGrpSpPr/>
            <p:nvPr/>
          </p:nvGrpSpPr>
          <p:grpSpPr>
            <a:xfrm>
              <a:off x="190425" y="2855625"/>
              <a:ext cx="522790" cy="700199"/>
              <a:chOff x="197225" y="2855625"/>
              <a:chExt cx="522790" cy="700199"/>
            </a:xfrm>
          </p:grpSpPr>
          <p:sp>
            <p:nvSpPr>
              <p:cNvPr id="429" name="Google Shape;429;p13"/>
              <p:cNvSpPr/>
              <p:nvPr/>
            </p:nvSpPr>
            <p:spPr>
              <a:xfrm>
                <a:off x="197225" y="2855625"/>
                <a:ext cx="522790" cy="700199"/>
              </a:xfrm>
              <a:custGeom>
                <a:avLst/>
                <a:gdLst/>
                <a:ahLst/>
                <a:cxnLst/>
                <a:rect l="l" t="t" r="r" b="b"/>
                <a:pathLst>
                  <a:path w="16871" h="22598" extrusionOk="0">
                    <a:moveTo>
                      <a:pt x="15291" y="1579"/>
                    </a:moveTo>
                    <a:lnTo>
                      <a:pt x="15291" y="21018"/>
                    </a:lnTo>
                    <a:lnTo>
                      <a:pt x="1579" y="21018"/>
                    </a:lnTo>
                    <a:lnTo>
                      <a:pt x="1579" y="1579"/>
                    </a:lnTo>
                    <a:close/>
                    <a:moveTo>
                      <a:pt x="0" y="0"/>
                    </a:moveTo>
                    <a:lnTo>
                      <a:pt x="0" y="22597"/>
                    </a:lnTo>
                    <a:lnTo>
                      <a:pt x="16870" y="22597"/>
                    </a:lnTo>
                    <a:lnTo>
                      <a:pt x="1687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Google Shape;430;p13"/>
              <p:cNvSpPr/>
              <p:nvPr/>
            </p:nvSpPr>
            <p:spPr>
              <a:xfrm>
                <a:off x="246153" y="2904552"/>
                <a:ext cx="424932" cy="602348"/>
              </a:xfrm>
              <a:custGeom>
                <a:avLst/>
                <a:gdLst/>
                <a:ahLst/>
                <a:cxnLst/>
                <a:rect l="l" t="t" r="r" b="b"/>
                <a:pathLst>
                  <a:path w="13713" h="19440" extrusionOk="0">
                    <a:moveTo>
                      <a:pt x="0" y="0"/>
                    </a:moveTo>
                    <a:lnTo>
                      <a:pt x="0" y="19439"/>
                    </a:lnTo>
                    <a:lnTo>
                      <a:pt x="13712" y="19439"/>
                    </a:lnTo>
                    <a:lnTo>
                      <a:pt x="1371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Google Shape;431;p13"/>
              <p:cNvSpPr/>
              <p:nvPr/>
            </p:nvSpPr>
            <p:spPr>
              <a:xfrm>
                <a:off x="271035" y="2974674"/>
                <a:ext cx="387313" cy="483025"/>
              </a:xfrm>
              <a:custGeom>
                <a:avLst/>
                <a:gdLst/>
                <a:ahLst/>
                <a:cxnLst/>
                <a:rect l="l" t="t" r="r" b="b"/>
                <a:pathLst>
                  <a:path w="12499" h="15589" extrusionOk="0">
                    <a:moveTo>
                      <a:pt x="9215" y="1"/>
                    </a:moveTo>
                    <a:cubicBezTo>
                      <a:pt x="9173" y="1"/>
                      <a:pt x="9138" y="17"/>
                      <a:pt x="9109" y="39"/>
                    </a:cubicBezTo>
                    <a:cubicBezTo>
                      <a:pt x="8440" y="628"/>
                      <a:pt x="7985" y="1430"/>
                      <a:pt x="7815" y="2305"/>
                    </a:cubicBezTo>
                    <a:cubicBezTo>
                      <a:pt x="7655" y="3152"/>
                      <a:pt x="7771" y="4044"/>
                      <a:pt x="8145" y="4829"/>
                    </a:cubicBezTo>
                    <a:cubicBezTo>
                      <a:pt x="8190" y="5481"/>
                      <a:pt x="7940" y="6052"/>
                      <a:pt x="7574" y="6533"/>
                    </a:cubicBezTo>
                    <a:cubicBezTo>
                      <a:pt x="7556" y="5748"/>
                      <a:pt x="7298" y="4963"/>
                      <a:pt x="6843" y="4321"/>
                    </a:cubicBezTo>
                    <a:cubicBezTo>
                      <a:pt x="6334" y="3589"/>
                      <a:pt x="5585" y="3045"/>
                      <a:pt x="4746" y="2778"/>
                    </a:cubicBezTo>
                    <a:cubicBezTo>
                      <a:pt x="4733" y="2775"/>
                      <a:pt x="4720" y="2774"/>
                      <a:pt x="4708" y="2774"/>
                    </a:cubicBezTo>
                    <a:cubicBezTo>
                      <a:pt x="4670" y="2774"/>
                      <a:pt x="4637" y="2784"/>
                      <a:pt x="4604" y="2804"/>
                    </a:cubicBezTo>
                    <a:cubicBezTo>
                      <a:pt x="4568" y="2831"/>
                      <a:pt x="4541" y="2876"/>
                      <a:pt x="4541" y="2929"/>
                    </a:cubicBezTo>
                    <a:cubicBezTo>
                      <a:pt x="4541" y="4696"/>
                      <a:pt x="5603" y="6248"/>
                      <a:pt x="7253" y="6908"/>
                    </a:cubicBezTo>
                    <a:cubicBezTo>
                      <a:pt x="6771" y="7416"/>
                      <a:pt x="6209" y="7782"/>
                      <a:pt x="5853" y="7987"/>
                    </a:cubicBezTo>
                    <a:cubicBezTo>
                      <a:pt x="5603" y="8130"/>
                      <a:pt x="5353" y="8273"/>
                      <a:pt x="5094" y="8407"/>
                    </a:cubicBezTo>
                    <a:cubicBezTo>
                      <a:pt x="4943" y="8496"/>
                      <a:pt x="4782" y="8585"/>
                      <a:pt x="4621" y="8674"/>
                    </a:cubicBezTo>
                    <a:cubicBezTo>
                      <a:pt x="4898" y="7871"/>
                      <a:pt x="4925" y="6988"/>
                      <a:pt x="4675" y="6168"/>
                    </a:cubicBezTo>
                    <a:cubicBezTo>
                      <a:pt x="4425" y="5320"/>
                      <a:pt x="3890" y="4571"/>
                      <a:pt x="3167" y="4044"/>
                    </a:cubicBezTo>
                    <a:cubicBezTo>
                      <a:pt x="3144" y="4027"/>
                      <a:pt x="3114" y="4017"/>
                      <a:pt x="3083" y="4017"/>
                    </a:cubicBezTo>
                    <a:cubicBezTo>
                      <a:pt x="3066" y="4017"/>
                      <a:pt x="3049" y="4020"/>
                      <a:pt x="3033" y="4026"/>
                    </a:cubicBezTo>
                    <a:cubicBezTo>
                      <a:pt x="2989" y="4044"/>
                      <a:pt x="2953" y="4080"/>
                      <a:pt x="2935" y="4125"/>
                    </a:cubicBezTo>
                    <a:cubicBezTo>
                      <a:pt x="2364" y="5837"/>
                      <a:pt x="2917" y="7684"/>
                      <a:pt x="4336" y="8835"/>
                    </a:cubicBezTo>
                    <a:cubicBezTo>
                      <a:pt x="3560" y="9281"/>
                      <a:pt x="2828" y="9798"/>
                      <a:pt x="2347" y="10557"/>
                    </a:cubicBezTo>
                    <a:cubicBezTo>
                      <a:pt x="2543" y="9825"/>
                      <a:pt x="2534" y="9058"/>
                      <a:pt x="2320" y="8335"/>
                    </a:cubicBezTo>
                    <a:cubicBezTo>
                      <a:pt x="2070" y="7488"/>
                      <a:pt x="1535" y="6730"/>
                      <a:pt x="812" y="6212"/>
                    </a:cubicBezTo>
                    <a:cubicBezTo>
                      <a:pt x="789" y="6195"/>
                      <a:pt x="759" y="6185"/>
                      <a:pt x="728" y="6185"/>
                    </a:cubicBezTo>
                    <a:cubicBezTo>
                      <a:pt x="711" y="6185"/>
                      <a:pt x="694" y="6188"/>
                      <a:pt x="678" y="6194"/>
                    </a:cubicBezTo>
                    <a:cubicBezTo>
                      <a:pt x="625" y="6203"/>
                      <a:pt x="589" y="6239"/>
                      <a:pt x="571" y="6292"/>
                    </a:cubicBezTo>
                    <a:cubicBezTo>
                      <a:pt x="0" y="8005"/>
                      <a:pt x="553" y="9852"/>
                      <a:pt x="1990" y="11003"/>
                    </a:cubicBezTo>
                    <a:cubicBezTo>
                      <a:pt x="2016" y="11021"/>
                      <a:pt x="2052" y="11029"/>
                      <a:pt x="2088" y="11029"/>
                    </a:cubicBezTo>
                    <a:cubicBezTo>
                      <a:pt x="1481" y="12394"/>
                      <a:pt x="1740" y="14018"/>
                      <a:pt x="1981" y="15463"/>
                    </a:cubicBezTo>
                    <a:cubicBezTo>
                      <a:pt x="1999" y="15535"/>
                      <a:pt x="2052" y="15579"/>
                      <a:pt x="2124" y="15588"/>
                    </a:cubicBezTo>
                    <a:cubicBezTo>
                      <a:pt x="2132" y="15588"/>
                      <a:pt x="2141" y="15588"/>
                      <a:pt x="2150" y="15579"/>
                    </a:cubicBezTo>
                    <a:cubicBezTo>
                      <a:pt x="2231" y="15570"/>
                      <a:pt x="2293" y="15490"/>
                      <a:pt x="2275" y="15410"/>
                    </a:cubicBezTo>
                    <a:cubicBezTo>
                      <a:pt x="2052" y="14063"/>
                      <a:pt x="1802" y="12546"/>
                      <a:pt x="2302" y="11288"/>
                    </a:cubicBezTo>
                    <a:cubicBezTo>
                      <a:pt x="3096" y="11920"/>
                      <a:pt x="4044" y="12243"/>
                      <a:pt x="4998" y="12243"/>
                    </a:cubicBezTo>
                    <a:cubicBezTo>
                      <a:pt x="5727" y="12243"/>
                      <a:pt x="6460" y="12054"/>
                      <a:pt x="7128" y="11672"/>
                    </a:cubicBezTo>
                    <a:cubicBezTo>
                      <a:pt x="7164" y="11645"/>
                      <a:pt x="7191" y="11600"/>
                      <a:pt x="7200" y="11556"/>
                    </a:cubicBezTo>
                    <a:cubicBezTo>
                      <a:pt x="7209" y="11502"/>
                      <a:pt x="7191" y="11458"/>
                      <a:pt x="7155" y="11422"/>
                    </a:cubicBezTo>
                    <a:cubicBezTo>
                      <a:pt x="6504" y="10824"/>
                      <a:pt x="5656" y="10450"/>
                      <a:pt x="4773" y="10369"/>
                    </a:cubicBezTo>
                    <a:cubicBezTo>
                      <a:pt x="4652" y="10358"/>
                      <a:pt x="4531" y="10353"/>
                      <a:pt x="4410" y="10353"/>
                    </a:cubicBezTo>
                    <a:cubicBezTo>
                      <a:pt x="3755" y="10353"/>
                      <a:pt x="3106" y="10514"/>
                      <a:pt x="2534" y="10815"/>
                    </a:cubicBezTo>
                    <a:cubicBezTo>
                      <a:pt x="2534" y="10806"/>
                      <a:pt x="2534" y="10806"/>
                      <a:pt x="2543" y="10798"/>
                    </a:cubicBezTo>
                    <a:cubicBezTo>
                      <a:pt x="3007" y="10021"/>
                      <a:pt x="3765" y="9504"/>
                      <a:pt x="4568" y="9040"/>
                    </a:cubicBezTo>
                    <a:cubicBezTo>
                      <a:pt x="4577" y="9049"/>
                      <a:pt x="4577" y="9058"/>
                      <a:pt x="4586" y="9067"/>
                    </a:cubicBezTo>
                    <a:cubicBezTo>
                      <a:pt x="5391" y="9739"/>
                      <a:pt x="6371" y="10084"/>
                      <a:pt x="7357" y="10084"/>
                    </a:cubicBezTo>
                    <a:cubicBezTo>
                      <a:pt x="8085" y="10084"/>
                      <a:pt x="8816" y="9896"/>
                      <a:pt x="9483" y="9513"/>
                    </a:cubicBezTo>
                    <a:cubicBezTo>
                      <a:pt x="9528" y="9486"/>
                      <a:pt x="9555" y="9442"/>
                      <a:pt x="9564" y="9388"/>
                    </a:cubicBezTo>
                    <a:cubicBezTo>
                      <a:pt x="9564" y="9343"/>
                      <a:pt x="9546" y="9299"/>
                      <a:pt x="9510" y="9263"/>
                    </a:cubicBezTo>
                    <a:cubicBezTo>
                      <a:pt x="8859" y="8656"/>
                      <a:pt x="8011" y="8282"/>
                      <a:pt x="7128" y="8202"/>
                    </a:cubicBezTo>
                    <a:cubicBezTo>
                      <a:pt x="7014" y="8191"/>
                      <a:pt x="6898" y="8186"/>
                      <a:pt x="6783" y="8186"/>
                    </a:cubicBezTo>
                    <a:cubicBezTo>
                      <a:pt x="6503" y="8186"/>
                      <a:pt x="6222" y="8216"/>
                      <a:pt x="5951" y="8273"/>
                    </a:cubicBezTo>
                    <a:cubicBezTo>
                      <a:pt x="5968" y="8264"/>
                      <a:pt x="5986" y="8255"/>
                      <a:pt x="6004" y="8246"/>
                    </a:cubicBezTo>
                    <a:cubicBezTo>
                      <a:pt x="6397" y="8014"/>
                      <a:pt x="7048" y="7586"/>
                      <a:pt x="7574" y="6997"/>
                    </a:cubicBezTo>
                    <a:cubicBezTo>
                      <a:pt x="7583" y="6997"/>
                      <a:pt x="7583" y="7006"/>
                      <a:pt x="7583" y="7006"/>
                    </a:cubicBezTo>
                    <a:cubicBezTo>
                      <a:pt x="7601" y="7051"/>
                      <a:pt x="7628" y="7077"/>
                      <a:pt x="7672" y="7095"/>
                    </a:cubicBezTo>
                    <a:cubicBezTo>
                      <a:pt x="8199" y="7302"/>
                      <a:pt x="8742" y="7402"/>
                      <a:pt x="9277" y="7402"/>
                    </a:cubicBezTo>
                    <a:cubicBezTo>
                      <a:pt x="10471" y="7402"/>
                      <a:pt x="11622" y="6902"/>
                      <a:pt x="12454" y="5971"/>
                    </a:cubicBezTo>
                    <a:cubicBezTo>
                      <a:pt x="12490" y="5927"/>
                      <a:pt x="12499" y="5882"/>
                      <a:pt x="12490" y="5829"/>
                    </a:cubicBezTo>
                    <a:cubicBezTo>
                      <a:pt x="12481" y="5784"/>
                      <a:pt x="12454" y="5748"/>
                      <a:pt x="12409" y="5721"/>
                    </a:cubicBezTo>
                    <a:cubicBezTo>
                      <a:pt x="11880" y="5489"/>
                      <a:pt x="11305" y="5370"/>
                      <a:pt x="10728" y="5370"/>
                    </a:cubicBezTo>
                    <a:cubicBezTo>
                      <a:pt x="10421" y="5370"/>
                      <a:pt x="10114" y="5403"/>
                      <a:pt x="9813" y="5472"/>
                    </a:cubicBezTo>
                    <a:cubicBezTo>
                      <a:pt x="9135" y="5632"/>
                      <a:pt x="8511" y="5971"/>
                      <a:pt x="8002" y="6435"/>
                    </a:cubicBezTo>
                    <a:cubicBezTo>
                      <a:pt x="8288" y="5989"/>
                      <a:pt x="8466" y="5463"/>
                      <a:pt x="8440" y="4892"/>
                    </a:cubicBezTo>
                    <a:cubicBezTo>
                      <a:pt x="9724" y="3607"/>
                      <a:pt x="10081" y="1734"/>
                      <a:pt x="9350" y="92"/>
                    </a:cubicBezTo>
                    <a:cubicBezTo>
                      <a:pt x="9332" y="48"/>
                      <a:pt x="9287" y="12"/>
                      <a:pt x="9243" y="3"/>
                    </a:cubicBezTo>
                    <a:cubicBezTo>
                      <a:pt x="9233" y="2"/>
                      <a:pt x="9224" y="1"/>
                      <a:pt x="921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13"/>
              <p:cNvSpPr/>
              <p:nvPr/>
            </p:nvSpPr>
            <p:spPr>
              <a:xfrm>
                <a:off x="246153" y="2904552"/>
                <a:ext cx="184407" cy="117216"/>
              </a:xfrm>
              <a:custGeom>
                <a:avLst/>
                <a:gdLst/>
                <a:ahLst/>
                <a:cxnLst/>
                <a:rect l="l" t="t" r="r" b="b"/>
                <a:pathLst>
                  <a:path w="5951" h="3783" extrusionOk="0">
                    <a:moveTo>
                      <a:pt x="5567" y="0"/>
                    </a:moveTo>
                    <a:cubicBezTo>
                      <a:pt x="5523" y="27"/>
                      <a:pt x="5487" y="63"/>
                      <a:pt x="5442" y="89"/>
                    </a:cubicBezTo>
                    <a:cubicBezTo>
                      <a:pt x="4934" y="535"/>
                      <a:pt x="4845" y="1053"/>
                      <a:pt x="4764" y="1552"/>
                    </a:cubicBezTo>
                    <a:cubicBezTo>
                      <a:pt x="4648" y="2204"/>
                      <a:pt x="4541" y="2819"/>
                      <a:pt x="3551" y="3337"/>
                    </a:cubicBezTo>
                    <a:cubicBezTo>
                      <a:pt x="3230" y="3504"/>
                      <a:pt x="2906" y="3588"/>
                      <a:pt x="2580" y="3588"/>
                    </a:cubicBezTo>
                    <a:cubicBezTo>
                      <a:pt x="2091" y="3588"/>
                      <a:pt x="1596" y="3399"/>
                      <a:pt x="1098" y="3024"/>
                    </a:cubicBezTo>
                    <a:cubicBezTo>
                      <a:pt x="669" y="2694"/>
                      <a:pt x="304" y="2284"/>
                      <a:pt x="0" y="1856"/>
                    </a:cubicBezTo>
                    <a:lnTo>
                      <a:pt x="0" y="2186"/>
                    </a:lnTo>
                    <a:cubicBezTo>
                      <a:pt x="45" y="2239"/>
                      <a:pt x="81" y="2293"/>
                      <a:pt x="125" y="2337"/>
                    </a:cubicBezTo>
                    <a:cubicBezTo>
                      <a:pt x="910" y="3292"/>
                      <a:pt x="1758" y="3783"/>
                      <a:pt x="2588" y="3783"/>
                    </a:cubicBezTo>
                    <a:cubicBezTo>
                      <a:pt x="2944" y="3783"/>
                      <a:pt x="3301" y="3693"/>
                      <a:pt x="3649" y="3515"/>
                    </a:cubicBezTo>
                    <a:cubicBezTo>
                      <a:pt x="4720" y="2944"/>
                      <a:pt x="4845" y="2248"/>
                      <a:pt x="4961" y="1588"/>
                    </a:cubicBezTo>
                    <a:cubicBezTo>
                      <a:pt x="5041" y="1097"/>
                      <a:pt x="5121" y="642"/>
                      <a:pt x="5576" y="241"/>
                    </a:cubicBezTo>
                    <a:cubicBezTo>
                      <a:pt x="5683" y="143"/>
                      <a:pt x="5817" y="63"/>
                      <a:pt x="595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13"/>
              <p:cNvSpPr/>
              <p:nvPr/>
            </p:nvSpPr>
            <p:spPr>
              <a:xfrm>
                <a:off x="392100" y="3219681"/>
                <a:ext cx="278980" cy="287231"/>
              </a:xfrm>
              <a:custGeom>
                <a:avLst/>
                <a:gdLst/>
                <a:ahLst/>
                <a:cxnLst/>
                <a:rect l="l" t="t" r="r" b="b"/>
                <a:pathLst>
                  <a:path w="9003" h="9270" extrusionOk="0">
                    <a:moveTo>
                      <a:pt x="9002" y="0"/>
                    </a:moveTo>
                    <a:cubicBezTo>
                      <a:pt x="8565" y="143"/>
                      <a:pt x="8021" y="437"/>
                      <a:pt x="7459" y="1169"/>
                    </a:cubicBezTo>
                    <a:cubicBezTo>
                      <a:pt x="6834" y="1990"/>
                      <a:pt x="6852" y="2864"/>
                      <a:pt x="6870" y="3702"/>
                    </a:cubicBezTo>
                    <a:cubicBezTo>
                      <a:pt x="6897" y="4639"/>
                      <a:pt x="6915" y="5513"/>
                      <a:pt x="6058" y="6254"/>
                    </a:cubicBezTo>
                    <a:cubicBezTo>
                      <a:pt x="5549" y="6693"/>
                      <a:pt x="4966" y="6942"/>
                      <a:pt x="4412" y="6942"/>
                    </a:cubicBezTo>
                    <a:cubicBezTo>
                      <a:pt x="4392" y="6942"/>
                      <a:pt x="4373" y="6941"/>
                      <a:pt x="4354" y="6941"/>
                    </a:cubicBezTo>
                    <a:cubicBezTo>
                      <a:pt x="4042" y="6932"/>
                      <a:pt x="3721" y="6860"/>
                      <a:pt x="3409" y="6789"/>
                    </a:cubicBezTo>
                    <a:cubicBezTo>
                      <a:pt x="3077" y="6714"/>
                      <a:pt x="2732" y="6638"/>
                      <a:pt x="2380" y="6638"/>
                    </a:cubicBezTo>
                    <a:cubicBezTo>
                      <a:pt x="2316" y="6638"/>
                      <a:pt x="2251" y="6641"/>
                      <a:pt x="2186" y="6646"/>
                    </a:cubicBezTo>
                    <a:cubicBezTo>
                      <a:pt x="1036" y="6744"/>
                      <a:pt x="251" y="7788"/>
                      <a:pt x="54" y="8752"/>
                    </a:cubicBezTo>
                    <a:cubicBezTo>
                      <a:pt x="19" y="8930"/>
                      <a:pt x="1" y="9100"/>
                      <a:pt x="1" y="9269"/>
                    </a:cubicBezTo>
                    <a:lnTo>
                      <a:pt x="197" y="9269"/>
                    </a:lnTo>
                    <a:cubicBezTo>
                      <a:pt x="206" y="9108"/>
                      <a:pt x="215" y="8957"/>
                      <a:pt x="251" y="8796"/>
                    </a:cubicBezTo>
                    <a:cubicBezTo>
                      <a:pt x="429" y="7895"/>
                      <a:pt x="1152" y="6932"/>
                      <a:pt x="2204" y="6843"/>
                    </a:cubicBezTo>
                    <a:cubicBezTo>
                      <a:pt x="2264" y="6837"/>
                      <a:pt x="2323" y="6834"/>
                      <a:pt x="2382" y="6834"/>
                    </a:cubicBezTo>
                    <a:cubicBezTo>
                      <a:pt x="2707" y="6834"/>
                      <a:pt x="3032" y="6910"/>
                      <a:pt x="3364" y="6985"/>
                    </a:cubicBezTo>
                    <a:cubicBezTo>
                      <a:pt x="3685" y="7057"/>
                      <a:pt x="4015" y="7128"/>
                      <a:pt x="4354" y="7137"/>
                    </a:cubicBezTo>
                    <a:cubicBezTo>
                      <a:pt x="4364" y="7137"/>
                      <a:pt x="4375" y="7137"/>
                      <a:pt x="4385" y="7137"/>
                    </a:cubicBezTo>
                    <a:cubicBezTo>
                      <a:pt x="4991" y="7137"/>
                      <a:pt x="5631" y="6879"/>
                      <a:pt x="6192" y="6396"/>
                    </a:cubicBezTo>
                    <a:cubicBezTo>
                      <a:pt x="7111" y="5603"/>
                      <a:pt x="7093" y="4639"/>
                      <a:pt x="7066" y="3702"/>
                    </a:cubicBezTo>
                    <a:cubicBezTo>
                      <a:pt x="7048" y="2891"/>
                      <a:pt x="7031" y="2052"/>
                      <a:pt x="7619" y="1294"/>
                    </a:cubicBezTo>
                    <a:cubicBezTo>
                      <a:pt x="8128" y="625"/>
                      <a:pt x="8601" y="348"/>
                      <a:pt x="9002" y="205"/>
                    </a:cubicBezTo>
                    <a:lnTo>
                      <a:pt x="900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4" name="Google Shape;434;p13"/>
            <p:cNvGrpSpPr/>
            <p:nvPr/>
          </p:nvGrpSpPr>
          <p:grpSpPr>
            <a:xfrm>
              <a:off x="-244350" y="2480775"/>
              <a:ext cx="379648" cy="506086"/>
              <a:chOff x="-244350" y="2480775"/>
              <a:chExt cx="379648" cy="506086"/>
            </a:xfrm>
          </p:grpSpPr>
          <p:sp>
            <p:nvSpPr>
              <p:cNvPr id="435" name="Google Shape;435;p13"/>
              <p:cNvSpPr/>
              <p:nvPr/>
            </p:nvSpPr>
            <p:spPr>
              <a:xfrm>
                <a:off x="-244350" y="2480775"/>
                <a:ext cx="379648" cy="506086"/>
              </a:xfrm>
              <a:custGeom>
                <a:avLst/>
                <a:gdLst/>
                <a:ahLst/>
                <a:cxnLst/>
                <a:rect l="l" t="t" r="r" b="b"/>
                <a:pathLst>
                  <a:path w="7897" h="10527" extrusionOk="0">
                    <a:moveTo>
                      <a:pt x="7031" y="866"/>
                    </a:moveTo>
                    <a:lnTo>
                      <a:pt x="7031" y="9671"/>
                    </a:lnTo>
                    <a:lnTo>
                      <a:pt x="866" y="9671"/>
                    </a:lnTo>
                    <a:lnTo>
                      <a:pt x="866" y="866"/>
                    </a:lnTo>
                    <a:close/>
                    <a:moveTo>
                      <a:pt x="1" y="0"/>
                    </a:moveTo>
                    <a:lnTo>
                      <a:pt x="1" y="10527"/>
                    </a:lnTo>
                    <a:lnTo>
                      <a:pt x="7896" y="10527"/>
                    </a:lnTo>
                    <a:lnTo>
                      <a:pt x="789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Google Shape;436;p13"/>
              <p:cNvSpPr/>
              <p:nvPr/>
            </p:nvSpPr>
            <p:spPr>
              <a:xfrm>
                <a:off x="-202718" y="2522359"/>
                <a:ext cx="296382" cy="423348"/>
              </a:xfrm>
              <a:custGeom>
                <a:avLst/>
                <a:gdLst/>
                <a:ahLst/>
                <a:cxnLst/>
                <a:rect l="l" t="t" r="r" b="b"/>
                <a:pathLst>
                  <a:path w="6165" h="8806" extrusionOk="0">
                    <a:moveTo>
                      <a:pt x="0" y="1"/>
                    </a:moveTo>
                    <a:lnTo>
                      <a:pt x="0" y="8806"/>
                    </a:lnTo>
                    <a:lnTo>
                      <a:pt x="6165" y="8806"/>
                    </a:lnTo>
                    <a:lnTo>
                      <a:pt x="616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13"/>
              <p:cNvSpPr/>
              <p:nvPr/>
            </p:nvSpPr>
            <p:spPr>
              <a:xfrm>
                <a:off x="-67630" y="2618411"/>
                <a:ext cx="37354" cy="305853"/>
              </a:xfrm>
              <a:custGeom>
                <a:avLst/>
                <a:gdLst/>
                <a:ahLst/>
                <a:cxnLst/>
                <a:rect l="l" t="t" r="r" b="b"/>
                <a:pathLst>
                  <a:path w="777" h="6362" extrusionOk="0">
                    <a:moveTo>
                      <a:pt x="509" y="1"/>
                    </a:moveTo>
                    <a:cubicBezTo>
                      <a:pt x="491" y="10"/>
                      <a:pt x="482" y="28"/>
                      <a:pt x="482" y="45"/>
                    </a:cubicBezTo>
                    <a:cubicBezTo>
                      <a:pt x="678" y="768"/>
                      <a:pt x="562" y="1526"/>
                      <a:pt x="429" y="2178"/>
                    </a:cubicBezTo>
                    <a:cubicBezTo>
                      <a:pt x="384" y="2374"/>
                      <a:pt x="339" y="2561"/>
                      <a:pt x="295" y="2748"/>
                    </a:cubicBezTo>
                    <a:cubicBezTo>
                      <a:pt x="179" y="3257"/>
                      <a:pt x="54" y="3783"/>
                      <a:pt x="27" y="4310"/>
                    </a:cubicBezTo>
                    <a:cubicBezTo>
                      <a:pt x="0" y="5130"/>
                      <a:pt x="250" y="5871"/>
                      <a:pt x="705" y="6353"/>
                    </a:cubicBezTo>
                    <a:cubicBezTo>
                      <a:pt x="714" y="6361"/>
                      <a:pt x="723" y="6361"/>
                      <a:pt x="732" y="6361"/>
                    </a:cubicBezTo>
                    <a:cubicBezTo>
                      <a:pt x="741" y="6361"/>
                      <a:pt x="759" y="6361"/>
                      <a:pt x="759" y="6353"/>
                    </a:cubicBezTo>
                    <a:cubicBezTo>
                      <a:pt x="777" y="6335"/>
                      <a:pt x="777" y="6317"/>
                      <a:pt x="759" y="6299"/>
                    </a:cubicBezTo>
                    <a:cubicBezTo>
                      <a:pt x="313" y="5835"/>
                      <a:pt x="72" y="5113"/>
                      <a:pt x="107" y="4319"/>
                    </a:cubicBezTo>
                    <a:cubicBezTo>
                      <a:pt x="125" y="3792"/>
                      <a:pt x="250" y="3275"/>
                      <a:pt x="366" y="2766"/>
                    </a:cubicBezTo>
                    <a:cubicBezTo>
                      <a:pt x="411" y="2579"/>
                      <a:pt x="455" y="2383"/>
                      <a:pt x="500" y="2195"/>
                    </a:cubicBezTo>
                    <a:cubicBezTo>
                      <a:pt x="634" y="1535"/>
                      <a:pt x="750" y="768"/>
                      <a:pt x="553" y="28"/>
                    </a:cubicBezTo>
                    <a:cubicBezTo>
                      <a:pt x="553" y="10"/>
                      <a:pt x="527" y="1"/>
                      <a:pt x="50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438;p13"/>
              <p:cNvSpPr/>
              <p:nvPr/>
            </p:nvSpPr>
            <p:spPr>
              <a:xfrm>
                <a:off x="-101955" y="2545290"/>
                <a:ext cx="107688" cy="85189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1772" extrusionOk="0">
                    <a:moveTo>
                      <a:pt x="1600" y="1"/>
                    </a:moveTo>
                    <a:cubicBezTo>
                      <a:pt x="1552" y="1"/>
                      <a:pt x="1509" y="31"/>
                      <a:pt x="1473" y="68"/>
                    </a:cubicBezTo>
                    <a:cubicBezTo>
                      <a:pt x="1437" y="112"/>
                      <a:pt x="1419" y="175"/>
                      <a:pt x="1401" y="237"/>
                    </a:cubicBezTo>
                    <a:cubicBezTo>
                      <a:pt x="1392" y="273"/>
                      <a:pt x="1366" y="380"/>
                      <a:pt x="1330" y="523"/>
                    </a:cubicBezTo>
                    <a:cubicBezTo>
                      <a:pt x="1321" y="398"/>
                      <a:pt x="1321" y="309"/>
                      <a:pt x="1312" y="273"/>
                    </a:cubicBezTo>
                    <a:cubicBezTo>
                      <a:pt x="1303" y="210"/>
                      <a:pt x="1294" y="148"/>
                      <a:pt x="1267" y="94"/>
                    </a:cubicBezTo>
                    <a:cubicBezTo>
                      <a:pt x="1232" y="50"/>
                      <a:pt x="1178" y="5"/>
                      <a:pt x="1116" y="5"/>
                    </a:cubicBezTo>
                    <a:cubicBezTo>
                      <a:pt x="1062" y="5"/>
                      <a:pt x="1009" y="59"/>
                      <a:pt x="982" y="103"/>
                    </a:cubicBezTo>
                    <a:cubicBezTo>
                      <a:pt x="955" y="157"/>
                      <a:pt x="955" y="219"/>
                      <a:pt x="946" y="282"/>
                    </a:cubicBezTo>
                    <a:cubicBezTo>
                      <a:pt x="946" y="380"/>
                      <a:pt x="946" y="478"/>
                      <a:pt x="946" y="576"/>
                    </a:cubicBezTo>
                    <a:cubicBezTo>
                      <a:pt x="893" y="425"/>
                      <a:pt x="839" y="317"/>
                      <a:pt x="821" y="282"/>
                    </a:cubicBezTo>
                    <a:cubicBezTo>
                      <a:pt x="804" y="219"/>
                      <a:pt x="768" y="166"/>
                      <a:pt x="723" y="130"/>
                    </a:cubicBezTo>
                    <a:cubicBezTo>
                      <a:pt x="691" y="98"/>
                      <a:pt x="649" y="75"/>
                      <a:pt x="608" y="75"/>
                    </a:cubicBezTo>
                    <a:cubicBezTo>
                      <a:pt x="593" y="75"/>
                      <a:pt x="577" y="78"/>
                      <a:pt x="563" y="86"/>
                    </a:cubicBezTo>
                    <a:cubicBezTo>
                      <a:pt x="500" y="103"/>
                      <a:pt x="474" y="166"/>
                      <a:pt x="465" y="219"/>
                    </a:cubicBezTo>
                    <a:cubicBezTo>
                      <a:pt x="456" y="282"/>
                      <a:pt x="465" y="335"/>
                      <a:pt x="482" y="398"/>
                    </a:cubicBezTo>
                    <a:cubicBezTo>
                      <a:pt x="500" y="487"/>
                      <a:pt x="536" y="576"/>
                      <a:pt x="563" y="665"/>
                    </a:cubicBezTo>
                    <a:cubicBezTo>
                      <a:pt x="474" y="558"/>
                      <a:pt x="402" y="469"/>
                      <a:pt x="375" y="442"/>
                    </a:cubicBezTo>
                    <a:cubicBezTo>
                      <a:pt x="331" y="398"/>
                      <a:pt x="295" y="353"/>
                      <a:pt x="233" y="326"/>
                    </a:cubicBezTo>
                    <a:cubicBezTo>
                      <a:pt x="208" y="314"/>
                      <a:pt x="179" y="307"/>
                      <a:pt x="151" y="307"/>
                    </a:cubicBezTo>
                    <a:cubicBezTo>
                      <a:pt x="119" y="307"/>
                      <a:pt x="87" y="316"/>
                      <a:pt x="63" y="335"/>
                    </a:cubicBezTo>
                    <a:cubicBezTo>
                      <a:pt x="19" y="371"/>
                      <a:pt x="1" y="442"/>
                      <a:pt x="10" y="496"/>
                    </a:cubicBezTo>
                    <a:cubicBezTo>
                      <a:pt x="19" y="558"/>
                      <a:pt x="54" y="612"/>
                      <a:pt x="81" y="656"/>
                    </a:cubicBezTo>
                    <a:cubicBezTo>
                      <a:pt x="215" y="871"/>
                      <a:pt x="375" y="1067"/>
                      <a:pt x="545" y="1245"/>
                    </a:cubicBezTo>
                    <a:cubicBezTo>
                      <a:pt x="598" y="1298"/>
                      <a:pt x="1106" y="1772"/>
                      <a:pt x="1229" y="1772"/>
                    </a:cubicBezTo>
                    <a:cubicBezTo>
                      <a:pt x="1230" y="1772"/>
                      <a:pt x="1231" y="1772"/>
                      <a:pt x="1232" y="1772"/>
                    </a:cubicBezTo>
                    <a:cubicBezTo>
                      <a:pt x="1348" y="1763"/>
                      <a:pt x="1776" y="1210"/>
                      <a:pt x="1821" y="1147"/>
                    </a:cubicBezTo>
                    <a:cubicBezTo>
                      <a:pt x="1972" y="942"/>
                      <a:pt x="2088" y="728"/>
                      <a:pt x="2195" y="496"/>
                    </a:cubicBezTo>
                    <a:cubicBezTo>
                      <a:pt x="2213" y="442"/>
                      <a:pt x="2240" y="389"/>
                      <a:pt x="2240" y="326"/>
                    </a:cubicBezTo>
                    <a:cubicBezTo>
                      <a:pt x="2240" y="264"/>
                      <a:pt x="2213" y="202"/>
                      <a:pt x="2160" y="175"/>
                    </a:cubicBezTo>
                    <a:cubicBezTo>
                      <a:pt x="2138" y="164"/>
                      <a:pt x="2116" y="159"/>
                      <a:pt x="2093" y="159"/>
                    </a:cubicBezTo>
                    <a:cubicBezTo>
                      <a:pt x="2058" y="159"/>
                      <a:pt x="2023" y="171"/>
                      <a:pt x="1990" y="193"/>
                    </a:cubicBezTo>
                    <a:cubicBezTo>
                      <a:pt x="1937" y="228"/>
                      <a:pt x="1901" y="273"/>
                      <a:pt x="1874" y="326"/>
                    </a:cubicBezTo>
                    <a:cubicBezTo>
                      <a:pt x="1847" y="362"/>
                      <a:pt x="1785" y="451"/>
                      <a:pt x="1714" y="576"/>
                    </a:cubicBezTo>
                    <a:cubicBezTo>
                      <a:pt x="1731" y="487"/>
                      <a:pt x="1749" y="389"/>
                      <a:pt x="1758" y="300"/>
                    </a:cubicBezTo>
                    <a:cubicBezTo>
                      <a:pt x="1767" y="237"/>
                      <a:pt x="1767" y="175"/>
                      <a:pt x="1749" y="121"/>
                    </a:cubicBezTo>
                    <a:cubicBezTo>
                      <a:pt x="1731" y="68"/>
                      <a:pt x="1696" y="14"/>
                      <a:pt x="1633" y="5"/>
                    </a:cubicBezTo>
                    <a:cubicBezTo>
                      <a:pt x="1622" y="2"/>
                      <a:pt x="1611" y="1"/>
                      <a:pt x="16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Google Shape;439;p13"/>
              <p:cNvSpPr/>
              <p:nvPr/>
            </p:nvSpPr>
            <p:spPr>
              <a:xfrm>
                <a:off x="-107099" y="2734173"/>
                <a:ext cx="117591" cy="89708"/>
              </a:xfrm>
              <a:custGeom>
                <a:avLst/>
                <a:gdLst/>
                <a:ahLst/>
                <a:cxnLst/>
                <a:rect l="l" t="t" r="r" b="b"/>
                <a:pathLst>
                  <a:path w="2446" h="1866" extrusionOk="0">
                    <a:moveTo>
                      <a:pt x="43" y="1"/>
                    </a:moveTo>
                    <a:cubicBezTo>
                      <a:pt x="32" y="1"/>
                      <a:pt x="21" y="8"/>
                      <a:pt x="10" y="19"/>
                    </a:cubicBezTo>
                    <a:cubicBezTo>
                      <a:pt x="1" y="37"/>
                      <a:pt x="1" y="55"/>
                      <a:pt x="18" y="73"/>
                    </a:cubicBezTo>
                    <a:cubicBezTo>
                      <a:pt x="233" y="225"/>
                      <a:pt x="456" y="385"/>
                      <a:pt x="607" y="608"/>
                    </a:cubicBezTo>
                    <a:cubicBezTo>
                      <a:pt x="830" y="929"/>
                      <a:pt x="875" y="1741"/>
                      <a:pt x="866" y="1821"/>
                    </a:cubicBezTo>
                    <a:lnTo>
                      <a:pt x="857" y="1821"/>
                    </a:lnTo>
                    <a:cubicBezTo>
                      <a:pt x="857" y="1839"/>
                      <a:pt x="857" y="1848"/>
                      <a:pt x="875" y="1857"/>
                    </a:cubicBezTo>
                    <a:cubicBezTo>
                      <a:pt x="884" y="1866"/>
                      <a:pt x="884" y="1866"/>
                      <a:pt x="893" y="1866"/>
                    </a:cubicBezTo>
                    <a:lnTo>
                      <a:pt x="911" y="1866"/>
                    </a:lnTo>
                    <a:cubicBezTo>
                      <a:pt x="920" y="1857"/>
                      <a:pt x="928" y="1848"/>
                      <a:pt x="937" y="1839"/>
                    </a:cubicBezTo>
                    <a:cubicBezTo>
                      <a:pt x="1000" y="1634"/>
                      <a:pt x="1205" y="1527"/>
                      <a:pt x="1321" y="1482"/>
                    </a:cubicBezTo>
                    <a:cubicBezTo>
                      <a:pt x="1446" y="1429"/>
                      <a:pt x="1589" y="1411"/>
                      <a:pt x="1713" y="1384"/>
                    </a:cubicBezTo>
                    <a:cubicBezTo>
                      <a:pt x="1776" y="1375"/>
                      <a:pt x="1838" y="1366"/>
                      <a:pt x="1892" y="1349"/>
                    </a:cubicBezTo>
                    <a:cubicBezTo>
                      <a:pt x="2052" y="1322"/>
                      <a:pt x="2284" y="1259"/>
                      <a:pt x="2436" y="1090"/>
                    </a:cubicBezTo>
                    <a:cubicBezTo>
                      <a:pt x="2445" y="1072"/>
                      <a:pt x="2445" y="1045"/>
                      <a:pt x="2436" y="1036"/>
                    </a:cubicBezTo>
                    <a:cubicBezTo>
                      <a:pt x="2427" y="1027"/>
                      <a:pt x="2416" y="1023"/>
                      <a:pt x="2406" y="1023"/>
                    </a:cubicBezTo>
                    <a:cubicBezTo>
                      <a:pt x="2396" y="1023"/>
                      <a:pt x="2387" y="1027"/>
                      <a:pt x="2383" y="1036"/>
                    </a:cubicBezTo>
                    <a:cubicBezTo>
                      <a:pt x="2276" y="1152"/>
                      <a:pt x="2115" y="1233"/>
                      <a:pt x="1874" y="1277"/>
                    </a:cubicBezTo>
                    <a:cubicBezTo>
                      <a:pt x="1821" y="1295"/>
                      <a:pt x="1758" y="1304"/>
                      <a:pt x="1705" y="1313"/>
                    </a:cubicBezTo>
                    <a:cubicBezTo>
                      <a:pt x="1571" y="1340"/>
                      <a:pt x="1428" y="1357"/>
                      <a:pt x="1294" y="1411"/>
                    </a:cubicBezTo>
                    <a:cubicBezTo>
                      <a:pt x="1196" y="1447"/>
                      <a:pt x="1035" y="1527"/>
                      <a:pt x="928" y="1670"/>
                    </a:cubicBezTo>
                    <a:cubicBezTo>
                      <a:pt x="920" y="1393"/>
                      <a:pt x="857" y="831"/>
                      <a:pt x="670" y="564"/>
                    </a:cubicBezTo>
                    <a:cubicBezTo>
                      <a:pt x="509" y="332"/>
                      <a:pt x="277" y="162"/>
                      <a:pt x="63" y="10"/>
                    </a:cubicBezTo>
                    <a:cubicBezTo>
                      <a:pt x="56" y="4"/>
                      <a:pt x="49" y="1"/>
                      <a:pt x="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Google Shape;440;p13"/>
              <p:cNvSpPr/>
              <p:nvPr/>
            </p:nvSpPr>
            <p:spPr>
              <a:xfrm>
                <a:off x="-10614" y="2704559"/>
                <a:ext cx="92689" cy="89996"/>
              </a:xfrm>
              <a:custGeom>
                <a:avLst/>
                <a:gdLst/>
                <a:ahLst/>
                <a:cxnLst/>
                <a:rect l="l" t="t" r="r" b="b"/>
                <a:pathLst>
                  <a:path w="1928" h="1872" extrusionOk="0">
                    <a:moveTo>
                      <a:pt x="270" y="1"/>
                    </a:moveTo>
                    <a:cubicBezTo>
                      <a:pt x="220" y="1"/>
                      <a:pt x="168" y="34"/>
                      <a:pt x="144" y="82"/>
                    </a:cubicBezTo>
                    <a:cubicBezTo>
                      <a:pt x="108" y="127"/>
                      <a:pt x="90" y="189"/>
                      <a:pt x="81" y="243"/>
                    </a:cubicBezTo>
                    <a:cubicBezTo>
                      <a:pt x="28" y="493"/>
                      <a:pt x="1" y="742"/>
                      <a:pt x="1" y="992"/>
                    </a:cubicBezTo>
                    <a:cubicBezTo>
                      <a:pt x="1" y="1064"/>
                      <a:pt x="37" y="1768"/>
                      <a:pt x="126" y="1840"/>
                    </a:cubicBezTo>
                    <a:cubicBezTo>
                      <a:pt x="151" y="1863"/>
                      <a:pt x="227" y="1871"/>
                      <a:pt x="323" y="1871"/>
                    </a:cubicBezTo>
                    <a:cubicBezTo>
                      <a:pt x="563" y="1871"/>
                      <a:pt x="931" y="1819"/>
                      <a:pt x="982" y="1813"/>
                    </a:cubicBezTo>
                    <a:cubicBezTo>
                      <a:pt x="1232" y="1768"/>
                      <a:pt x="1473" y="1697"/>
                      <a:pt x="1705" y="1599"/>
                    </a:cubicBezTo>
                    <a:cubicBezTo>
                      <a:pt x="1758" y="1572"/>
                      <a:pt x="1812" y="1554"/>
                      <a:pt x="1856" y="1510"/>
                    </a:cubicBezTo>
                    <a:cubicBezTo>
                      <a:pt x="1901" y="1465"/>
                      <a:pt x="1928" y="1403"/>
                      <a:pt x="1910" y="1349"/>
                    </a:cubicBezTo>
                    <a:cubicBezTo>
                      <a:pt x="1892" y="1287"/>
                      <a:pt x="1830" y="1251"/>
                      <a:pt x="1776" y="1242"/>
                    </a:cubicBezTo>
                    <a:cubicBezTo>
                      <a:pt x="1757" y="1236"/>
                      <a:pt x="1737" y="1234"/>
                      <a:pt x="1718" y="1234"/>
                    </a:cubicBezTo>
                    <a:cubicBezTo>
                      <a:pt x="1676" y="1234"/>
                      <a:pt x="1635" y="1245"/>
                      <a:pt x="1598" y="1251"/>
                    </a:cubicBezTo>
                    <a:cubicBezTo>
                      <a:pt x="1553" y="1260"/>
                      <a:pt x="1446" y="1287"/>
                      <a:pt x="1303" y="1322"/>
                    </a:cubicBezTo>
                    <a:cubicBezTo>
                      <a:pt x="1384" y="1269"/>
                      <a:pt x="1464" y="1215"/>
                      <a:pt x="1535" y="1153"/>
                    </a:cubicBezTo>
                    <a:cubicBezTo>
                      <a:pt x="1580" y="1117"/>
                      <a:pt x="1625" y="1072"/>
                      <a:pt x="1651" y="1019"/>
                    </a:cubicBezTo>
                    <a:cubicBezTo>
                      <a:pt x="1678" y="974"/>
                      <a:pt x="1687" y="903"/>
                      <a:pt x="1651" y="858"/>
                    </a:cubicBezTo>
                    <a:cubicBezTo>
                      <a:pt x="1621" y="814"/>
                      <a:pt x="1573" y="794"/>
                      <a:pt x="1521" y="794"/>
                    </a:cubicBezTo>
                    <a:cubicBezTo>
                      <a:pt x="1511" y="794"/>
                      <a:pt x="1501" y="794"/>
                      <a:pt x="1491" y="796"/>
                    </a:cubicBezTo>
                    <a:cubicBezTo>
                      <a:pt x="1428" y="796"/>
                      <a:pt x="1375" y="832"/>
                      <a:pt x="1321" y="858"/>
                    </a:cubicBezTo>
                    <a:cubicBezTo>
                      <a:pt x="1286" y="876"/>
                      <a:pt x="1196" y="939"/>
                      <a:pt x="1071" y="1019"/>
                    </a:cubicBezTo>
                    <a:cubicBezTo>
                      <a:pt x="1152" y="930"/>
                      <a:pt x="1205" y="849"/>
                      <a:pt x="1232" y="823"/>
                    </a:cubicBezTo>
                    <a:cubicBezTo>
                      <a:pt x="1268" y="778"/>
                      <a:pt x="1303" y="725"/>
                      <a:pt x="1321" y="671"/>
                    </a:cubicBezTo>
                    <a:cubicBezTo>
                      <a:pt x="1330" y="609"/>
                      <a:pt x="1321" y="537"/>
                      <a:pt x="1277" y="502"/>
                    </a:cubicBezTo>
                    <a:cubicBezTo>
                      <a:pt x="1249" y="474"/>
                      <a:pt x="1212" y="464"/>
                      <a:pt x="1175" y="464"/>
                    </a:cubicBezTo>
                    <a:cubicBezTo>
                      <a:pt x="1151" y="464"/>
                      <a:pt x="1128" y="468"/>
                      <a:pt x="1107" y="475"/>
                    </a:cubicBezTo>
                    <a:cubicBezTo>
                      <a:pt x="1054" y="502"/>
                      <a:pt x="1009" y="537"/>
                      <a:pt x="964" y="573"/>
                    </a:cubicBezTo>
                    <a:cubicBezTo>
                      <a:pt x="893" y="644"/>
                      <a:pt x="822" y="716"/>
                      <a:pt x="759" y="787"/>
                    </a:cubicBezTo>
                    <a:cubicBezTo>
                      <a:pt x="822" y="644"/>
                      <a:pt x="866" y="528"/>
                      <a:pt x="875" y="493"/>
                    </a:cubicBezTo>
                    <a:cubicBezTo>
                      <a:pt x="902" y="430"/>
                      <a:pt x="920" y="377"/>
                      <a:pt x="911" y="314"/>
                    </a:cubicBezTo>
                    <a:cubicBezTo>
                      <a:pt x="911" y="252"/>
                      <a:pt x="875" y="189"/>
                      <a:pt x="822" y="163"/>
                    </a:cubicBezTo>
                    <a:cubicBezTo>
                      <a:pt x="807" y="158"/>
                      <a:pt x="792" y="156"/>
                      <a:pt x="777" y="156"/>
                    </a:cubicBezTo>
                    <a:cubicBezTo>
                      <a:pt x="735" y="156"/>
                      <a:pt x="691" y="172"/>
                      <a:pt x="652" y="198"/>
                    </a:cubicBezTo>
                    <a:cubicBezTo>
                      <a:pt x="608" y="234"/>
                      <a:pt x="581" y="287"/>
                      <a:pt x="545" y="332"/>
                    </a:cubicBezTo>
                    <a:cubicBezTo>
                      <a:pt x="500" y="412"/>
                      <a:pt x="465" y="502"/>
                      <a:pt x="420" y="591"/>
                    </a:cubicBezTo>
                    <a:cubicBezTo>
                      <a:pt x="438" y="448"/>
                      <a:pt x="438" y="332"/>
                      <a:pt x="438" y="296"/>
                    </a:cubicBezTo>
                    <a:cubicBezTo>
                      <a:pt x="447" y="234"/>
                      <a:pt x="447" y="171"/>
                      <a:pt x="420" y="118"/>
                    </a:cubicBezTo>
                    <a:cubicBezTo>
                      <a:pt x="402" y="55"/>
                      <a:pt x="349" y="11"/>
                      <a:pt x="286" y="2"/>
                    </a:cubicBezTo>
                    <a:cubicBezTo>
                      <a:pt x="281" y="1"/>
                      <a:pt x="275" y="1"/>
                      <a:pt x="27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Google Shape;441;p13"/>
              <p:cNvSpPr/>
              <p:nvPr/>
            </p:nvSpPr>
            <p:spPr>
              <a:xfrm>
                <a:off x="-177864" y="2659514"/>
                <a:ext cx="92256" cy="90333"/>
              </a:xfrm>
              <a:custGeom>
                <a:avLst/>
                <a:gdLst/>
                <a:ahLst/>
                <a:cxnLst/>
                <a:rect l="l" t="t" r="r" b="b"/>
                <a:pathLst>
                  <a:path w="1919" h="1879" extrusionOk="0">
                    <a:moveTo>
                      <a:pt x="1521" y="1"/>
                    </a:moveTo>
                    <a:cubicBezTo>
                      <a:pt x="1513" y="1"/>
                      <a:pt x="1506" y="1"/>
                      <a:pt x="1499" y="2"/>
                    </a:cubicBezTo>
                    <a:cubicBezTo>
                      <a:pt x="1437" y="11"/>
                      <a:pt x="1392" y="65"/>
                      <a:pt x="1375" y="127"/>
                    </a:cubicBezTo>
                    <a:cubicBezTo>
                      <a:pt x="1357" y="181"/>
                      <a:pt x="1366" y="243"/>
                      <a:pt x="1375" y="306"/>
                    </a:cubicBezTo>
                    <a:cubicBezTo>
                      <a:pt x="1375" y="341"/>
                      <a:pt x="1392" y="457"/>
                      <a:pt x="1419" y="600"/>
                    </a:cubicBezTo>
                    <a:cubicBezTo>
                      <a:pt x="1375" y="520"/>
                      <a:pt x="1321" y="430"/>
                      <a:pt x="1267" y="359"/>
                    </a:cubicBezTo>
                    <a:cubicBezTo>
                      <a:pt x="1232" y="306"/>
                      <a:pt x="1196" y="261"/>
                      <a:pt x="1151" y="225"/>
                    </a:cubicBezTo>
                    <a:cubicBezTo>
                      <a:pt x="1120" y="210"/>
                      <a:pt x="1086" y="200"/>
                      <a:pt x="1053" y="200"/>
                    </a:cubicBezTo>
                    <a:cubicBezTo>
                      <a:pt x="1028" y="200"/>
                      <a:pt x="1004" y="205"/>
                      <a:pt x="982" y="216"/>
                    </a:cubicBezTo>
                    <a:cubicBezTo>
                      <a:pt x="928" y="243"/>
                      <a:pt x="902" y="306"/>
                      <a:pt x="902" y="368"/>
                    </a:cubicBezTo>
                    <a:cubicBezTo>
                      <a:pt x="911" y="430"/>
                      <a:pt x="928" y="484"/>
                      <a:pt x="955" y="546"/>
                    </a:cubicBezTo>
                    <a:cubicBezTo>
                      <a:pt x="973" y="582"/>
                      <a:pt x="1027" y="680"/>
                      <a:pt x="1089" y="805"/>
                    </a:cubicBezTo>
                    <a:cubicBezTo>
                      <a:pt x="1009" y="716"/>
                      <a:pt x="937" y="653"/>
                      <a:pt x="911" y="627"/>
                    </a:cubicBezTo>
                    <a:cubicBezTo>
                      <a:pt x="866" y="591"/>
                      <a:pt x="821" y="546"/>
                      <a:pt x="768" y="529"/>
                    </a:cubicBezTo>
                    <a:cubicBezTo>
                      <a:pt x="744" y="522"/>
                      <a:pt x="718" y="517"/>
                      <a:pt x="693" y="517"/>
                    </a:cubicBezTo>
                    <a:cubicBezTo>
                      <a:pt x="654" y="517"/>
                      <a:pt x="617" y="528"/>
                      <a:pt x="589" y="555"/>
                    </a:cubicBezTo>
                    <a:cubicBezTo>
                      <a:pt x="554" y="600"/>
                      <a:pt x="545" y="662"/>
                      <a:pt x="554" y="725"/>
                    </a:cubicBezTo>
                    <a:cubicBezTo>
                      <a:pt x="572" y="778"/>
                      <a:pt x="607" y="823"/>
                      <a:pt x="643" y="876"/>
                    </a:cubicBezTo>
                    <a:cubicBezTo>
                      <a:pt x="705" y="948"/>
                      <a:pt x="768" y="1028"/>
                      <a:pt x="839" y="1100"/>
                    </a:cubicBezTo>
                    <a:cubicBezTo>
                      <a:pt x="697" y="1028"/>
                      <a:pt x="589" y="966"/>
                      <a:pt x="554" y="957"/>
                    </a:cubicBezTo>
                    <a:cubicBezTo>
                      <a:pt x="491" y="930"/>
                      <a:pt x="438" y="903"/>
                      <a:pt x="375" y="903"/>
                    </a:cubicBezTo>
                    <a:cubicBezTo>
                      <a:pt x="313" y="903"/>
                      <a:pt x="250" y="930"/>
                      <a:pt x="224" y="984"/>
                    </a:cubicBezTo>
                    <a:cubicBezTo>
                      <a:pt x="197" y="1028"/>
                      <a:pt x="206" y="1100"/>
                      <a:pt x="242" y="1144"/>
                    </a:cubicBezTo>
                    <a:cubicBezTo>
                      <a:pt x="268" y="1198"/>
                      <a:pt x="322" y="1233"/>
                      <a:pt x="366" y="1269"/>
                    </a:cubicBezTo>
                    <a:cubicBezTo>
                      <a:pt x="447" y="1323"/>
                      <a:pt x="527" y="1367"/>
                      <a:pt x="607" y="1421"/>
                    </a:cubicBezTo>
                    <a:cubicBezTo>
                      <a:pt x="465" y="1394"/>
                      <a:pt x="358" y="1376"/>
                      <a:pt x="313" y="1367"/>
                    </a:cubicBezTo>
                    <a:cubicBezTo>
                      <a:pt x="286" y="1367"/>
                      <a:pt x="257" y="1365"/>
                      <a:pt x="227" y="1365"/>
                    </a:cubicBezTo>
                    <a:cubicBezTo>
                      <a:pt x="197" y="1365"/>
                      <a:pt x="166" y="1367"/>
                      <a:pt x="134" y="1376"/>
                    </a:cubicBezTo>
                    <a:cubicBezTo>
                      <a:pt x="81" y="1394"/>
                      <a:pt x="27" y="1439"/>
                      <a:pt x="10" y="1492"/>
                    </a:cubicBezTo>
                    <a:cubicBezTo>
                      <a:pt x="1" y="1554"/>
                      <a:pt x="36" y="1617"/>
                      <a:pt x="81" y="1653"/>
                    </a:cubicBezTo>
                    <a:cubicBezTo>
                      <a:pt x="126" y="1688"/>
                      <a:pt x="179" y="1706"/>
                      <a:pt x="242" y="1724"/>
                    </a:cubicBezTo>
                    <a:cubicBezTo>
                      <a:pt x="473" y="1795"/>
                      <a:pt x="723" y="1849"/>
                      <a:pt x="973" y="1867"/>
                    </a:cubicBezTo>
                    <a:cubicBezTo>
                      <a:pt x="1009" y="1871"/>
                      <a:pt x="1167" y="1878"/>
                      <a:pt x="1338" y="1878"/>
                    </a:cubicBezTo>
                    <a:cubicBezTo>
                      <a:pt x="1552" y="1878"/>
                      <a:pt x="1785" y="1867"/>
                      <a:pt x="1829" y="1822"/>
                    </a:cubicBezTo>
                    <a:cubicBezTo>
                      <a:pt x="1919" y="1733"/>
                      <a:pt x="1883" y="1037"/>
                      <a:pt x="1874" y="957"/>
                    </a:cubicBezTo>
                    <a:cubicBezTo>
                      <a:pt x="1847" y="707"/>
                      <a:pt x="1803" y="466"/>
                      <a:pt x="1722" y="225"/>
                    </a:cubicBezTo>
                    <a:cubicBezTo>
                      <a:pt x="1705" y="172"/>
                      <a:pt x="1687" y="109"/>
                      <a:pt x="1651" y="65"/>
                    </a:cubicBezTo>
                    <a:cubicBezTo>
                      <a:pt x="1620" y="26"/>
                      <a:pt x="1569" y="1"/>
                      <a:pt x="152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2" name="Google Shape;442;p13"/>
          <p:cNvGrpSpPr/>
          <p:nvPr/>
        </p:nvGrpSpPr>
        <p:grpSpPr>
          <a:xfrm>
            <a:off x="8391228" y="3058255"/>
            <a:ext cx="1331677" cy="1545752"/>
            <a:chOff x="5294125" y="884300"/>
            <a:chExt cx="399675" cy="463925"/>
          </a:xfrm>
        </p:grpSpPr>
        <p:sp>
          <p:nvSpPr>
            <p:cNvPr id="443" name="Google Shape;443;p13"/>
            <p:cNvSpPr/>
            <p:nvPr/>
          </p:nvSpPr>
          <p:spPr>
            <a:xfrm>
              <a:off x="5472100" y="901250"/>
              <a:ext cx="6950" cy="170200"/>
            </a:xfrm>
            <a:custGeom>
              <a:avLst/>
              <a:gdLst/>
              <a:ahLst/>
              <a:cxnLst/>
              <a:rect l="l" t="t" r="r" b="b"/>
              <a:pathLst>
                <a:path w="278" h="6808" extrusionOk="0">
                  <a:moveTo>
                    <a:pt x="0" y="0"/>
                  </a:moveTo>
                  <a:lnTo>
                    <a:pt x="0" y="6807"/>
                  </a:lnTo>
                  <a:lnTo>
                    <a:pt x="277" y="6807"/>
                  </a:lnTo>
                  <a:lnTo>
                    <a:pt x="2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13"/>
            <p:cNvSpPr/>
            <p:nvPr/>
          </p:nvSpPr>
          <p:spPr>
            <a:xfrm>
              <a:off x="5412550" y="884300"/>
              <a:ext cx="126025" cy="80750"/>
            </a:xfrm>
            <a:custGeom>
              <a:avLst/>
              <a:gdLst/>
              <a:ahLst/>
              <a:cxnLst/>
              <a:rect l="l" t="t" r="r" b="b"/>
              <a:pathLst>
                <a:path w="5041" h="3230" extrusionOk="0">
                  <a:moveTo>
                    <a:pt x="1044" y="0"/>
                  </a:moveTo>
                  <a:lnTo>
                    <a:pt x="1" y="3230"/>
                  </a:lnTo>
                  <a:lnTo>
                    <a:pt x="5041" y="3230"/>
                  </a:lnTo>
                  <a:lnTo>
                    <a:pt x="39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13"/>
            <p:cNvSpPr/>
            <p:nvPr/>
          </p:nvSpPr>
          <p:spPr>
            <a:xfrm>
              <a:off x="5378875" y="1055800"/>
              <a:ext cx="148325" cy="39950"/>
            </a:xfrm>
            <a:custGeom>
              <a:avLst/>
              <a:gdLst/>
              <a:ahLst/>
              <a:cxnLst/>
              <a:rect l="l" t="t" r="r" b="b"/>
              <a:pathLst>
                <a:path w="5933" h="1598" extrusionOk="0">
                  <a:moveTo>
                    <a:pt x="0" y="1"/>
                  </a:moveTo>
                  <a:lnTo>
                    <a:pt x="0" y="1597"/>
                  </a:lnTo>
                  <a:lnTo>
                    <a:pt x="5933" y="1597"/>
                  </a:lnTo>
                  <a:lnTo>
                    <a:pt x="593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13"/>
            <p:cNvSpPr/>
            <p:nvPr/>
          </p:nvSpPr>
          <p:spPr>
            <a:xfrm>
              <a:off x="5492850" y="1055800"/>
              <a:ext cx="17200" cy="39950"/>
            </a:xfrm>
            <a:custGeom>
              <a:avLst/>
              <a:gdLst/>
              <a:ahLst/>
              <a:cxnLst/>
              <a:rect l="l" t="t" r="r" b="b"/>
              <a:pathLst>
                <a:path w="688" h="1598" extrusionOk="0">
                  <a:moveTo>
                    <a:pt x="0" y="1"/>
                  </a:moveTo>
                  <a:lnTo>
                    <a:pt x="0" y="1597"/>
                  </a:lnTo>
                  <a:lnTo>
                    <a:pt x="687" y="1597"/>
                  </a:lnTo>
                  <a:lnTo>
                    <a:pt x="68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13"/>
            <p:cNvSpPr/>
            <p:nvPr/>
          </p:nvSpPr>
          <p:spPr>
            <a:xfrm>
              <a:off x="5390250" y="1095725"/>
              <a:ext cx="153700" cy="31025"/>
            </a:xfrm>
            <a:custGeom>
              <a:avLst/>
              <a:gdLst/>
              <a:ahLst/>
              <a:cxnLst/>
              <a:rect l="l" t="t" r="r" b="b"/>
              <a:pathLst>
                <a:path w="6148" h="1241" extrusionOk="0">
                  <a:moveTo>
                    <a:pt x="0" y="0"/>
                  </a:moveTo>
                  <a:lnTo>
                    <a:pt x="0" y="1241"/>
                  </a:lnTo>
                  <a:lnTo>
                    <a:pt x="6147" y="1241"/>
                  </a:lnTo>
                  <a:lnTo>
                    <a:pt x="61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13"/>
            <p:cNvSpPr/>
            <p:nvPr/>
          </p:nvSpPr>
          <p:spPr>
            <a:xfrm>
              <a:off x="5406525" y="1095725"/>
              <a:ext cx="14750" cy="31025"/>
            </a:xfrm>
            <a:custGeom>
              <a:avLst/>
              <a:gdLst/>
              <a:ahLst/>
              <a:cxnLst/>
              <a:rect l="l" t="t" r="r" b="b"/>
              <a:pathLst>
                <a:path w="590" h="1241" extrusionOk="0">
                  <a:moveTo>
                    <a:pt x="1" y="0"/>
                  </a:moveTo>
                  <a:lnTo>
                    <a:pt x="1" y="1241"/>
                  </a:lnTo>
                  <a:lnTo>
                    <a:pt x="589" y="1241"/>
                  </a:lnTo>
                  <a:lnTo>
                    <a:pt x="5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13"/>
            <p:cNvSpPr/>
            <p:nvPr/>
          </p:nvSpPr>
          <p:spPr>
            <a:xfrm>
              <a:off x="5428600" y="1095725"/>
              <a:ext cx="10300" cy="31025"/>
            </a:xfrm>
            <a:custGeom>
              <a:avLst/>
              <a:gdLst/>
              <a:ahLst/>
              <a:cxnLst/>
              <a:rect l="l" t="t" r="r" b="b"/>
              <a:pathLst>
                <a:path w="412" h="1241" extrusionOk="0">
                  <a:moveTo>
                    <a:pt x="1" y="0"/>
                  </a:moveTo>
                  <a:lnTo>
                    <a:pt x="1" y="1241"/>
                  </a:lnTo>
                  <a:lnTo>
                    <a:pt x="411" y="1241"/>
                  </a:lnTo>
                  <a:lnTo>
                    <a:pt x="41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13"/>
            <p:cNvSpPr/>
            <p:nvPr/>
          </p:nvSpPr>
          <p:spPr>
            <a:xfrm>
              <a:off x="5299700" y="1138550"/>
              <a:ext cx="53100" cy="209675"/>
            </a:xfrm>
            <a:custGeom>
              <a:avLst/>
              <a:gdLst/>
              <a:ahLst/>
              <a:cxnLst/>
              <a:rect l="l" t="t" r="r" b="b"/>
              <a:pathLst>
                <a:path w="2124" h="8387" extrusionOk="0">
                  <a:moveTo>
                    <a:pt x="866" y="0"/>
                  </a:moveTo>
                  <a:lnTo>
                    <a:pt x="9" y="8110"/>
                  </a:lnTo>
                  <a:cubicBezTo>
                    <a:pt x="1" y="8181"/>
                    <a:pt x="18" y="8252"/>
                    <a:pt x="63" y="8306"/>
                  </a:cubicBezTo>
                  <a:cubicBezTo>
                    <a:pt x="108" y="8359"/>
                    <a:pt x="179" y="8386"/>
                    <a:pt x="250" y="8386"/>
                  </a:cubicBezTo>
                  <a:cubicBezTo>
                    <a:pt x="357" y="8386"/>
                    <a:pt x="455" y="8315"/>
                    <a:pt x="482" y="8199"/>
                  </a:cubicBezTo>
                  <a:lnTo>
                    <a:pt x="2124" y="27"/>
                  </a:lnTo>
                  <a:lnTo>
                    <a:pt x="1981" y="0"/>
                  </a:lnTo>
                  <a:lnTo>
                    <a:pt x="340" y="8172"/>
                  </a:lnTo>
                  <a:cubicBezTo>
                    <a:pt x="328" y="8211"/>
                    <a:pt x="285" y="8236"/>
                    <a:pt x="244" y="8236"/>
                  </a:cubicBezTo>
                  <a:cubicBezTo>
                    <a:pt x="219" y="8236"/>
                    <a:pt x="196" y="8228"/>
                    <a:pt x="179" y="8208"/>
                  </a:cubicBezTo>
                  <a:cubicBezTo>
                    <a:pt x="161" y="8190"/>
                    <a:pt x="152" y="8163"/>
                    <a:pt x="161" y="8127"/>
                  </a:cubicBezTo>
                  <a:lnTo>
                    <a:pt x="1018" y="18"/>
                  </a:lnTo>
                  <a:lnTo>
                    <a:pt x="86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13"/>
            <p:cNvSpPr/>
            <p:nvPr/>
          </p:nvSpPr>
          <p:spPr>
            <a:xfrm>
              <a:off x="5634900" y="1138550"/>
              <a:ext cx="53125" cy="209675"/>
            </a:xfrm>
            <a:custGeom>
              <a:avLst/>
              <a:gdLst/>
              <a:ahLst/>
              <a:cxnLst/>
              <a:rect l="l" t="t" r="r" b="b"/>
              <a:pathLst>
                <a:path w="2125" h="8387" extrusionOk="0">
                  <a:moveTo>
                    <a:pt x="144" y="0"/>
                  </a:moveTo>
                  <a:lnTo>
                    <a:pt x="1" y="27"/>
                  </a:lnTo>
                  <a:lnTo>
                    <a:pt x="1642" y="8208"/>
                  </a:lnTo>
                  <a:cubicBezTo>
                    <a:pt x="1669" y="8315"/>
                    <a:pt x="1767" y="8386"/>
                    <a:pt x="1874" y="8386"/>
                  </a:cubicBezTo>
                  <a:cubicBezTo>
                    <a:pt x="1946" y="8386"/>
                    <a:pt x="2017" y="8359"/>
                    <a:pt x="2062" y="8306"/>
                  </a:cubicBezTo>
                  <a:cubicBezTo>
                    <a:pt x="2106" y="8252"/>
                    <a:pt x="2124" y="8181"/>
                    <a:pt x="2115" y="8110"/>
                  </a:cubicBezTo>
                  <a:lnTo>
                    <a:pt x="1259" y="0"/>
                  </a:lnTo>
                  <a:lnTo>
                    <a:pt x="1116" y="18"/>
                  </a:lnTo>
                  <a:lnTo>
                    <a:pt x="1972" y="8136"/>
                  </a:lnTo>
                  <a:cubicBezTo>
                    <a:pt x="1972" y="8163"/>
                    <a:pt x="1963" y="8190"/>
                    <a:pt x="1946" y="8208"/>
                  </a:cubicBezTo>
                  <a:cubicBezTo>
                    <a:pt x="1929" y="8228"/>
                    <a:pt x="1905" y="8236"/>
                    <a:pt x="1881" y="8236"/>
                  </a:cubicBezTo>
                  <a:cubicBezTo>
                    <a:pt x="1840" y="8236"/>
                    <a:pt x="1800" y="8211"/>
                    <a:pt x="1794" y="8172"/>
                  </a:cubicBezTo>
                  <a:lnTo>
                    <a:pt x="1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13"/>
            <p:cNvSpPr/>
            <p:nvPr/>
          </p:nvSpPr>
          <p:spPr>
            <a:xfrm>
              <a:off x="5294125" y="1126725"/>
              <a:ext cx="399675" cy="16300"/>
            </a:xfrm>
            <a:custGeom>
              <a:avLst/>
              <a:gdLst/>
              <a:ahLst/>
              <a:cxnLst/>
              <a:rect l="l" t="t" r="r" b="b"/>
              <a:pathLst>
                <a:path w="15987" h="652" extrusionOk="0">
                  <a:moveTo>
                    <a:pt x="0" y="1"/>
                  </a:moveTo>
                  <a:lnTo>
                    <a:pt x="0" y="652"/>
                  </a:lnTo>
                  <a:lnTo>
                    <a:pt x="15987" y="652"/>
                  </a:lnTo>
                  <a:lnTo>
                    <a:pt x="1598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13"/>
            <p:cNvSpPr/>
            <p:nvPr/>
          </p:nvSpPr>
          <p:spPr>
            <a:xfrm>
              <a:off x="5313750" y="1065175"/>
              <a:ext cx="47525" cy="57775"/>
            </a:xfrm>
            <a:custGeom>
              <a:avLst/>
              <a:gdLst/>
              <a:ahLst/>
              <a:cxnLst/>
              <a:rect l="l" t="t" r="r" b="b"/>
              <a:pathLst>
                <a:path w="1901" h="2311" extrusionOk="0">
                  <a:moveTo>
                    <a:pt x="1892" y="0"/>
                  </a:moveTo>
                  <a:lnTo>
                    <a:pt x="1" y="9"/>
                  </a:lnTo>
                  <a:lnTo>
                    <a:pt x="9" y="1651"/>
                  </a:lnTo>
                  <a:cubicBezTo>
                    <a:pt x="9" y="2016"/>
                    <a:pt x="313" y="2311"/>
                    <a:pt x="679" y="2311"/>
                  </a:cubicBezTo>
                  <a:lnTo>
                    <a:pt x="1241" y="2311"/>
                  </a:lnTo>
                  <a:cubicBezTo>
                    <a:pt x="1606" y="2302"/>
                    <a:pt x="1901" y="2008"/>
                    <a:pt x="1901" y="1642"/>
                  </a:cubicBezTo>
                  <a:lnTo>
                    <a:pt x="189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13"/>
            <p:cNvSpPr/>
            <p:nvPr/>
          </p:nvSpPr>
          <p:spPr>
            <a:xfrm>
              <a:off x="5326025" y="1120250"/>
              <a:ext cx="23000" cy="6500"/>
            </a:xfrm>
            <a:custGeom>
              <a:avLst/>
              <a:gdLst/>
              <a:ahLst/>
              <a:cxnLst/>
              <a:rect l="l" t="t" r="r" b="b"/>
              <a:pathLst>
                <a:path w="920" h="260" extrusionOk="0">
                  <a:moveTo>
                    <a:pt x="0" y="1"/>
                  </a:moveTo>
                  <a:lnTo>
                    <a:pt x="0" y="260"/>
                  </a:lnTo>
                  <a:lnTo>
                    <a:pt x="919" y="260"/>
                  </a:lnTo>
                  <a:lnTo>
                    <a:pt x="91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13"/>
            <p:cNvSpPr/>
            <p:nvPr/>
          </p:nvSpPr>
          <p:spPr>
            <a:xfrm>
              <a:off x="5297250" y="1072300"/>
              <a:ext cx="40400" cy="43525"/>
            </a:xfrm>
            <a:custGeom>
              <a:avLst/>
              <a:gdLst/>
              <a:ahLst/>
              <a:cxnLst/>
              <a:rect l="l" t="t" r="r" b="b"/>
              <a:pathLst>
                <a:path w="1616" h="1741" extrusionOk="0">
                  <a:moveTo>
                    <a:pt x="1312" y="295"/>
                  </a:moveTo>
                  <a:lnTo>
                    <a:pt x="1312" y="1446"/>
                  </a:lnTo>
                  <a:lnTo>
                    <a:pt x="509" y="1446"/>
                  </a:lnTo>
                  <a:cubicBezTo>
                    <a:pt x="393" y="1446"/>
                    <a:pt x="304" y="1348"/>
                    <a:pt x="304" y="1241"/>
                  </a:cubicBezTo>
                  <a:lnTo>
                    <a:pt x="304" y="509"/>
                  </a:lnTo>
                  <a:cubicBezTo>
                    <a:pt x="304" y="393"/>
                    <a:pt x="393" y="295"/>
                    <a:pt x="509" y="295"/>
                  </a:cubicBezTo>
                  <a:close/>
                  <a:moveTo>
                    <a:pt x="509" y="1"/>
                  </a:moveTo>
                  <a:cubicBezTo>
                    <a:pt x="232" y="1"/>
                    <a:pt x="0" y="224"/>
                    <a:pt x="0" y="509"/>
                  </a:cubicBezTo>
                  <a:lnTo>
                    <a:pt x="0" y="1241"/>
                  </a:lnTo>
                  <a:cubicBezTo>
                    <a:pt x="0" y="1517"/>
                    <a:pt x="232" y="1740"/>
                    <a:pt x="509" y="1740"/>
                  </a:cubicBezTo>
                  <a:lnTo>
                    <a:pt x="1615" y="1740"/>
                  </a:lnTo>
                  <a:lnTo>
                    <a:pt x="161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"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4"/>
          <p:cNvSpPr txBox="1">
            <a:spLocks noGrp="1"/>
          </p:cNvSpPr>
          <p:nvPr>
            <p:ph type="title"/>
          </p:nvPr>
        </p:nvSpPr>
        <p:spPr>
          <a:xfrm>
            <a:off x="4569613" y="1753175"/>
            <a:ext cx="2782200" cy="6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58" name="Google Shape;458;p14"/>
          <p:cNvSpPr txBox="1">
            <a:spLocks noGrp="1"/>
          </p:cNvSpPr>
          <p:nvPr>
            <p:ph type="subTitle" idx="1"/>
          </p:nvPr>
        </p:nvSpPr>
        <p:spPr>
          <a:xfrm>
            <a:off x="4569613" y="2363450"/>
            <a:ext cx="2782200" cy="102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459" name="Google Shape;459;p14"/>
          <p:cNvGrpSpPr/>
          <p:nvPr/>
        </p:nvGrpSpPr>
        <p:grpSpPr>
          <a:xfrm>
            <a:off x="7649048" y="117723"/>
            <a:ext cx="2533802" cy="1512017"/>
            <a:chOff x="5359848" y="509229"/>
            <a:chExt cx="2275733" cy="1358017"/>
          </a:xfrm>
        </p:grpSpPr>
        <p:sp>
          <p:nvSpPr>
            <p:cNvPr id="460" name="Google Shape;460;p14"/>
            <p:cNvSpPr/>
            <p:nvPr/>
          </p:nvSpPr>
          <p:spPr>
            <a:xfrm>
              <a:off x="5359848" y="509229"/>
              <a:ext cx="1928745" cy="488181"/>
            </a:xfrm>
            <a:custGeom>
              <a:avLst/>
              <a:gdLst/>
              <a:ahLst/>
              <a:cxnLst/>
              <a:rect l="l" t="t" r="r" b="b"/>
              <a:pathLst>
                <a:path w="23646" h="5985" extrusionOk="0">
                  <a:moveTo>
                    <a:pt x="1542" y="0"/>
                  </a:moveTo>
                  <a:cubicBezTo>
                    <a:pt x="690" y="0"/>
                    <a:pt x="0" y="690"/>
                    <a:pt x="0" y="1542"/>
                  </a:cubicBezTo>
                  <a:lnTo>
                    <a:pt x="0" y="4447"/>
                  </a:lnTo>
                  <a:cubicBezTo>
                    <a:pt x="0" y="5295"/>
                    <a:pt x="690" y="5984"/>
                    <a:pt x="1542" y="5984"/>
                  </a:cubicBezTo>
                  <a:lnTo>
                    <a:pt x="22108" y="5984"/>
                  </a:lnTo>
                  <a:cubicBezTo>
                    <a:pt x="22956" y="5984"/>
                    <a:pt x="23645" y="5295"/>
                    <a:pt x="23645" y="4447"/>
                  </a:cubicBezTo>
                  <a:lnTo>
                    <a:pt x="23645" y="1542"/>
                  </a:lnTo>
                  <a:cubicBezTo>
                    <a:pt x="23645" y="690"/>
                    <a:pt x="22956" y="0"/>
                    <a:pt x="2210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14"/>
            <p:cNvSpPr/>
            <p:nvPr/>
          </p:nvSpPr>
          <p:spPr>
            <a:xfrm>
              <a:off x="5359848" y="835906"/>
              <a:ext cx="1928745" cy="161504"/>
            </a:xfrm>
            <a:custGeom>
              <a:avLst/>
              <a:gdLst/>
              <a:ahLst/>
              <a:cxnLst/>
              <a:rect l="l" t="t" r="r" b="b"/>
              <a:pathLst>
                <a:path w="23646" h="1980" extrusionOk="0">
                  <a:moveTo>
                    <a:pt x="0" y="1"/>
                  </a:moveTo>
                  <a:lnTo>
                    <a:pt x="0" y="1217"/>
                  </a:lnTo>
                  <a:cubicBezTo>
                    <a:pt x="0" y="1641"/>
                    <a:pt x="343" y="1979"/>
                    <a:pt x="763" y="1979"/>
                  </a:cubicBezTo>
                  <a:lnTo>
                    <a:pt x="22883" y="1979"/>
                  </a:lnTo>
                  <a:cubicBezTo>
                    <a:pt x="23307" y="1979"/>
                    <a:pt x="23645" y="1641"/>
                    <a:pt x="23645" y="1217"/>
                  </a:cubicBezTo>
                  <a:lnTo>
                    <a:pt x="23645" y="1"/>
                  </a:lnTo>
                  <a:cubicBezTo>
                    <a:pt x="23645" y="425"/>
                    <a:pt x="23307" y="767"/>
                    <a:pt x="22883" y="767"/>
                  </a:cubicBezTo>
                  <a:lnTo>
                    <a:pt x="763" y="767"/>
                  </a:lnTo>
                  <a:cubicBezTo>
                    <a:pt x="343" y="767"/>
                    <a:pt x="0" y="425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14"/>
            <p:cNvSpPr/>
            <p:nvPr/>
          </p:nvSpPr>
          <p:spPr>
            <a:xfrm>
              <a:off x="5421350" y="822285"/>
              <a:ext cx="1805741" cy="27651"/>
            </a:xfrm>
            <a:custGeom>
              <a:avLst/>
              <a:gdLst/>
              <a:ahLst/>
              <a:cxnLst/>
              <a:rect l="l" t="t" r="r" b="b"/>
              <a:pathLst>
                <a:path w="22138" h="339" extrusionOk="0">
                  <a:moveTo>
                    <a:pt x="0" y="0"/>
                  </a:moveTo>
                  <a:lnTo>
                    <a:pt x="0" y="339"/>
                  </a:lnTo>
                  <a:lnTo>
                    <a:pt x="22138" y="339"/>
                  </a:lnTo>
                  <a:lnTo>
                    <a:pt x="221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14"/>
            <p:cNvSpPr/>
            <p:nvPr/>
          </p:nvSpPr>
          <p:spPr>
            <a:xfrm>
              <a:off x="5421350" y="760457"/>
              <a:ext cx="1805741" cy="27651"/>
            </a:xfrm>
            <a:custGeom>
              <a:avLst/>
              <a:gdLst/>
              <a:ahLst/>
              <a:cxnLst/>
              <a:rect l="l" t="t" r="r" b="b"/>
              <a:pathLst>
                <a:path w="22138" h="339" extrusionOk="0">
                  <a:moveTo>
                    <a:pt x="0" y="0"/>
                  </a:moveTo>
                  <a:lnTo>
                    <a:pt x="0" y="339"/>
                  </a:lnTo>
                  <a:lnTo>
                    <a:pt x="22138" y="339"/>
                  </a:lnTo>
                  <a:lnTo>
                    <a:pt x="221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14"/>
            <p:cNvSpPr/>
            <p:nvPr/>
          </p:nvSpPr>
          <p:spPr>
            <a:xfrm>
              <a:off x="5421350" y="698955"/>
              <a:ext cx="1805741" cy="27651"/>
            </a:xfrm>
            <a:custGeom>
              <a:avLst/>
              <a:gdLst/>
              <a:ahLst/>
              <a:cxnLst/>
              <a:rect l="l" t="t" r="r" b="b"/>
              <a:pathLst>
                <a:path w="22138" h="339" extrusionOk="0">
                  <a:moveTo>
                    <a:pt x="0" y="0"/>
                  </a:moveTo>
                  <a:lnTo>
                    <a:pt x="0" y="339"/>
                  </a:lnTo>
                  <a:lnTo>
                    <a:pt x="22138" y="339"/>
                  </a:lnTo>
                  <a:lnTo>
                    <a:pt x="221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14"/>
            <p:cNvSpPr/>
            <p:nvPr/>
          </p:nvSpPr>
          <p:spPr>
            <a:xfrm>
              <a:off x="6003417" y="571791"/>
              <a:ext cx="641936" cy="27651"/>
            </a:xfrm>
            <a:custGeom>
              <a:avLst/>
              <a:gdLst/>
              <a:ahLst/>
              <a:cxnLst/>
              <a:rect l="l" t="t" r="r" b="b"/>
              <a:pathLst>
                <a:path w="7870" h="339" extrusionOk="0">
                  <a:moveTo>
                    <a:pt x="168" y="0"/>
                  </a:moveTo>
                  <a:cubicBezTo>
                    <a:pt x="73" y="0"/>
                    <a:pt x="1" y="73"/>
                    <a:pt x="1" y="167"/>
                  </a:cubicBezTo>
                  <a:cubicBezTo>
                    <a:pt x="1" y="261"/>
                    <a:pt x="73" y="339"/>
                    <a:pt x="168" y="339"/>
                  </a:cubicBezTo>
                  <a:lnTo>
                    <a:pt x="7698" y="339"/>
                  </a:lnTo>
                  <a:cubicBezTo>
                    <a:pt x="7792" y="339"/>
                    <a:pt x="7870" y="261"/>
                    <a:pt x="7870" y="167"/>
                  </a:cubicBezTo>
                  <a:cubicBezTo>
                    <a:pt x="7870" y="73"/>
                    <a:pt x="7792" y="0"/>
                    <a:pt x="76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14"/>
            <p:cNvSpPr/>
            <p:nvPr/>
          </p:nvSpPr>
          <p:spPr>
            <a:xfrm>
              <a:off x="7162737" y="542834"/>
              <a:ext cx="47228" cy="25857"/>
            </a:xfrm>
            <a:custGeom>
              <a:avLst/>
              <a:gdLst/>
              <a:ahLst/>
              <a:cxnLst/>
              <a:rect l="l" t="t" r="r" b="b"/>
              <a:pathLst>
                <a:path w="579" h="317" extrusionOk="0">
                  <a:moveTo>
                    <a:pt x="541" y="1"/>
                  </a:moveTo>
                  <a:cubicBezTo>
                    <a:pt x="536" y="1"/>
                    <a:pt x="532" y="2"/>
                    <a:pt x="527" y="4"/>
                  </a:cubicBezTo>
                  <a:lnTo>
                    <a:pt x="26" y="252"/>
                  </a:lnTo>
                  <a:cubicBezTo>
                    <a:pt x="9" y="261"/>
                    <a:pt x="0" y="278"/>
                    <a:pt x="9" y="295"/>
                  </a:cubicBezTo>
                  <a:cubicBezTo>
                    <a:pt x="18" y="308"/>
                    <a:pt x="26" y="317"/>
                    <a:pt x="39" y="317"/>
                  </a:cubicBezTo>
                  <a:cubicBezTo>
                    <a:pt x="43" y="317"/>
                    <a:pt x="52" y="312"/>
                    <a:pt x="56" y="312"/>
                  </a:cubicBezTo>
                  <a:lnTo>
                    <a:pt x="557" y="64"/>
                  </a:lnTo>
                  <a:cubicBezTo>
                    <a:pt x="570" y="55"/>
                    <a:pt x="579" y="34"/>
                    <a:pt x="570" y="21"/>
                  </a:cubicBezTo>
                  <a:cubicBezTo>
                    <a:pt x="564" y="9"/>
                    <a:pt x="553" y="1"/>
                    <a:pt x="5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14"/>
            <p:cNvSpPr/>
            <p:nvPr/>
          </p:nvSpPr>
          <p:spPr>
            <a:xfrm>
              <a:off x="7156456" y="570730"/>
              <a:ext cx="51795" cy="27651"/>
            </a:xfrm>
            <a:custGeom>
              <a:avLst/>
              <a:gdLst/>
              <a:ahLst/>
              <a:cxnLst/>
              <a:rect l="l" t="t" r="r" b="b"/>
              <a:pathLst>
                <a:path w="635" h="339" extrusionOk="0">
                  <a:moveTo>
                    <a:pt x="601" y="0"/>
                  </a:moveTo>
                  <a:cubicBezTo>
                    <a:pt x="595" y="0"/>
                    <a:pt x="589" y="2"/>
                    <a:pt x="583" y="5"/>
                  </a:cubicBezTo>
                  <a:lnTo>
                    <a:pt x="26" y="274"/>
                  </a:lnTo>
                  <a:cubicBezTo>
                    <a:pt x="9" y="283"/>
                    <a:pt x="0" y="300"/>
                    <a:pt x="9" y="317"/>
                  </a:cubicBezTo>
                  <a:cubicBezTo>
                    <a:pt x="13" y="330"/>
                    <a:pt x="26" y="339"/>
                    <a:pt x="39" y="339"/>
                  </a:cubicBezTo>
                  <a:cubicBezTo>
                    <a:pt x="43" y="339"/>
                    <a:pt x="47" y="334"/>
                    <a:pt x="52" y="334"/>
                  </a:cubicBezTo>
                  <a:lnTo>
                    <a:pt x="613" y="65"/>
                  </a:lnTo>
                  <a:cubicBezTo>
                    <a:pt x="630" y="56"/>
                    <a:pt x="634" y="35"/>
                    <a:pt x="630" y="17"/>
                  </a:cubicBezTo>
                  <a:cubicBezTo>
                    <a:pt x="624" y="6"/>
                    <a:pt x="613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14"/>
            <p:cNvSpPr/>
            <p:nvPr/>
          </p:nvSpPr>
          <p:spPr>
            <a:xfrm>
              <a:off x="5586932" y="913885"/>
              <a:ext cx="47228" cy="25857"/>
            </a:xfrm>
            <a:custGeom>
              <a:avLst/>
              <a:gdLst/>
              <a:ahLst/>
              <a:cxnLst/>
              <a:rect l="l" t="t" r="r" b="b"/>
              <a:pathLst>
                <a:path w="579" h="317" extrusionOk="0">
                  <a:moveTo>
                    <a:pt x="538" y="1"/>
                  </a:moveTo>
                  <a:cubicBezTo>
                    <a:pt x="533" y="1"/>
                    <a:pt x="528" y="2"/>
                    <a:pt x="523" y="4"/>
                  </a:cubicBezTo>
                  <a:lnTo>
                    <a:pt x="26" y="252"/>
                  </a:lnTo>
                  <a:cubicBezTo>
                    <a:pt x="9" y="261"/>
                    <a:pt x="1" y="282"/>
                    <a:pt x="9" y="300"/>
                  </a:cubicBezTo>
                  <a:cubicBezTo>
                    <a:pt x="14" y="308"/>
                    <a:pt x="26" y="317"/>
                    <a:pt x="39" y="317"/>
                  </a:cubicBezTo>
                  <a:cubicBezTo>
                    <a:pt x="44" y="317"/>
                    <a:pt x="48" y="317"/>
                    <a:pt x="52" y="312"/>
                  </a:cubicBezTo>
                  <a:lnTo>
                    <a:pt x="553" y="64"/>
                  </a:lnTo>
                  <a:cubicBezTo>
                    <a:pt x="570" y="55"/>
                    <a:pt x="579" y="38"/>
                    <a:pt x="570" y="21"/>
                  </a:cubicBezTo>
                  <a:cubicBezTo>
                    <a:pt x="564" y="9"/>
                    <a:pt x="551" y="1"/>
                    <a:pt x="5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14"/>
            <p:cNvSpPr/>
            <p:nvPr/>
          </p:nvSpPr>
          <p:spPr>
            <a:xfrm>
              <a:off x="5580652" y="941863"/>
              <a:ext cx="51795" cy="27570"/>
            </a:xfrm>
            <a:custGeom>
              <a:avLst/>
              <a:gdLst/>
              <a:ahLst/>
              <a:cxnLst/>
              <a:rect l="l" t="t" r="r" b="b"/>
              <a:pathLst>
                <a:path w="635" h="338" extrusionOk="0">
                  <a:moveTo>
                    <a:pt x="597" y="0"/>
                  </a:moveTo>
                  <a:cubicBezTo>
                    <a:pt x="592" y="0"/>
                    <a:pt x="588" y="1"/>
                    <a:pt x="583" y="4"/>
                  </a:cubicBezTo>
                  <a:lnTo>
                    <a:pt x="22" y="274"/>
                  </a:lnTo>
                  <a:cubicBezTo>
                    <a:pt x="9" y="282"/>
                    <a:pt x="1" y="304"/>
                    <a:pt x="9" y="321"/>
                  </a:cubicBezTo>
                  <a:cubicBezTo>
                    <a:pt x="13" y="329"/>
                    <a:pt x="26" y="338"/>
                    <a:pt x="39" y="338"/>
                  </a:cubicBezTo>
                  <a:cubicBezTo>
                    <a:pt x="43" y="338"/>
                    <a:pt x="48" y="338"/>
                    <a:pt x="52" y="334"/>
                  </a:cubicBezTo>
                  <a:lnTo>
                    <a:pt x="613" y="64"/>
                  </a:lnTo>
                  <a:cubicBezTo>
                    <a:pt x="630" y="55"/>
                    <a:pt x="635" y="34"/>
                    <a:pt x="626" y="21"/>
                  </a:cubicBezTo>
                  <a:cubicBezTo>
                    <a:pt x="620" y="8"/>
                    <a:pt x="609" y="0"/>
                    <a:pt x="5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14"/>
            <p:cNvSpPr/>
            <p:nvPr/>
          </p:nvSpPr>
          <p:spPr>
            <a:xfrm>
              <a:off x="5465397" y="822285"/>
              <a:ext cx="2170185" cy="1044961"/>
            </a:xfrm>
            <a:custGeom>
              <a:avLst/>
              <a:gdLst/>
              <a:ahLst/>
              <a:cxnLst/>
              <a:rect l="l" t="t" r="r" b="b"/>
              <a:pathLst>
                <a:path w="26606" h="12811" extrusionOk="0">
                  <a:moveTo>
                    <a:pt x="681" y="0"/>
                  </a:moveTo>
                  <a:cubicBezTo>
                    <a:pt x="681" y="0"/>
                    <a:pt x="0" y="3029"/>
                    <a:pt x="3131" y="4181"/>
                  </a:cubicBezTo>
                  <a:cubicBezTo>
                    <a:pt x="6258" y="5333"/>
                    <a:pt x="8503" y="6644"/>
                    <a:pt x="8948" y="8790"/>
                  </a:cubicBezTo>
                  <a:cubicBezTo>
                    <a:pt x="9301" y="10474"/>
                    <a:pt x="12290" y="12810"/>
                    <a:pt x="16574" y="12810"/>
                  </a:cubicBezTo>
                  <a:cubicBezTo>
                    <a:pt x="17749" y="12810"/>
                    <a:pt x="19022" y="12634"/>
                    <a:pt x="20364" y="12221"/>
                  </a:cubicBezTo>
                  <a:cubicBezTo>
                    <a:pt x="26605" y="10302"/>
                    <a:pt x="25770" y="7677"/>
                    <a:pt x="23067" y="6404"/>
                  </a:cubicBezTo>
                  <a:cubicBezTo>
                    <a:pt x="20364" y="5136"/>
                    <a:pt x="21520" y="3457"/>
                    <a:pt x="21598" y="2686"/>
                  </a:cubicBezTo>
                  <a:cubicBezTo>
                    <a:pt x="21679" y="1915"/>
                    <a:pt x="21195" y="159"/>
                    <a:pt x="20480" y="0"/>
                  </a:cubicBezTo>
                  <a:close/>
                </a:path>
              </a:pathLst>
            </a:custGeom>
            <a:solidFill>
              <a:srgbClr val="FFFFFF">
                <a:alpha val="22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14"/>
            <p:cNvSpPr/>
            <p:nvPr/>
          </p:nvSpPr>
          <p:spPr>
            <a:xfrm>
              <a:off x="5421350" y="585413"/>
              <a:ext cx="58729" cy="23818"/>
            </a:xfrm>
            <a:custGeom>
              <a:avLst/>
              <a:gdLst/>
              <a:ahLst/>
              <a:cxnLst/>
              <a:rect l="l" t="t" r="r" b="b"/>
              <a:pathLst>
                <a:path w="720" h="292" extrusionOk="0">
                  <a:moveTo>
                    <a:pt x="0" y="0"/>
                  </a:moveTo>
                  <a:lnTo>
                    <a:pt x="0" y="292"/>
                  </a:lnTo>
                  <a:lnTo>
                    <a:pt x="720" y="292"/>
                  </a:lnTo>
                  <a:lnTo>
                    <a:pt x="7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14"/>
            <p:cNvSpPr/>
            <p:nvPr/>
          </p:nvSpPr>
          <p:spPr>
            <a:xfrm>
              <a:off x="5515642" y="585413"/>
              <a:ext cx="58484" cy="23818"/>
            </a:xfrm>
            <a:custGeom>
              <a:avLst/>
              <a:gdLst/>
              <a:ahLst/>
              <a:cxnLst/>
              <a:rect l="l" t="t" r="r" b="b"/>
              <a:pathLst>
                <a:path w="717" h="292" extrusionOk="0">
                  <a:moveTo>
                    <a:pt x="1" y="0"/>
                  </a:moveTo>
                  <a:lnTo>
                    <a:pt x="1" y="292"/>
                  </a:lnTo>
                  <a:lnTo>
                    <a:pt x="716" y="292"/>
                  </a:lnTo>
                  <a:lnTo>
                    <a:pt x="7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14"/>
            <p:cNvSpPr/>
            <p:nvPr/>
          </p:nvSpPr>
          <p:spPr>
            <a:xfrm>
              <a:off x="5716951" y="585413"/>
              <a:ext cx="58402" cy="23818"/>
            </a:xfrm>
            <a:custGeom>
              <a:avLst/>
              <a:gdLst/>
              <a:ahLst/>
              <a:cxnLst/>
              <a:rect l="l" t="t" r="r" b="b"/>
              <a:pathLst>
                <a:path w="716" h="292" extrusionOk="0">
                  <a:moveTo>
                    <a:pt x="0" y="0"/>
                  </a:moveTo>
                  <a:lnTo>
                    <a:pt x="0" y="292"/>
                  </a:lnTo>
                  <a:lnTo>
                    <a:pt x="716" y="292"/>
                  </a:lnTo>
                  <a:lnTo>
                    <a:pt x="7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14"/>
            <p:cNvSpPr/>
            <p:nvPr/>
          </p:nvSpPr>
          <p:spPr>
            <a:xfrm>
              <a:off x="5904557" y="816657"/>
              <a:ext cx="190134" cy="181488"/>
            </a:xfrm>
            <a:custGeom>
              <a:avLst/>
              <a:gdLst/>
              <a:ahLst/>
              <a:cxnLst/>
              <a:rect l="l" t="t" r="r" b="b"/>
              <a:pathLst>
                <a:path w="2331" h="2225" extrusionOk="0">
                  <a:moveTo>
                    <a:pt x="2031" y="0"/>
                  </a:moveTo>
                  <a:cubicBezTo>
                    <a:pt x="2028" y="0"/>
                    <a:pt x="2025" y="1"/>
                    <a:pt x="2022" y="1"/>
                  </a:cubicBezTo>
                  <a:cubicBezTo>
                    <a:pt x="1984" y="9"/>
                    <a:pt x="1962" y="44"/>
                    <a:pt x="1967" y="82"/>
                  </a:cubicBezTo>
                  <a:cubicBezTo>
                    <a:pt x="1971" y="91"/>
                    <a:pt x="2189" y="1205"/>
                    <a:pt x="1740" y="1770"/>
                  </a:cubicBezTo>
                  <a:cubicBezTo>
                    <a:pt x="1572" y="1976"/>
                    <a:pt x="1337" y="2083"/>
                    <a:pt x="1033" y="2087"/>
                  </a:cubicBezTo>
                  <a:cubicBezTo>
                    <a:pt x="998" y="2087"/>
                    <a:pt x="227" y="2070"/>
                    <a:pt x="150" y="1350"/>
                  </a:cubicBezTo>
                  <a:cubicBezTo>
                    <a:pt x="138" y="1222"/>
                    <a:pt x="185" y="1102"/>
                    <a:pt x="275" y="1025"/>
                  </a:cubicBezTo>
                  <a:cubicBezTo>
                    <a:pt x="338" y="970"/>
                    <a:pt x="413" y="943"/>
                    <a:pt x="500" y="943"/>
                  </a:cubicBezTo>
                  <a:cubicBezTo>
                    <a:pt x="591" y="943"/>
                    <a:pt x="694" y="972"/>
                    <a:pt x="810" y="1029"/>
                  </a:cubicBezTo>
                  <a:cubicBezTo>
                    <a:pt x="819" y="1034"/>
                    <a:pt x="829" y="1037"/>
                    <a:pt x="839" y="1037"/>
                  </a:cubicBezTo>
                  <a:cubicBezTo>
                    <a:pt x="863" y="1037"/>
                    <a:pt x="888" y="1023"/>
                    <a:pt x="900" y="999"/>
                  </a:cubicBezTo>
                  <a:cubicBezTo>
                    <a:pt x="917" y="969"/>
                    <a:pt x="900" y="926"/>
                    <a:pt x="870" y="909"/>
                  </a:cubicBezTo>
                  <a:cubicBezTo>
                    <a:pt x="724" y="837"/>
                    <a:pt x="602" y="810"/>
                    <a:pt x="501" y="810"/>
                  </a:cubicBezTo>
                  <a:cubicBezTo>
                    <a:pt x="360" y="810"/>
                    <a:pt x="259" y="862"/>
                    <a:pt x="189" y="922"/>
                  </a:cubicBezTo>
                  <a:cubicBezTo>
                    <a:pt x="65" y="1025"/>
                    <a:pt x="0" y="1192"/>
                    <a:pt x="18" y="1363"/>
                  </a:cubicBezTo>
                  <a:cubicBezTo>
                    <a:pt x="108" y="2203"/>
                    <a:pt x="1020" y="2224"/>
                    <a:pt x="1033" y="2224"/>
                  </a:cubicBezTo>
                  <a:cubicBezTo>
                    <a:pt x="1380" y="2215"/>
                    <a:pt x="1654" y="2091"/>
                    <a:pt x="1842" y="1851"/>
                  </a:cubicBezTo>
                  <a:cubicBezTo>
                    <a:pt x="2331" y="1243"/>
                    <a:pt x="2108" y="104"/>
                    <a:pt x="2099" y="57"/>
                  </a:cubicBezTo>
                  <a:cubicBezTo>
                    <a:pt x="2092" y="21"/>
                    <a:pt x="2062" y="0"/>
                    <a:pt x="20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14"/>
            <p:cNvSpPr/>
            <p:nvPr/>
          </p:nvSpPr>
          <p:spPr>
            <a:xfrm>
              <a:off x="6045342" y="820898"/>
              <a:ext cx="152450" cy="312811"/>
            </a:xfrm>
            <a:custGeom>
              <a:avLst/>
              <a:gdLst/>
              <a:ahLst/>
              <a:cxnLst/>
              <a:rect l="l" t="t" r="r" b="b"/>
              <a:pathLst>
                <a:path w="1869" h="3835" extrusionOk="0">
                  <a:moveTo>
                    <a:pt x="1615" y="1"/>
                  </a:moveTo>
                  <a:cubicBezTo>
                    <a:pt x="1608" y="1"/>
                    <a:pt x="1601" y="2"/>
                    <a:pt x="1594" y="5"/>
                  </a:cubicBezTo>
                  <a:cubicBezTo>
                    <a:pt x="1560" y="13"/>
                    <a:pt x="1538" y="52"/>
                    <a:pt x="1551" y="86"/>
                  </a:cubicBezTo>
                  <a:cubicBezTo>
                    <a:pt x="1551" y="95"/>
                    <a:pt x="1731" y="660"/>
                    <a:pt x="1633" y="1384"/>
                  </a:cubicBezTo>
                  <a:cubicBezTo>
                    <a:pt x="1500" y="2356"/>
                    <a:pt x="964" y="3136"/>
                    <a:pt x="39" y="3710"/>
                  </a:cubicBezTo>
                  <a:cubicBezTo>
                    <a:pt x="9" y="3727"/>
                    <a:pt x="1" y="3770"/>
                    <a:pt x="18" y="3800"/>
                  </a:cubicBezTo>
                  <a:cubicBezTo>
                    <a:pt x="31" y="3821"/>
                    <a:pt x="52" y="3834"/>
                    <a:pt x="74" y="3834"/>
                  </a:cubicBezTo>
                  <a:cubicBezTo>
                    <a:pt x="86" y="3834"/>
                    <a:pt x="99" y="3830"/>
                    <a:pt x="112" y="3821"/>
                  </a:cubicBezTo>
                  <a:cubicBezTo>
                    <a:pt x="1311" y="3080"/>
                    <a:pt x="1676" y="2095"/>
                    <a:pt x="1766" y="1397"/>
                  </a:cubicBezTo>
                  <a:cubicBezTo>
                    <a:pt x="1868" y="643"/>
                    <a:pt x="1688" y="69"/>
                    <a:pt x="1680" y="47"/>
                  </a:cubicBezTo>
                  <a:cubicBezTo>
                    <a:pt x="1670" y="20"/>
                    <a:pt x="1643" y="1"/>
                    <a:pt x="16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14"/>
            <p:cNvSpPr/>
            <p:nvPr/>
          </p:nvSpPr>
          <p:spPr>
            <a:xfrm>
              <a:off x="6188249" y="820816"/>
              <a:ext cx="116478" cy="377168"/>
            </a:xfrm>
            <a:custGeom>
              <a:avLst/>
              <a:gdLst/>
              <a:ahLst/>
              <a:cxnLst/>
              <a:rect l="l" t="t" r="r" b="b"/>
              <a:pathLst>
                <a:path w="1428" h="4624" extrusionOk="0">
                  <a:moveTo>
                    <a:pt x="1070" y="1"/>
                  </a:moveTo>
                  <a:cubicBezTo>
                    <a:pt x="1068" y="1"/>
                    <a:pt x="1065" y="1"/>
                    <a:pt x="1063" y="1"/>
                  </a:cubicBezTo>
                  <a:cubicBezTo>
                    <a:pt x="1024" y="6"/>
                    <a:pt x="999" y="36"/>
                    <a:pt x="1003" y="74"/>
                  </a:cubicBezTo>
                  <a:cubicBezTo>
                    <a:pt x="1007" y="104"/>
                    <a:pt x="1290" y="3133"/>
                    <a:pt x="26" y="4512"/>
                  </a:cubicBezTo>
                  <a:cubicBezTo>
                    <a:pt x="1" y="4538"/>
                    <a:pt x="5" y="4580"/>
                    <a:pt x="31" y="4606"/>
                  </a:cubicBezTo>
                  <a:cubicBezTo>
                    <a:pt x="43" y="4619"/>
                    <a:pt x="61" y="4623"/>
                    <a:pt x="78" y="4623"/>
                  </a:cubicBezTo>
                  <a:cubicBezTo>
                    <a:pt x="95" y="4623"/>
                    <a:pt x="112" y="4615"/>
                    <a:pt x="125" y="4602"/>
                  </a:cubicBezTo>
                  <a:cubicBezTo>
                    <a:pt x="1427" y="3180"/>
                    <a:pt x="1149" y="190"/>
                    <a:pt x="1136" y="61"/>
                  </a:cubicBezTo>
                  <a:cubicBezTo>
                    <a:pt x="1132" y="26"/>
                    <a:pt x="1102" y="1"/>
                    <a:pt x="107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14"/>
            <p:cNvSpPr/>
            <p:nvPr/>
          </p:nvSpPr>
          <p:spPr>
            <a:xfrm>
              <a:off x="6553753" y="816657"/>
              <a:ext cx="190460" cy="181488"/>
            </a:xfrm>
            <a:custGeom>
              <a:avLst/>
              <a:gdLst/>
              <a:ahLst/>
              <a:cxnLst/>
              <a:rect l="l" t="t" r="r" b="b"/>
              <a:pathLst>
                <a:path w="2335" h="2225" extrusionOk="0">
                  <a:moveTo>
                    <a:pt x="303" y="0"/>
                  </a:moveTo>
                  <a:cubicBezTo>
                    <a:pt x="269" y="0"/>
                    <a:pt x="239" y="21"/>
                    <a:pt x="232" y="57"/>
                  </a:cubicBezTo>
                  <a:cubicBezTo>
                    <a:pt x="223" y="104"/>
                    <a:pt x="0" y="1243"/>
                    <a:pt x="489" y="1851"/>
                  </a:cubicBezTo>
                  <a:cubicBezTo>
                    <a:pt x="681" y="2091"/>
                    <a:pt x="951" y="2215"/>
                    <a:pt x="1302" y="2224"/>
                  </a:cubicBezTo>
                  <a:cubicBezTo>
                    <a:pt x="1311" y="2224"/>
                    <a:pt x="2228" y="2203"/>
                    <a:pt x="2313" y="1363"/>
                  </a:cubicBezTo>
                  <a:cubicBezTo>
                    <a:pt x="2335" y="1192"/>
                    <a:pt x="2270" y="1025"/>
                    <a:pt x="2146" y="922"/>
                  </a:cubicBezTo>
                  <a:cubicBezTo>
                    <a:pt x="2077" y="862"/>
                    <a:pt x="1975" y="810"/>
                    <a:pt x="1835" y="810"/>
                  </a:cubicBezTo>
                  <a:cubicBezTo>
                    <a:pt x="1733" y="810"/>
                    <a:pt x="1611" y="837"/>
                    <a:pt x="1465" y="909"/>
                  </a:cubicBezTo>
                  <a:cubicBezTo>
                    <a:pt x="1431" y="926"/>
                    <a:pt x="1418" y="969"/>
                    <a:pt x="1435" y="999"/>
                  </a:cubicBezTo>
                  <a:cubicBezTo>
                    <a:pt x="1447" y="1023"/>
                    <a:pt x="1470" y="1037"/>
                    <a:pt x="1494" y="1037"/>
                  </a:cubicBezTo>
                  <a:cubicBezTo>
                    <a:pt x="1504" y="1037"/>
                    <a:pt x="1515" y="1034"/>
                    <a:pt x="1525" y="1029"/>
                  </a:cubicBezTo>
                  <a:cubicBezTo>
                    <a:pt x="1641" y="972"/>
                    <a:pt x="1744" y="943"/>
                    <a:pt x="1835" y="943"/>
                  </a:cubicBezTo>
                  <a:cubicBezTo>
                    <a:pt x="1922" y="943"/>
                    <a:pt x="1998" y="970"/>
                    <a:pt x="2061" y="1025"/>
                  </a:cubicBezTo>
                  <a:cubicBezTo>
                    <a:pt x="2151" y="1102"/>
                    <a:pt x="2193" y="1222"/>
                    <a:pt x="2181" y="1350"/>
                  </a:cubicBezTo>
                  <a:cubicBezTo>
                    <a:pt x="2108" y="2070"/>
                    <a:pt x="1332" y="2087"/>
                    <a:pt x="1302" y="2087"/>
                  </a:cubicBezTo>
                  <a:cubicBezTo>
                    <a:pt x="998" y="2083"/>
                    <a:pt x="758" y="1976"/>
                    <a:pt x="596" y="1770"/>
                  </a:cubicBezTo>
                  <a:cubicBezTo>
                    <a:pt x="146" y="1209"/>
                    <a:pt x="364" y="91"/>
                    <a:pt x="364" y="82"/>
                  </a:cubicBezTo>
                  <a:cubicBezTo>
                    <a:pt x="373" y="44"/>
                    <a:pt x="347" y="9"/>
                    <a:pt x="313" y="1"/>
                  </a:cubicBezTo>
                  <a:cubicBezTo>
                    <a:pt x="310" y="1"/>
                    <a:pt x="306" y="0"/>
                    <a:pt x="30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14"/>
            <p:cNvSpPr/>
            <p:nvPr/>
          </p:nvSpPr>
          <p:spPr>
            <a:xfrm>
              <a:off x="6450978" y="820898"/>
              <a:ext cx="152450" cy="312811"/>
            </a:xfrm>
            <a:custGeom>
              <a:avLst/>
              <a:gdLst/>
              <a:ahLst/>
              <a:cxnLst/>
              <a:rect l="l" t="t" r="r" b="b"/>
              <a:pathLst>
                <a:path w="1869" h="3835" extrusionOk="0">
                  <a:moveTo>
                    <a:pt x="250" y="1"/>
                  </a:moveTo>
                  <a:cubicBezTo>
                    <a:pt x="222" y="1"/>
                    <a:pt x="196" y="20"/>
                    <a:pt x="189" y="47"/>
                  </a:cubicBezTo>
                  <a:cubicBezTo>
                    <a:pt x="181" y="69"/>
                    <a:pt x="1" y="643"/>
                    <a:pt x="99" y="1397"/>
                  </a:cubicBezTo>
                  <a:cubicBezTo>
                    <a:pt x="194" y="2095"/>
                    <a:pt x="558" y="3080"/>
                    <a:pt x="1757" y="3821"/>
                  </a:cubicBezTo>
                  <a:cubicBezTo>
                    <a:pt x="1766" y="3830"/>
                    <a:pt x="1779" y="3834"/>
                    <a:pt x="1791" y="3834"/>
                  </a:cubicBezTo>
                  <a:cubicBezTo>
                    <a:pt x="1813" y="3834"/>
                    <a:pt x="1834" y="3821"/>
                    <a:pt x="1847" y="3800"/>
                  </a:cubicBezTo>
                  <a:cubicBezTo>
                    <a:pt x="1868" y="3770"/>
                    <a:pt x="1860" y="3727"/>
                    <a:pt x="1826" y="3710"/>
                  </a:cubicBezTo>
                  <a:cubicBezTo>
                    <a:pt x="900" y="3136"/>
                    <a:pt x="365" y="2356"/>
                    <a:pt x="232" y="1384"/>
                  </a:cubicBezTo>
                  <a:cubicBezTo>
                    <a:pt x="134" y="660"/>
                    <a:pt x="314" y="95"/>
                    <a:pt x="314" y="86"/>
                  </a:cubicBezTo>
                  <a:cubicBezTo>
                    <a:pt x="326" y="52"/>
                    <a:pt x="309" y="13"/>
                    <a:pt x="271" y="5"/>
                  </a:cubicBezTo>
                  <a:cubicBezTo>
                    <a:pt x="264" y="2"/>
                    <a:pt x="257" y="1"/>
                    <a:pt x="25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14"/>
            <p:cNvSpPr/>
            <p:nvPr/>
          </p:nvSpPr>
          <p:spPr>
            <a:xfrm>
              <a:off x="6343717" y="820816"/>
              <a:ext cx="116478" cy="377168"/>
            </a:xfrm>
            <a:custGeom>
              <a:avLst/>
              <a:gdLst/>
              <a:ahLst/>
              <a:cxnLst/>
              <a:rect l="l" t="t" r="r" b="b"/>
              <a:pathLst>
                <a:path w="1428" h="4624" extrusionOk="0">
                  <a:moveTo>
                    <a:pt x="361" y="1"/>
                  </a:moveTo>
                  <a:cubicBezTo>
                    <a:pt x="326" y="1"/>
                    <a:pt x="296" y="26"/>
                    <a:pt x="292" y="61"/>
                  </a:cubicBezTo>
                  <a:cubicBezTo>
                    <a:pt x="284" y="190"/>
                    <a:pt x="1" y="3180"/>
                    <a:pt x="1303" y="4602"/>
                  </a:cubicBezTo>
                  <a:cubicBezTo>
                    <a:pt x="1316" y="4615"/>
                    <a:pt x="1337" y="4623"/>
                    <a:pt x="1354" y="4623"/>
                  </a:cubicBezTo>
                  <a:cubicBezTo>
                    <a:pt x="1372" y="4623"/>
                    <a:pt x="1384" y="4619"/>
                    <a:pt x="1397" y="4606"/>
                  </a:cubicBezTo>
                  <a:cubicBezTo>
                    <a:pt x="1427" y="4580"/>
                    <a:pt x="1427" y="4538"/>
                    <a:pt x="1402" y="4512"/>
                  </a:cubicBezTo>
                  <a:cubicBezTo>
                    <a:pt x="142" y="3133"/>
                    <a:pt x="425" y="104"/>
                    <a:pt x="429" y="74"/>
                  </a:cubicBezTo>
                  <a:cubicBezTo>
                    <a:pt x="429" y="36"/>
                    <a:pt x="403" y="6"/>
                    <a:pt x="369" y="1"/>
                  </a:cubicBezTo>
                  <a:cubicBezTo>
                    <a:pt x="366" y="1"/>
                    <a:pt x="364" y="1"/>
                    <a:pt x="36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0" name="Google Shape;480;p14"/>
          <p:cNvSpPr/>
          <p:nvPr/>
        </p:nvSpPr>
        <p:spPr>
          <a:xfrm>
            <a:off x="4571993" y="4582222"/>
            <a:ext cx="5318609" cy="21779"/>
          </a:xfrm>
          <a:custGeom>
            <a:avLst/>
            <a:gdLst/>
            <a:ahLst/>
            <a:cxnLst/>
            <a:rect l="l" t="t" r="r" b="b"/>
            <a:pathLst>
              <a:path w="65205" h="267" extrusionOk="0">
                <a:moveTo>
                  <a:pt x="1" y="1"/>
                </a:moveTo>
                <a:lnTo>
                  <a:pt x="1" y="267"/>
                </a:lnTo>
                <a:lnTo>
                  <a:pt x="65205" y="267"/>
                </a:lnTo>
                <a:lnTo>
                  <a:pt x="65205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1" name="Google Shape;481;p14"/>
          <p:cNvGrpSpPr/>
          <p:nvPr/>
        </p:nvGrpSpPr>
        <p:grpSpPr>
          <a:xfrm>
            <a:off x="-501335" y="539489"/>
            <a:ext cx="1214562" cy="572683"/>
            <a:chOff x="8429651" y="1681943"/>
            <a:chExt cx="955370" cy="450470"/>
          </a:xfrm>
        </p:grpSpPr>
        <p:sp>
          <p:nvSpPr>
            <p:cNvPr id="482" name="Google Shape;482;p14"/>
            <p:cNvSpPr/>
            <p:nvPr/>
          </p:nvSpPr>
          <p:spPr>
            <a:xfrm>
              <a:off x="9223525" y="1681943"/>
              <a:ext cx="80632" cy="424115"/>
            </a:xfrm>
            <a:custGeom>
              <a:avLst/>
              <a:gdLst/>
              <a:ahLst/>
              <a:cxnLst/>
              <a:rect l="l" t="t" r="r" b="b"/>
              <a:pathLst>
                <a:path w="1089" h="5728" extrusionOk="0">
                  <a:moveTo>
                    <a:pt x="0" y="1"/>
                  </a:moveTo>
                  <a:lnTo>
                    <a:pt x="0" y="5728"/>
                  </a:lnTo>
                  <a:lnTo>
                    <a:pt x="1088" y="5728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rgbClr val="FCFC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14"/>
            <p:cNvSpPr/>
            <p:nvPr/>
          </p:nvSpPr>
          <p:spPr>
            <a:xfrm>
              <a:off x="9223525" y="1729848"/>
              <a:ext cx="80632" cy="28951"/>
            </a:xfrm>
            <a:custGeom>
              <a:avLst/>
              <a:gdLst/>
              <a:ahLst/>
              <a:cxnLst/>
              <a:rect l="l" t="t" r="r" b="b"/>
              <a:pathLst>
                <a:path w="1089" h="391" extrusionOk="0">
                  <a:moveTo>
                    <a:pt x="0" y="1"/>
                  </a:moveTo>
                  <a:lnTo>
                    <a:pt x="0" y="390"/>
                  </a:lnTo>
                  <a:lnTo>
                    <a:pt x="1088" y="390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14"/>
            <p:cNvSpPr/>
            <p:nvPr/>
          </p:nvSpPr>
          <p:spPr>
            <a:xfrm>
              <a:off x="9223525" y="2038158"/>
              <a:ext cx="80632" cy="28877"/>
            </a:xfrm>
            <a:custGeom>
              <a:avLst/>
              <a:gdLst/>
              <a:ahLst/>
              <a:cxnLst/>
              <a:rect l="l" t="t" r="r" b="b"/>
              <a:pathLst>
                <a:path w="1089" h="390" extrusionOk="0">
                  <a:moveTo>
                    <a:pt x="0" y="0"/>
                  </a:moveTo>
                  <a:lnTo>
                    <a:pt x="0" y="390"/>
                  </a:lnTo>
                  <a:lnTo>
                    <a:pt x="1088" y="390"/>
                  </a:lnTo>
                  <a:lnTo>
                    <a:pt x="108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14"/>
            <p:cNvSpPr/>
            <p:nvPr/>
          </p:nvSpPr>
          <p:spPr>
            <a:xfrm>
              <a:off x="9142968" y="1681943"/>
              <a:ext cx="80632" cy="424115"/>
            </a:xfrm>
            <a:custGeom>
              <a:avLst/>
              <a:gdLst/>
              <a:ahLst/>
              <a:cxnLst/>
              <a:rect l="l" t="t" r="r" b="b"/>
              <a:pathLst>
                <a:path w="1089" h="5728" extrusionOk="0">
                  <a:moveTo>
                    <a:pt x="0" y="1"/>
                  </a:moveTo>
                  <a:lnTo>
                    <a:pt x="0" y="5728"/>
                  </a:lnTo>
                  <a:lnTo>
                    <a:pt x="1088" y="5728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14"/>
            <p:cNvSpPr/>
            <p:nvPr/>
          </p:nvSpPr>
          <p:spPr>
            <a:xfrm>
              <a:off x="9142968" y="1729848"/>
              <a:ext cx="80632" cy="28951"/>
            </a:xfrm>
            <a:custGeom>
              <a:avLst/>
              <a:gdLst/>
              <a:ahLst/>
              <a:cxnLst/>
              <a:rect l="l" t="t" r="r" b="b"/>
              <a:pathLst>
                <a:path w="1089" h="391" extrusionOk="0">
                  <a:moveTo>
                    <a:pt x="0" y="1"/>
                  </a:moveTo>
                  <a:lnTo>
                    <a:pt x="0" y="390"/>
                  </a:lnTo>
                  <a:lnTo>
                    <a:pt x="1088" y="390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14"/>
            <p:cNvSpPr/>
            <p:nvPr/>
          </p:nvSpPr>
          <p:spPr>
            <a:xfrm>
              <a:off x="9142968" y="2038158"/>
              <a:ext cx="80632" cy="28877"/>
            </a:xfrm>
            <a:custGeom>
              <a:avLst/>
              <a:gdLst/>
              <a:ahLst/>
              <a:cxnLst/>
              <a:rect l="l" t="t" r="r" b="b"/>
              <a:pathLst>
                <a:path w="1089" h="390" extrusionOk="0">
                  <a:moveTo>
                    <a:pt x="0" y="0"/>
                  </a:moveTo>
                  <a:lnTo>
                    <a:pt x="0" y="390"/>
                  </a:lnTo>
                  <a:lnTo>
                    <a:pt x="1088" y="390"/>
                  </a:lnTo>
                  <a:lnTo>
                    <a:pt x="108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14"/>
            <p:cNvSpPr/>
            <p:nvPr/>
          </p:nvSpPr>
          <p:spPr>
            <a:xfrm>
              <a:off x="9062411" y="1681943"/>
              <a:ext cx="80632" cy="424115"/>
            </a:xfrm>
            <a:custGeom>
              <a:avLst/>
              <a:gdLst/>
              <a:ahLst/>
              <a:cxnLst/>
              <a:rect l="l" t="t" r="r" b="b"/>
              <a:pathLst>
                <a:path w="1089" h="5728" extrusionOk="0">
                  <a:moveTo>
                    <a:pt x="0" y="1"/>
                  </a:moveTo>
                  <a:lnTo>
                    <a:pt x="0" y="5728"/>
                  </a:lnTo>
                  <a:lnTo>
                    <a:pt x="1088" y="5728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14"/>
            <p:cNvSpPr/>
            <p:nvPr/>
          </p:nvSpPr>
          <p:spPr>
            <a:xfrm>
              <a:off x="9062411" y="1729848"/>
              <a:ext cx="80632" cy="28951"/>
            </a:xfrm>
            <a:custGeom>
              <a:avLst/>
              <a:gdLst/>
              <a:ahLst/>
              <a:cxnLst/>
              <a:rect l="l" t="t" r="r" b="b"/>
              <a:pathLst>
                <a:path w="1089" h="391" extrusionOk="0">
                  <a:moveTo>
                    <a:pt x="0" y="1"/>
                  </a:moveTo>
                  <a:lnTo>
                    <a:pt x="0" y="390"/>
                  </a:lnTo>
                  <a:lnTo>
                    <a:pt x="1088" y="390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14"/>
            <p:cNvSpPr/>
            <p:nvPr/>
          </p:nvSpPr>
          <p:spPr>
            <a:xfrm>
              <a:off x="9062411" y="2038158"/>
              <a:ext cx="80632" cy="28877"/>
            </a:xfrm>
            <a:custGeom>
              <a:avLst/>
              <a:gdLst/>
              <a:ahLst/>
              <a:cxnLst/>
              <a:rect l="l" t="t" r="r" b="b"/>
              <a:pathLst>
                <a:path w="1089" h="390" extrusionOk="0">
                  <a:moveTo>
                    <a:pt x="0" y="0"/>
                  </a:moveTo>
                  <a:lnTo>
                    <a:pt x="0" y="390"/>
                  </a:lnTo>
                  <a:lnTo>
                    <a:pt x="1088" y="390"/>
                  </a:lnTo>
                  <a:lnTo>
                    <a:pt x="108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14"/>
            <p:cNvSpPr/>
            <p:nvPr/>
          </p:nvSpPr>
          <p:spPr>
            <a:xfrm>
              <a:off x="8779127" y="1700380"/>
              <a:ext cx="283361" cy="407604"/>
            </a:xfrm>
            <a:custGeom>
              <a:avLst/>
              <a:gdLst/>
              <a:ahLst/>
              <a:cxnLst/>
              <a:rect l="l" t="t" r="r" b="b"/>
              <a:pathLst>
                <a:path w="3827" h="5505" extrusionOk="0">
                  <a:moveTo>
                    <a:pt x="2884" y="0"/>
                  </a:moveTo>
                  <a:lnTo>
                    <a:pt x="1" y="4956"/>
                  </a:lnTo>
                  <a:lnTo>
                    <a:pt x="943" y="5505"/>
                  </a:lnTo>
                  <a:lnTo>
                    <a:pt x="3826" y="549"/>
                  </a:lnTo>
                  <a:lnTo>
                    <a:pt x="288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14"/>
            <p:cNvSpPr/>
            <p:nvPr/>
          </p:nvSpPr>
          <p:spPr>
            <a:xfrm>
              <a:off x="8953940" y="1741917"/>
              <a:ext cx="84408" cy="65750"/>
            </a:xfrm>
            <a:custGeom>
              <a:avLst/>
              <a:gdLst/>
              <a:ahLst/>
              <a:cxnLst/>
              <a:rect l="l" t="t" r="r" b="b"/>
              <a:pathLst>
                <a:path w="1140" h="888" extrusionOk="0">
                  <a:moveTo>
                    <a:pt x="197" y="0"/>
                  </a:moveTo>
                  <a:lnTo>
                    <a:pt x="0" y="339"/>
                  </a:lnTo>
                  <a:lnTo>
                    <a:pt x="942" y="887"/>
                  </a:lnTo>
                  <a:lnTo>
                    <a:pt x="1139" y="549"/>
                  </a:lnTo>
                  <a:lnTo>
                    <a:pt x="1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14"/>
            <p:cNvSpPr/>
            <p:nvPr/>
          </p:nvSpPr>
          <p:spPr>
            <a:xfrm>
              <a:off x="8798822" y="2008319"/>
              <a:ext cx="84408" cy="65750"/>
            </a:xfrm>
            <a:custGeom>
              <a:avLst/>
              <a:gdLst/>
              <a:ahLst/>
              <a:cxnLst/>
              <a:rect l="l" t="t" r="r" b="b"/>
              <a:pathLst>
                <a:path w="1140" h="888" extrusionOk="0">
                  <a:moveTo>
                    <a:pt x="197" y="1"/>
                  </a:moveTo>
                  <a:lnTo>
                    <a:pt x="0" y="339"/>
                  </a:lnTo>
                  <a:lnTo>
                    <a:pt x="943" y="887"/>
                  </a:lnTo>
                  <a:lnTo>
                    <a:pt x="1140" y="549"/>
                  </a:lnTo>
                  <a:lnTo>
                    <a:pt x="19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14"/>
            <p:cNvSpPr/>
            <p:nvPr/>
          </p:nvSpPr>
          <p:spPr>
            <a:xfrm>
              <a:off x="8429651" y="2105980"/>
              <a:ext cx="955370" cy="26433"/>
            </a:xfrm>
            <a:custGeom>
              <a:avLst/>
              <a:gdLst/>
              <a:ahLst/>
              <a:cxnLst/>
              <a:rect l="l" t="t" r="r" b="b"/>
              <a:pathLst>
                <a:path w="12903" h="357" extrusionOk="0">
                  <a:moveTo>
                    <a:pt x="0" y="1"/>
                  </a:moveTo>
                  <a:lnTo>
                    <a:pt x="0" y="356"/>
                  </a:lnTo>
                  <a:lnTo>
                    <a:pt x="12902" y="356"/>
                  </a:lnTo>
                  <a:lnTo>
                    <a:pt x="129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14"/>
            <p:cNvSpPr/>
            <p:nvPr/>
          </p:nvSpPr>
          <p:spPr>
            <a:xfrm>
              <a:off x="8455936" y="1934426"/>
              <a:ext cx="267812" cy="171631"/>
            </a:xfrm>
            <a:custGeom>
              <a:avLst/>
              <a:gdLst/>
              <a:ahLst/>
              <a:cxnLst/>
              <a:rect l="l" t="t" r="r" b="b"/>
              <a:pathLst>
                <a:path w="3617" h="2318" extrusionOk="0">
                  <a:moveTo>
                    <a:pt x="1" y="0"/>
                  </a:moveTo>
                  <a:lnTo>
                    <a:pt x="1" y="2318"/>
                  </a:lnTo>
                  <a:lnTo>
                    <a:pt x="3616" y="2318"/>
                  </a:lnTo>
                  <a:lnTo>
                    <a:pt x="361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14"/>
            <p:cNvSpPr/>
            <p:nvPr/>
          </p:nvSpPr>
          <p:spPr>
            <a:xfrm>
              <a:off x="8442682" y="1934426"/>
              <a:ext cx="294689" cy="30209"/>
            </a:xfrm>
            <a:custGeom>
              <a:avLst/>
              <a:gdLst/>
              <a:ahLst/>
              <a:cxnLst/>
              <a:rect l="l" t="t" r="r" b="b"/>
              <a:pathLst>
                <a:path w="3980" h="408" extrusionOk="0">
                  <a:moveTo>
                    <a:pt x="0" y="0"/>
                  </a:moveTo>
                  <a:lnTo>
                    <a:pt x="0" y="407"/>
                  </a:lnTo>
                  <a:lnTo>
                    <a:pt x="3979" y="407"/>
                  </a:lnTo>
                  <a:lnTo>
                    <a:pt x="397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7" name="Google Shape;497;p14"/>
          <p:cNvSpPr/>
          <p:nvPr/>
        </p:nvSpPr>
        <p:spPr>
          <a:xfrm rot="-10000705" flipH="1">
            <a:off x="-2306661" y="3883009"/>
            <a:ext cx="4630318" cy="2229535"/>
          </a:xfrm>
          <a:custGeom>
            <a:avLst/>
            <a:gdLst/>
            <a:ahLst/>
            <a:cxnLst/>
            <a:rect l="l" t="t" r="r" b="b"/>
            <a:pathLst>
              <a:path w="26606" h="12811" extrusionOk="0">
                <a:moveTo>
                  <a:pt x="681" y="0"/>
                </a:moveTo>
                <a:cubicBezTo>
                  <a:pt x="681" y="0"/>
                  <a:pt x="0" y="3029"/>
                  <a:pt x="3131" y="4181"/>
                </a:cubicBezTo>
                <a:cubicBezTo>
                  <a:pt x="6258" y="5333"/>
                  <a:pt x="8503" y="6644"/>
                  <a:pt x="8948" y="8790"/>
                </a:cubicBezTo>
                <a:cubicBezTo>
                  <a:pt x="9301" y="10474"/>
                  <a:pt x="12290" y="12810"/>
                  <a:pt x="16574" y="12810"/>
                </a:cubicBezTo>
                <a:cubicBezTo>
                  <a:pt x="17749" y="12810"/>
                  <a:pt x="19022" y="12634"/>
                  <a:pt x="20364" y="12221"/>
                </a:cubicBezTo>
                <a:cubicBezTo>
                  <a:pt x="26605" y="10302"/>
                  <a:pt x="25770" y="7677"/>
                  <a:pt x="23067" y="6404"/>
                </a:cubicBezTo>
                <a:cubicBezTo>
                  <a:pt x="20364" y="5136"/>
                  <a:pt x="21520" y="3457"/>
                  <a:pt x="21598" y="2686"/>
                </a:cubicBezTo>
                <a:cubicBezTo>
                  <a:pt x="21679" y="1915"/>
                  <a:pt x="21195" y="159"/>
                  <a:pt x="20480" y="0"/>
                </a:cubicBezTo>
                <a:close/>
              </a:path>
            </a:pathLst>
          </a:custGeom>
          <a:solidFill>
            <a:srgbClr val="FFFFFF">
              <a:alpha val="226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8" name="Google Shape;498;p14"/>
          <p:cNvGrpSpPr/>
          <p:nvPr/>
        </p:nvGrpSpPr>
        <p:grpSpPr>
          <a:xfrm>
            <a:off x="-263986" y="2398933"/>
            <a:ext cx="977210" cy="1154911"/>
            <a:chOff x="-263986" y="2398933"/>
            <a:chExt cx="977210" cy="1154911"/>
          </a:xfrm>
        </p:grpSpPr>
        <p:grpSp>
          <p:nvGrpSpPr>
            <p:cNvPr id="499" name="Google Shape;499;p14"/>
            <p:cNvGrpSpPr/>
            <p:nvPr/>
          </p:nvGrpSpPr>
          <p:grpSpPr>
            <a:xfrm>
              <a:off x="205543" y="2873810"/>
              <a:ext cx="507681" cy="680033"/>
              <a:chOff x="197225" y="2855625"/>
              <a:chExt cx="522790" cy="700199"/>
            </a:xfrm>
          </p:grpSpPr>
          <p:sp>
            <p:nvSpPr>
              <p:cNvPr id="500" name="Google Shape;500;p14"/>
              <p:cNvSpPr/>
              <p:nvPr/>
            </p:nvSpPr>
            <p:spPr>
              <a:xfrm>
                <a:off x="197225" y="2855625"/>
                <a:ext cx="522790" cy="700199"/>
              </a:xfrm>
              <a:custGeom>
                <a:avLst/>
                <a:gdLst/>
                <a:ahLst/>
                <a:cxnLst/>
                <a:rect l="l" t="t" r="r" b="b"/>
                <a:pathLst>
                  <a:path w="16871" h="22598" extrusionOk="0">
                    <a:moveTo>
                      <a:pt x="15291" y="1579"/>
                    </a:moveTo>
                    <a:lnTo>
                      <a:pt x="15291" y="21018"/>
                    </a:lnTo>
                    <a:lnTo>
                      <a:pt x="1579" y="21018"/>
                    </a:lnTo>
                    <a:lnTo>
                      <a:pt x="1579" y="1579"/>
                    </a:lnTo>
                    <a:close/>
                    <a:moveTo>
                      <a:pt x="0" y="0"/>
                    </a:moveTo>
                    <a:lnTo>
                      <a:pt x="0" y="22597"/>
                    </a:lnTo>
                    <a:lnTo>
                      <a:pt x="16870" y="22597"/>
                    </a:lnTo>
                    <a:lnTo>
                      <a:pt x="1687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Google Shape;501;p14"/>
              <p:cNvSpPr/>
              <p:nvPr/>
            </p:nvSpPr>
            <p:spPr>
              <a:xfrm>
                <a:off x="246153" y="2904552"/>
                <a:ext cx="424932" cy="602348"/>
              </a:xfrm>
              <a:custGeom>
                <a:avLst/>
                <a:gdLst/>
                <a:ahLst/>
                <a:cxnLst/>
                <a:rect l="l" t="t" r="r" b="b"/>
                <a:pathLst>
                  <a:path w="13713" h="19440" extrusionOk="0">
                    <a:moveTo>
                      <a:pt x="0" y="0"/>
                    </a:moveTo>
                    <a:lnTo>
                      <a:pt x="0" y="19439"/>
                    </a:lnTo>
                    <a:lnTo>
                      <a:pt x="13712" y="19439"/>
                    </a:lnTo>
                    <a:lnTo>
                      <a:pt x="1371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Google Shape;502;p14"/>
              <p:cNvSpPr/>
              <p:nvPr/>
            </p:nvSpPr>
            <p:spPr>
              <a:xfrm>
                <a:off x="271035" y="2974674"/>
                <a:ext cx="387313" cy="483025"/>
              </a:xfrm>
              <a:custGeom>
                <a:avLst/>
                <a:gdLst/>
                <a:ahLst/>
                <a:cxnLst/>
                <a:rect l="l" t="t" r="r" b="b"/>
                <a:pathLst>
                  <a:path w="12499" h="15589" extrusionOk="0">
                    <a:moveTo>
                      <a:pt x="9215" y="1"/>
                    </a:moveTo>
                    <a:cubicBezTo>
                      <a:pt x="9173" y="1"/>
                      <a:pt x="9138" y="17"/>
                      <a:pt x="9109" y="39"/>
                    </a:cubicBezTo>
                    <a:cubicBezTo>
                      <a:pt x="8440" y="628"/>
                      <a:pt x="7985" y="1430"/>
                      <a:pt x="7815" y="2305"/>
                    </a:cubicBezTo>
                    <a:cubicBezTo>
                      <a:pt x="7655" y="3152"/>
                      <a:pt x="7771" y="4044"/>
                      <a:pt x="8145" y="4829"/>
                    </a:cubicBezTo>
                    <a:cubicBezTo>
                      <a:pt x="8190" y="5481"/>
                      <a:pt x="7940" y="6052"/>
                      <a:pt x="7574" y="6533"/>
                    </a:cubicBezTo>
                    <a:cubicBezTo>
                      <a:pt x="7556" y="5748"/>
                      <a:pt x="7298" y="4963"/>
                      <a:pt x="6843" y="4321"/>
                    </a:cubicBezTo>
                    <a:cubicBezTo>
                      <a:pt x="6334" y="3589"/>
                      <a:pt x="5585" y="3045"/>
                      <a:pt x="4746" y="2778"/>
                    </a:cubicBezTo>
                    <a:cubicBezTo>
                      <a:pt x="4733" y="2775"/>
                      <a:pt x="4720" y="2774"/>
                      <a:pt x="4708" y="2774"/>
                    </a:cubicBezTo>
                    <a:cubicBezTo>
                      <a:pt x="4670" y="2774"/>
                      <a:pt x="4637" y="2784"/>
                      <a:pt x="4604" y="2804"/>
                    </a:cubicBezTo>
                    <a:cubicBezTo>
                      <a:pt x="4568" y="2831"/>
                      <a:pt x="4541" y="2876"/>
                      <a:pt x="4541" y="2929"/>
                    </a:cubicBezTo>
                    <a:cubicBezTo>
                      <a:pt x="4541" y="4696"/>
                      <a:pt x="5603" y="6248"/>
                      <a:pt x="7253" y="6908"/>
                    </a:cubicBezTo>
                    <a:cubicBezTo>
                      <a:pt x="6771" y="7416"/>
                      <a:pt x="6209" y="7782"/>
                      <a:pt x="5853" y="7987"/>
                    </a:cubicBezTo>
                    <a:cubicBezTo>
                      <a:pt x="5603" y="8130"/>
                      <a:pt x="5353" y="8273"/>
                      <a:pt x="5094" y="8407"/>
                    </a:cubicBezTo>
                    <a:cubicBezTo>
                      <a:pt x="4943" y="8496"/>
                      <a:pt x="4782" y="8585"/>
                      <a:pt x="4621" y="8674"/>
                    </a:cubicBezTo>
                    <a:cubicBezTo>
                      <a:pt x="4898" y="7871"/>
                      <a:pt x="4925" y="6988"/>
                      <a:pt x="4675" y="6168"/>
                    </a:cubicBezTo>
                    <a:cubicBezTo>
                      <a:pt x="4425" y="5320"/>
                      <a:pt x="3890" y="4571"/>
                      <a:pt x="3167" y="4044"/>
                    </a:cubicBezTo>
                    <a:cubicBezTo>
                      <a:pt x="3144" y="4027"/>
                      <a:pt x="3114" y="4017"/>
                      <a:pt x="3083" y="4017"/>
                    </a:cubicBezTo>
                    <a:cubicBezTo>
                      <a:pt x="3066" y="4017"/>
                      <a:pt x="3049" y="4020"/>
                      <a:pt x="3033" y="4026"/>
                    </a:cubicBezTo>
                    <a:cubicBezTo>
                      <a:pt x="2989" y="4044"/>
                      <a:pt x="2953" y="4080"/>
                      <a:pt x="2935" y="4125"/>
                    </a:cubicBezTo>
                    <a:cubicBezTo>
                      <a:pt x="2364" y="5837"/>
                      <a:pt x="2917" y="7684"/>
                      <a:pt x="4336" y="8835"/>
                    </a:cubicBezTo>
                    <a:cubicBezTo>
                      <a:pt x="3560" y="9281"/>
                      <a:pt x="2828" y="9798"/>
                      <a:pt x="2347" y="10557"/>
                    </a:cubicBezTo>
                    <a:cubicBezTo>
                      <a:pt x="2543" y="9825"/>
                      <a:pt x="2534" y="9058"/>
                      <a:pt x="2320" y="8335"/>
                    </a:cubicBezTo>
                    <a:cubicBezTo>
                      <a:pt x="2070" y="7488"/>
                      <a:pt x="1535" y="6730"/>
                      <a:pt x="812" y="6212"/>
                    </a:cubicBezTo>
                    <a:cubicBezTo>
                      <a:pt x="789" y="6195"/>
                      <a:pt x="759" y="6185"/>
                      <a:pt x="728" y="6185"/>
                    </a:cubicBezTo>
                    <a:cubicBezTo>
                      <a:pt x="711" y="6185"/>
                      <a:pt x="694" y="6188"/>
                      <a:pt x="678" y="6194"/>
                    </a:cubicBezTo>
                    <a:cubicBezTo>
                      <a:pt x="625" y="6203"/>
                      <a:pt x="589" y="6239"/>
                      <a:pt x="571" y="6292"/>
                    </a:cubicBezTo>
                    <a:cubicBezTo>
                      <a:pt x="0" y="8005"/>
                      <a:pt x="553" y="9852"/>
                      <a:pt x="1990" y="11003"/>
                    </a:cubicBezTo>
                    <a:cubicBezTo>
                      <a:pt x="2016" y="11021"/>
                      <a:pt x="2052" y="11029"/>
                      <a:pt x="2088" y="11029"/>
                    </a:cubicBezTo>
                    <a:cubicBezTo>
                      <a:pt x="1481" y="12394"/>
                      <a:pt x="1740" y="14018"/>
                      <a:pt x="1981" y="15463"/>
                    </a:cubicBezTo>
                    <a:cubicBezTo>
                      <a:pt x="1999" y="15535"/>
                      <a:pt x="2052" y="15579"/>
                      <a:pt x="2124" y="15588"/>
                    </a:cubicBezTo>
                    <a:cubicBezTo>
                      <a:pt x="2132" y="15588"/>
                      <a:pt x="2141" y="15588"/>
                      <a:pt x="2150" y="15579"/>
                    </a:cubicBezTo>
                    <a:cubicBezTo>
                      <a:pt x="2231" y="15570"/>
                      <a:pt x="2293" y="15490"/>
                      <a:pt x="2275" y="15410"/>
                    </a:cubicBezTo>
                    <a:cubicBezTo>
                      <a:pt x="2052" y="14063"/>
                      <a:pt x="1802" y="12546"/>
                      <a:pt x="2302" y="11288"/>
                    </a:cubicBezTo>
                    <a:cubicBezTo>
                      <a:pt x="3096" y="11920"/>
                      <a:pt x="4044" y="12243"/>
                      <a:pt x="4998" y="12243"/>
                    </a:cubicBezTo>
                    <a:cubicBezTo>
                      <a:pt x="5727" y="12243"/>
                      <a:pt x="6460" y="12054"/>
                      <a:pt x="7128" y="11672"/>
                    </a:cubicBezTo>
                    <a:cubicBezTo>
                      <a:pt x="7164" y="11645"/>
                      <a:pt x="7191" y="11600"/>
                      <a:pt x="7200" y="11556"/>
                    </a:cubicBezTo>
                    <a:cubicBezTo>
                      <a:pt x="7209" y="11502"/>
                      <a:pt x="7191" y="11458"/>
                      <a:pt x="7155" y="11422"/>
                    </a:cubicBezTo>
                    <a:cubicBezTo>
                      <a:pt x="6504" y="10824"/>
                      <a:pt x="5656" y="10450"/>
                      <a:pt x="4773" y="10369"/>
                    </a:cubicBezTo>
                    <a:cubicBezTo>
                      <a:pt x="4652" y="10358"/>
                      <a:pt x="4531" y="10353"/>
                      <a:pt x="4410" y="10353"/>
                    </a:cubicBezTo>
                    <a:cubicBezTo>
                      <a:pt x="3755" y="10353"/>
                      <a:pt x="3106" y="10514"/>
                      <a:pt x="2534" y="10815"/>
                    </a:cubicBezTo>
                    <a:cubicBezTo>
                      <a:pt x="2534" y="10806"/>
                      <a:pt x="2534" y="10806"/>
                      <a:pt x="2543" y="10798"/>
                    </a:cubicBezTo>
                    <a:cubicBezTo>
                      <a:pt x="3007" y="10021"/>
                      <a:pt x="3765" y="9504"/>
                      <a:pt x="4568" y="9040"/>
                    </a:cubicBezTo>
                    <a:cubicBezTo>
                      <a:pt x="4577" y="9049"/>
                      <a:pt x="4577" y="9058"/>
                      <a:pt x="4586" y="9067"/>
                    </a:cubicBezTo>
                    <a:cubicBezTo>
                      <a:pt x="5391" y="9739"/>
                      <a:pt x="6371" y="10084"/>
                      <a:pt x="7357" y="10084"/>
                    </a:cubicBezTo>
                    <a:cubicBezTo>
                      <a:pt x="8085" y="10084"/>
                      <a:pt x="8816" y="9896"/>
                      <a:pt x="9483" y="9513"/>
                    </a:cubicBezTo>
                    <a:cubicBezTo>
                      <a:pt x="9528" y="9486"/>
                      <a:pt x="9555" y="9442"/>
                      <a:pt x="9564" y="9388"/>
                    </a:cubicBezTo>
                    <a:cubicBezTo>
                      <a:pt x="9564" y="9343"/>
                      <a:pt x="9546" y="9299"/>
                      <a:pt x="9510" y="9263"/>
                    </a:cubicBezTo>
                    <a:cubicBezTo>
                      <a:pt x="8859" y="8656"/>
                      <a:pt x="8011" y="8282"/>
                      <a:pt x="7128" y="8202"/>
                    </a:cubicBezTo>
                    <a:cubicBezTo>
                      <a:pt x="7014" y="8191"/>
                      <a:pt x="6898" y="8186"/>
                      <a:pt x="6783" y="8186"/>
                    </a:cubicBezTo>
                    <a:cubicBezTo>
                      <a:pt x="6503" y="8186"/>
                      <a:pt x="6222" y="8216"/>
                      <a:pt x="5951" y="8273"/>
                    </a:cubicBezTo>
                    <a:cubicBezTo>
                      <a:pt x="5968" y="8264"/>
                      <a:pt x="5986" y="8255"/>
                      <a:pt x="6004" y="8246"/>
                    </a:cubicBezTo>
                    <a:cubicBezTo>
                      <a:pt x="6397" y="8014"/>
                      <a:pt x="7048" y="7586"/>
                      <a:pt x="7574" y="6997"/>
                    </a:cubicBezTo>
                    <a:cubicBezTo>
                      <a:pt x="7583" y="6997"/>
                      <a:pt x="7583" y="7006"/>
                      <a:pt x="7583" y="7006"/>
                    </a:cubicBezTo>
                    <a:cubicBezTo>
                      <a:pt x="7601" y="7051"/>
                      <a:pt x="7628" y="7077"/>
                      <a:pt x="7672" y="7095"/>
                    </a:cubicBezTo>
                    <a:cubicBezTo>
                      <a:pt x="8199" y="7302"/>
                      <a:pt x="8742" y="7402"/>
                      <a:pt x="9277" y="7402"/>
                    </a:cubicBezTo>
                    <a:cubicBezTo>
                      <a:pt x="10471" y="7402"/>
                      <a:pt x="11622" y="6902"/>
                      <a:pt x="12454" y="5971"/>
                    </a:cubicBezTo>
                    <a:cubicBezTo>
                      <a:pt x="12490" y="5927"/>
                      <a:pt x="12499" y="5882"/>
                      <a:pt x="12490" y="5829"/>
                    </a:cubicBezTo>
                    <a:cubicBezTo>
                      <a:pt x="12481" y="5784"/>
                      <a:pt x="12454" y="5748"/>
                      <a:pt x="12409" y="5721"/>
                    </a:cubicBezTo>
                    <a:cubicBezTo>
                      <a:pt x="11880" y="5489"/>
                      <a:pt x="11305" y="5370"/>
                      <a:pt x="10728" y="5370"/>
                    </a:cubicBezTo>
                    <a:cubicBezTo>
                      <a:pt x="10421" y="5370"/>
                      <a:pt x="10114" y="5403"/>
                      <a:pt x="9813" y="5472"/>
                    </a:cubicBezTo>
                    <a:cubicBezTo>
                      <a:pt x="9135" y="5632"/>
                      <a:pt x="8511" y="5971"/>
                      <a:pt x="8002" y="6435"/>
                    </a:cubicBezTo>
                    <a:cubicBezTo>
                      <a:pt x="8288" y="5989"/>
                      <a:pt x="8466" y="5463"/>
                      <a:pt x="8440" y="4892"/>
                    </a:cubicBezTo>
                    <a:cubicBezTo>
                      <a:pt x="9724" y="3607"/>
                      <a:pt x="10081" y="1734"/>
                      <a:pt x="9350" y="92"/>
                    </a:cubicBezTo>
                    <a:cubicBezTo>
                      <a:pt x="9332" y="48"/>
                      <a:pt x="9287" y="12"/>
                      <a:pt x="9243" y="3"/>
                    </a:cubicBezTo>
                    <a:cubicBezTo>
                      <a:pt x="9233" y="2"/>
                      <a:pt x="9224" y="1"/>
                      <a:pt x="921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Google Shape;503;p14"/>
              <p:cNvSpPr/>
              <p:nvPr/>
            </p:nvSpPr>
            <p:spPr>
              <a:xfrm>
                <a:off x="246153" y="2904552"/>
                <a:ext cx="184407" cy="117216"/>
              </a:xfrm>
              <a:custGeom>
                <a:avLst/>
                <a:gdLst/>
                <a:ahLst/>
                <a:cxnLst/>
                <a:rect l="l" t="t" r="r" b="b"/>
                <a:pathLst>
                  <a:path w="5951" h="3783" extrusionOk="0">
                    <a:moveTo>
                      <a:pt x="5567" y="0"/>
                    </a:moveTo>
                    <a:cubicBezTo>
                      <a:pt x="5523" y="27"/>
                      <a:pt x="5487" y="63"/>
                      <a:pt x="5442" y="89"/>
                    </a:cubicBezTo>
                    <a:cubicBezTo>
                      <a:pt x="4934" y="535"/>
                      <a:pt x="4845" y="1053"/>
                      <a:pt x="4764" y="1552"/>
                    </a:cubicBezTo>
                    <a:cubicBezTo>
                      <a:pt x="4648" y="2204"/>
                      <a:pt x="4541" y="2819"/>
                      <a:pt x="3551" y="3337"/>
                    </a:cubicBezTo>
                    <a:cubicBezTo>
                      <a:pt x="3230" y="3504"/>
                      <a:pt x="2906" y="3588"/>
                      <a:pt x="2580" y="3588"/>
                    </a:cubicBezTo>
                    <a:cubicBezTo>
                      <a:pt x="2091" y="3588"/>
                      <a:pt x="1596" y="3399"/>
                      <a:pt x="1098" y="3024"/>
                    </a:cubicBezTo>
                    <a:cubicBezTo>
                      <a:pt x="669" y="2694"/>
                      <a:pt x="304" y="2284"/>
                      <a:pt x="0" y="1856"/>
                    </a:cubicBezTo>
                    <a:lnTo>
                      <a:pt x="0" y="2186"/>
                    </a:lnTo>
                    <a:cubicBezTo>
                      <a:pt x="45" y="2239"/>
                      <a:pt x="81" y="2293"/>
                      <a:pt x="125" y="2337"/>
                    </a:cubicBezTo>
                    <a:cubicBezTo>
                      <a:pt x="910" y="3292"/>
                      <a:pt x="1758" y="3783"/>
                      <a:pt x="2588" y="3783"/>
                    </a:cubicBezTo>
                    <a:cubicBezTo>
                      <a:pt x="2944" y="3783"/>
                      <a:pt x="3301" y="3693"/>
                      <a:pt x="3649" y="3515"/>
                    </a:cubicBezTo>
                    <a:cubicBezTo>
                      <a:pt x="4720" y="2944"/>
                      <a:pt x="4845" y="2248"/>
                      <a:pt x="4961" y="1588"/>
                    </a:cubicBezTo>
                    <a:cubicBezTo>
                      <a:pt x="5041" y="1097"/>
                      <a:pt x="5121" y="642"/>
                      <a:pt x="5576" y="241"/>
                    </a:cubicBezTo>
                    <a:cubicBezTo>
                      <a:pt x="5683" y="143"/>
                      <a:pt x="5817" y="63"/>
                      <a:pt x="595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Google Shape;504;p14"/>
              <p:cNvSpPr/>
              <p:nvPr/>
            </p:nvSpPr>
            <p:spPr>
              <a:xfrm>
                <a:off x="392100" y="3219681"/>
                <a:ext cx="278980" cy="287231"/>
              </a:xfrm>
              <a:custGeom>
                <a:avLst/>
                <a:gdLst/>
                <a:ahLst/>
                <a:cxnLst/>
                <a:rect l="l" t="t" r="r" b="b"/>
                <a:pathLst>
                  <a:path w="9003" h="9270" extrusionOk="0">
                    <a:moveTo>
                      <a:pt x="9002" y="0"/>
                    </a:moveTo>
                    <a:cubicBezTo>
                      <a:pt x="8565" y="143"/>
                      <a:pt x="8021" y="437"/>
                      <a:pt x="7459" y="1169"/>
                    </a:cubicBezTo>
                    <a:cubicBezTo>
                      <a:pt x="6834" y="1990"/>
                      <a:pt x="6852" y="2864"/>
                      <a:pt x="6870" y="3702"/>
                    </a:cubicBezTo>
                    <a:cubicBezTo>
                      <a:pt x="6897" y="4639"/>
                      <a:pt x="6915" y="5513"/>
                      <a:pt x="6058" y="6254"/>
                    </a:cubicBezTo>
                    <a:cubicBezTo>
                      <a:pt x="5549" y="6693"/>
                      <a:pt x="4966" y="6942"/>
                      <a:pt x="4412" y="6942"/>
                    </a:cubicBezTo>
                    <a:cubicBezTo>
                      <a:pt x="4392" y="6942"/>
                      <a:pt x="4373" y="6941"/>
                      <a:pt x="4354" y="6941"/>
                    </a:cubicBezTo>
                    <a:cubicBezTo>
                      <a:pt x="4042" y="6932"/>
                      <a:pt x="3721" y="6860"/>
                      <a:pt x="3409" y="6789"/>
                    </a:cubicBezTo>
                    <a:cubicBezTo>
                      <a:pt x="3077" y="6714"/>
                      <a:pt x="2732" y="6638"/>
                      <a:pt x="2380" y="6638"/>
                    </a:cubicBezTo>
                    <a:cubicBezTo>
                      <a:pt x="2316" y="6638"/>
                      <a:pt x="2251" y="6641"/>
                      <a:pt x="2186" y="6646"/>
                    </a:cubicBezTo>
                    <a:cubicBezTo>
                      <a:pt x="1036" y="6744"/>
                      <a:pt x="251" y="7788"/>
                      <a:pt x="54" y="8752"/>
                    </a:cubicBezTo>
                    <a:cubicBezTo>
                      <a:pt x="19" y="8930"/>
                      <a:pt x="1" y="9100"/>
                      <a:pt x="1" y="9269"/>
                    </a:cubicBezTo>
                    <a:lnTo>
                      <a:pt x="197" y="9269"/>
                    </a:lnTo>
                    <a:cubicBezTo>
                      <a:pt x="206" y="9108"/>
                      <a:pt x="215" y="8957"/>
                      <a:pt x="251" y="8796"/>
                    </a:cubicBezTo>
                    <a:cubicBezTo>
                      <a:pt x="429" y="7895"/>
                      <a:pt x="1152" y="6932"/>
                      <a:pt x="2204" y="6843"/>
                    </a:cubicBezTo>
                    <a:cubicBezTo>
                      <a:pt x="2264" y="6837"/>
                      <a:pt x="2323" y="6834"/>
                      <a:pt x="2382" y="6834"/>
                    </a:cubicBezTo>
                    <a:cubicBezTo>
                      <a:pt x="2707" y="6834"/>
                      <a:pt x="3032" y="6910"/>
                      <a:pt x="3364" y="6985"/>
                    </a:cubicBezTo>
                    <a:cubicBezTo>
                      <a:pt x="3685" y="7057"/>
                      <a:pt x="4015" y="7128"/>
                      <a:pt x="4354" y="7137"/>
                    </a:cubicBezTo>
                    <a:cubicBezTo>
                      <a:pt x="4364" y="7137"/>
                      <a:pt x="4375" y="7137"/>
                      <a:pt x="4385" y="7137"/>
                    </a:cubicBezTo>
                    <a:cubicBezTo>
                      <a:pt x="4991" y="7137"/>
                      <a:pt x="5631" y="6879"/>
                      <a:pt x="6192" y="6396"/>
                    </a:cubicBezTo>
                    <a:cubicBezTo>
                      <a:pt x="7111" y="5603"/>
                      <a:pt x="7093" y="4639"/>
                      <a:pt x="7066" y="3702"/>
                    </a:cubicBezTo>
                    <a:cubicBezTo>
                      <a:pt x="7048" y="2891"/>
                      <a:pt x="7031" y="2052"/>
                      <a:pt x="7619" y="1294"/>
                    </a:cubicBezTo>
                    <a:cubicBezTo>
                      <a:pt x="8128" y="625"/>
                      <a:pt x="8601" y="348"/>
                      <a:pt x="9002" y="205"/>
                    </a:cubicBezTo>
                    <a:lnTo>
                      <a:pt x="900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5" name="Google Shape;505;p14"/>
            <p:cNvGrpSpPr/>
            <p:nvPr/>
          </p:nvGrpSpPr>
          <p:grpSpPr>
            <a:xfrm>
              <a:off x="-263986" y="2398933"/>
              <a:ext cx="429648" cy="572686"/>
              <a:chOff x="-244350" y="2480775"/>
              <a:chExt cx="379648" cy="506086"/>
            </a:xfrm>
          </p:grpSpPr>
          <p:sp>
            <p:nvSpPr>
              <p:cNvPr id="506" name="Google Shape;506;p14"/>
              <p:cNvSpPr/>
              <p:nvPr/>
            </p:nvSpPr>
            <p:spPr>
              <a:xfrm>
                <a:off x="-244350" y="2480775"/>
                <a:ext cx="379648" cy="506086"/>
              </a:xfrm>
              <a:custGeom>
                <a:avLst/>
                <a:gdLst/>
                <a:ahLst/>
                <a:cxnLst/>
                <a:rect l="l" t="t" r="r" b="b"/>
                <a:pathLst>
                  <a:path w="7897" h="10527" extrusionOk="0">
                    <a:moveTo>
                      <a:pt x="7031" y="866"/>
                    </a:moveTo>
                    <a:lnTo>
                      <a:pt x="7031" y="9671"/>
                    </a:lnTo>
                    <a:lnTo>
                      <a:pt x="866" y="9671"/>
                    </a:lnTo>
                    <a:lnTo>
                      <a:pt x="866" y="866"/>
                    </a:lnTo>
                    <a:close/>
                    <a:moveTo>
                      <a:pt x="1" y="0"/>
                    </a:moveTo>
                    <a:lnTo>
                      <a:pt x="1" y="10527"/>
                    </a:lnTo>
                    <a:lnTo>
                      <a:pt x="7896" y="10527"/>
                    </a:lnTo>
                    <a:lnTo>
                      <a:pt x="789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507;p14"/>
              <p:cNvSpPr/>
              <p:nvPr/>
            </p:nvSpPr>
            <p:spPr>
              <a:xfrm>
                <a:off x="-202718" y="2522359"/>
                <a:ext cx="296382" cy="423348"/>
              </a:xfrm>
              <a:custGeom>
                <a:avLst/>
                <a:gdLst/>
                <a:ahLst/>
                <a:cxnLst/>
                <a:rect l="l" t="t" r="r" b="b"/>
                <a:pathLst>
                  <a:path w="6165" h="8806" extrusionOk="0">
                    <a:moveTo>
                      <a:pt x="0" y="1"/>
                    </a:moveTo>
                    <a:lnTo>
                      <a:pt x="0" y="8806"/>
                    </a:lnTo>
                    <a:lnTo>
                      <a:pt x="6165" y="8806"/>
                    </a:lnTo>
                    <a:lnTo>
                      <a:pt x="616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14"/>
              <p:cNvSpPr/>
              <p:nvPr/>
            </p:nvSpPr>
            <p:spPr>
              <a:xfrm>
                <a:off x="-67630" y="2618411"/>
                <a:ext cx="37354" cy="305853"/>
              </a:xfrm>
              <a:custGeom>
                <a:avLst/>
                <a:gdLst/>
                <a:ahLst/>
                <a:cxnLst/>
                <a:rect l="l" t="t" r="r" b="b"/>
                <a:pathLst>
                  <a:path w="777" h="6362" extrusionOk="0">
                    <a:moveTo>
                      <a:pt x="509" y="1"/>
                    </a:moveTo>
                    <a:cubicBezTo>
                      <a:pt x="491" y="10"/>
                      <a:pt x="482" y="28"/>
                      <a:pt x="482" y="45"/>
                    </a:cubicBezTo>
                    <a:cubicBezTo>
                      <a:pt x="678" y="768"/>
                      <a:pt x="562" y="1526"/>
                      <a:pt x="429" y="2178"/>
                    </a:cubicBezTo>
                    <a:cubicBezTo>
                      <a:pt x="384" y="2374"/>
                      <a:pt x="339" y="2561"/>
                      <a:pt x="295" y="2748"/>
                    </a:cubicBezTo>
                    <a:cubicBezTo>
                      <a:pt x="179" y="3257"/>
                      <a:pt x="54" y="3783"/>
                      <a:pt x="27" y="4310"/>
                    </a:cubicBezTo>
                    <a:cubicBezTo>
                      <a:pt x="0" y="5130"/>
                      <a:pt x="250" y="5871"/>
                      <a:pt x="705" y="6353"/>
                    </a:cubicBezTo>
                    <a:cubicBezTo>
                      <a:pt x="714" y="6361"/>
                      <a:pt x="723" y="6361"/>
                      <a:pt x="732" y="6361"/>
                    </a:cubicBezTo>
                    <a:cubicBezTo>
                      <a:pt x="741" y="6361"/>
                      <a:pt x="759" y="6361"/>
                      <a:pt x="759" y="6353"/>
                    </a:cubicBezTo>
                    <a:cubicBezTo>
                      <a:pt x="777" y="6335"/>
                      <a:pt x="777" y="6317"/>
                      <a:pt x="759" y="6299"/>
                    </a:cubicBezTo>
                    <a:cubicBezTo>
                      <a:pt x="313" y="5835"/>
                      <a:pt x="72" y="5113"/>
                      <a:pt x="107" y="4319"/>
                    </a:cubicBezTo>
                    <a:cubicBezTo>
                      <a:pt x="125" y="3792"/>
                      <a:pt x="250" y="3275"/>
                      <a:pt x="366" y="2766"/>
                    </a:cubicBezTo>
                    <a:cubicBezTo>
                      <a:pt x="411" y="2579"/>
                      <a:pt x="455" y="2383"/>
                      <a:pt x="500" y="2195"/>
                    </a:cubicBezTo>
                    <a:cubicBezTo>
                      <a:pt x="634" y="1535"/>
                      <a:pt x="750" y="768"/>
                      <a:pt x="553" y="28"/>
                    </a:cubicBezTo>
                    <a:cubicBezTo>
                      <a:pt x="553" y="10"/>
                      <a:pt x="527" y="1"/>
                      <a:pt x="50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14"/>
              <p:cNvSpPr/>
              <p:nvPr/>
            </p:nvSpPr>
            <p:spPr>
              <a:xfrm>
                <a:off x="-101955" y="2545290"/>
                <a:ext cx="107688" cy="85189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1772" extrusionOk="0">
                    <a:moveTo>
                      <a:pt x="1600" y="1"/>
                    </a:moveTo>
                    <a:cubicBezTo>
                      <a:pt x="1552" y="1"/>
                      <a:pt x="1509" y="31"/>
                      <a:pt x="1473" y="68"/>
                    </a:cubicBezTo>
                    <a:cubicBezTo>
                      <a:pt x="1437" y="112"/>
                      <a:pt x="1419" y="175"/>
                      <a:pt x="1401" y="237"/>
                    </a:cubicBezTo>
                    <a:cubicBezTo>
                      <a:pt x="1392" y="273"/>
                      <a:pt x="1366" y="380"/>
                      <a:pt x="1330" y="523"/>
                    </a:cubicBezTo>
                    <a:cubicBezTo>
                      <a:pt x="1321" y="398"/>
                      <a:pt x="1321" y="309"/>
                      <a:pt x="1312" y="273"/>
                    </a:cubicBezTo>
                    <a:cubicBezTo>
                      <a:pt x="1303" y="210"/>
                      <a:pt x="1294" y="148"/>
                      <a:pt x="1267" y="94"/>
                    </a:cubicBezTo>
                    <a:cubicBezTo>
                      <a:pt x="1232" y="50"/>
                      <a:pt x="1178" y="5"/>
                      <a:pt x="1116" y="5"/>
                    </a:cubicBezTo>
                    <a:cubicBezTo>
                      <a:pt x="1062" y="5"/>
                      <a:pt x="1009" y="59"/>
                      <a:pt x="982" y="103"/>
                    </a:cubicBezTo>
                    <a:cubicBezTo>
                      <a:pt x="955" y="157"/>
                      <a:pt x="955" y="219"/>
                      <a:pt x="946" y="282"/>
                    </a:cubicBezTo>
                    <a:cubicBezTo>
                      <a:pt x="946" y="380"/>
                      <a:pt x="946" y="478"/>
                      <a:pt x="946" y="576"/>
                    </a:cubicBezTo>
                    <a:cubicBezTo>
                      <a:pt x="893" y="425"/>
                      <a:pt x="839" y="317"/>
                      <a:pt x="821" y="282"/>
                    </a:cubicBezTo>
                    <a:cubicBezTo>
                      <a:pt x="804" y="219"/>
                      <a:pt x="768" y="166"/>
                      <a:pt x="723" y="130"/>
                    </a:cubicBezTo>
                    <a:cubicBezTo>
                      <a:pt x="691" y="98"/>
                      <a:pt x="649" y="75"/>
                      <a:pt x="608" y="75"/>
                    </a:cubicBezTo>
                    <a:cubicBezTo>
                      <a:pt x="593" y="75"/>
                      <a:pt x="577" y="78"/>
                      <a:pt x="563" y="86"/>
                    </a:cubicBezTo>
                    <a:cubicBezTo>
                      <a:pt x="500" y="103"/>
                      <a:pt x="474" y="166"/>
                      <a:pt x="465" y="219"/>
                    </a:cubicBezTo>
                    <a:cubicBezTo>
                      <a:pt x="456" y="282"/>
                      <a:pt x="465" y="335"/>
                      <a:pt x="482" y="398"/>
                    </a:cubicBezTo>
                    <a:cubicBezTo>
                      <a:pt x="500" y="487"/>
                      <a:pt x="536" y="576"/>
                      <a:pt x="563" y="665"/>
                    </a:cubicBezTo>
                    <a:cubicBezTo>
                      <a:pt x="474" y="558"/>
                      <a:pt x="402" y="469"/>
                      <a:pt x="375" y="442"/>
                    </a:cubicBezTo>
                    <a:cubicBezTo>
                      <a:pt x="331" y="398"/>
                      <a:pt x="295" y="353"/>
                      <a:pt x="233" y="326"/>
                    </a:cubicBezTo>
                    <a:cubicBezTo>
                      <a:pt x="208" y="314"/>
                      <a:pt x="179" y="307"/>
                      <a:pt x="151" y="307"/>
                    </a:cubicBezTo>
                    <a:cubicBezTo>
                      <a:pt x="119" y="307"/>
                      <a:pt x="87" y="316"/>
                      <a:pt x="63" y="335"/>
                    </a:cubicBezTo>
                    <a:cubicBezTo>
                      <a:pt x="19" y="371"/>
                      <a:pt x="1" y="442"/>
                      <a:pt x="10" y="496"/>
                    </a:cubicBezTo>
                    <a:cubicBezTo>
                      <a:pt x="19" y="558"/>
                      <a:pt x="54" y="612"/>
                      <a:pt x="81" y="656"/>
                    </a:cubicBezTo>
                    <a:cubicBezTo>
                      <a:pt x="215" y="871"/>
                      <a:pt x="375" y="1067"/>
                      <a:pt x="545" y="1245"/>
                    </a:cubicBezTo>
                    <a:cubicBezTo>
                      <a:pt x="598" y="1298"/>
                      <a:pt x="1106" y="1772"/>
                      <a:pt x="1229" y="1772"/>
                    </a:cubicBezTo>
                    <a:cubicBezTo>
                      <a:pt x="1230" y="1772"/>
                      <a:pt x="1231" y="1772"/>
                      <a:pt x="1232" y="1772"/>
                    </a:cubicBezTo>
                    <a:cubicBezTo>
                      <a:pt x="1348" y="1763"/>
                      <a:pt x="1776" y="1210"/>
                      <a:pt x="1821" y="1147"/>
                    </a:cubicBezTo>
                    <a:cubicBezTo>
                      <a:pt x="1972" y="942"/>
                      <a:pt x="2088" y="728"/>
                      <a:pt x="2195" y="496"/>
                    </a:cubicBezTo>
                    <a:cubicBezTo>
                      <a:pt x="2213" y="442"/>
                      <a:pt x="2240" y="389"/>
                      <a:pt x="2240" y="326"/>
                    </a:cubicBezTo>
                    <a:cubicBezTo>
                      <a:pt x="2240" y="264"/>
                      <a:pt x="2213" y="202"/>
                      <a:pt x="2160" y="175"/>
                    </a:cubicBezTo>
                    <a:cubicBezTo>
                      <a:pt x="2138" y="164"/>
                      <a:pt x="2116" y="159"/>
                      <a:pt x="2093" y="159"/>
                    </a:cubicBezTo>
                    <a:cubicBezTo>
                      <a:pt x="2058" y="159"/>
                      <a:pt x="2023" y="171"/>
                      <a:pt x="1990" y="193"/>
                    </a:cubicBezTo>
                    <a:cubicBezTo>
                      <a:pt x="1937" y="228"/>
                      <a:pt x="1901" y="273"/>
                      <a:pt x="1874" y="326"/>
                    </a:cubicBezTo>
                    <a:cubicBezTo>
                      <a:pt x="1847" y="362"/>
                      <a:pt x="1785" y="451"/>
                      <a:pt x="1714" y="576"/>
                    </a:cubicBezTo>
                    <a:cubicBezTo>
                      <a:pt x="1731" y="487"/>
                      <a:pt x="1749" y="389"/>
                      <a:pt x="1758" y="300"/>
                    </a:cubicBezTo>
                    <a:cubicBezTo>
                      <a:pt x="1767" y="237"/>
                      <a:pt x="1767" y="175"/>
                      <a:pt x="1749" y="121"/>
                    </a:cubicBezTo>
                    <a:cubicBezTo>
                      <a:pt x="1731" y="68"/>
                      <a:pt x="1696" y="14"/>
                      <a:pt x="1633" y="5"/>
                    </a:cubicBezTo>
                    <a:cubicBezTo>
                      <a:pt x="1622" y="2"/>
                      <a:pt x="1611" y="1"/>
                      <a:pt x="16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14"/>
              <p:cNvSpPr/>
              <p:nvPr/>
            </p:nvSpPr>
            <p:spPr>
              <a:xfrm>
                <a:off x="-107099" y="2734173"/>
                <a:ext cx="117591" cy="89708"/>
              </a:xfrm>
              <a:custGeom>
                <a:avLst/>
                <a:gdLst/>
                <a:ahLst/>
                <a:cxnLst/>
                <a:rect l="l" t="t" r="r" b="b"/>
                <a:pathLst>
                  <a:path w="2446" h="1866" extrusionOk="0">
                    <a:moveTo>
                      <a:pt x="43" y="1"/>
                    </a:moveTo>
                    <a:cubicBezTo>
                      <a:pt x="32" y="1"/>
                      <a:pt x="21" y="8"/>
                      <a:pt x="10" y="19"/>
                    </a:cubicBezTo>
                    <a:cubicBezTo>
                      <a:pt x="1" y="37"/>
                      <a:pt x="1" y="55"/>
                      <a:pt x="18" y="73"/>
                    </a:cubicBezTo>
                    <a:cubicBezTo>
                      <a:pt x="233" y="225"/>
                      <a:pt x="456" y="385"/>
                      <a:pt x="607" y="608"/>
                    </a:cubicBezTo>
                    <a:cubicBezTo>
                      <a:pt x="830" y="929"/>
                      <a:pt x="875" y="1741"/>
                      <a:pt x="866" y="1821"/>
                    </a:cubicBezTo>
                    <a:lnTo>
                      <a:pt x="857" y="1821"/>
                    </a:lnTo>
                    <a:cubicBezTo>
                      <a:pt x="857" y="1839"/>
                      <a:pt x="857" y="1848"/>
                      <a:pt x="875" y="1857"/>
                    </a:cubicBezTo>
                    <a:cubicBezTo>
                      <a:pt x="884" y="1866"/>
                      <a:pt x="884" y="1866"/>
                      <a:pt x="893" y="1866"/>
                    </a:cubicBezTo>
                    <a:lnTo>
                      <a:pt x="911" y="1866"/>
                    </a:lnTo>
                    <a:cubicBezTo>
                      <a:pt x="920" y="1857"/>
                      <a:pt x="928" y="1848"/>
                      <a:pt x="937" y="1839"/>
                    </a:cubicBezTo>
                    <a:cubicBezTo>
                      <a:pt x="1000" y="1634"/>
                      <a:pt x="1205" y="1527"/>
                      <a:pt x="1321" y="1482"/>
                    </a:cubicBezTo>
                    <a:cubicBezTo>
                      <a:pt x="1446" y="1429"/>
                      <a:pt x="1589" y="1411"/>
                      <a:pt x="1713" y="1384"/>
                    </a:cubicBezTo>
                    <a:cubicBezTo>
                      <a:pt x="1776" y="1375"/>
                      <a:pt x="1838" y="1366"/>
                      <a:pt x="1892" y="1349"/>
                    </a:cubicBezTo>
                    <a:cubicBezTo>
                      <a:pt x="2052" y="1322"/>
                      <a:pt x="2284" y="1259"/>
                      <a:pt x="2436" y="1090"/>
                    </a:cubicBezTo>
                    <a:cubicBezTo>
                      <a:pt x="2445" y="1072"/>
                      <a:pt x="2445" y="1045"/>
                      <a:pt x="2436" y="1036"/>
                    </a:cubicBezTo>
                    <a:cubicBezTo>
                      <a:pt x="2427" y="1027"/>
                      <a:pt x="2416" y="1023"/>
                      <a:pt x="2406" y="1023"/>
                    </a:cubicBezTo>
                    <a:cubicBezTo>
                      <a:pt x="2396" y="1023"/>
                      <a:pt x="2387" y="1027"/>
                      <a:pt x="2383" y="1036"/>
                    </a:cubicBezTo>
                    <a:cubicBezTo>
                      <a:pt x="2276" y="1152"/>
                      <a:pt x="2115" y="1233"/>
                      <a:pt x="1874" y="1277"/>
                    </a:cubicBezTo>
                    <a:cubicBezTo>
                      <a:pt x="1821" y="1295"/>
                      <a:pt x="1758" y="1304"/>
                      <a:pt x="1705" y="1313"/>
                    </a:cubicBezTo>
                    <a:cubicBezTo>
                      <a:pt x="1571" y="1340"/>
                      <a:pt x="1428" y="1357"/>
                      <a:pt x="1294" y="1411"/>
                    </a:cubicBezTo>
                    <a:cubicBezTo>
                      <a:pt x="1196" y="1447"/>
                      <a:pt x="1035" y="1527"/>
                      <a:pt x="928" y="1670"/>
                    </a:cubicBezTo>
                    <a:cubicBezTo>
                      <a:pt x="920" y="1393"/>
                      <a:pt x="857" y="831"/>
                      <a:pt x="670" y="564"/>
                    </a:cubicBezTo>
                    <a:cubicBezTo>
                      <a:pt x="509" y="332"/>
                      <a:pt x="277" y="162"/>
                      <a:pt x="63" y="10"/>
                    </a:cubicBezTo>
                    <a:cubicBezTo>
                      <a:pt x="56" y="4"/>
                      <a:pt x="49" y="1"/>
                      <a:pt x="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14"/>
              <p:cNvSpPr/>
              <p:nvPr/>
            </p:nvSpPr>
            <p:spPr>
              <a:xfrm>
                <a:off x="-10614" y="2704559"/>
                <a:ext cx="92689" cy="89996"/>
              </a:xfrm>
              <a:custGeom>
                <a:avLst/>
                <a:gdLst/>
                <a:ahLst/>
                <a:cxnLst/>
                <a:rect l="l" t="t" r="r" b="b"/>
                <a:pathLst>
                  <a:path w="1928" h="1872" extrusionOk="0">
                    <a:moveTo>
                      <a:pt x="270" y="1"/>
                    </a:moveTo>
                    <a:cubicBezTo>
                      <a:pt x="220" y="1"/>
                      <a:pt x="168" y="34"/>
                      <a:pt x="144" y="82"/>
                    </a:cubicBezTo>
                    <a:cubicBezTo>
                      <a:pt x="108" y="127"/>
                      <a:pt x="90" y="189"/>
                      <a:pt x="81" y="243"/>
                    </a:cubicBezTo>
                    <a:cubicBezTo>
                      <a:pt x="28" y="493"/>
                      <a:pt x="1" y="742"/>
                      <a:pt x="1" y="992"/>
                    </a:cubicBezTo>
                    <a:cubicBezTo>
                      <a:pt x="1" y="1064"/>
                      <a:pt x="37" y="1768"/>
                      <a:pt x="126" y="1840"/>
                    </a:cubicBezTo>
                    <a:cubicBezTo>
                      <a:pt x="151" y="1863"/>
                      <a:pt x="227" y="1871"/>
                      <a:pt x="323" y="1871"/>
                    </a:cubicBezTo>
                    <a:cubicBezTo>
                      <a:pt x="563" y="1871"/>
                      <a:pt x="931" y="1819"/>
                      <a:pt x="982" y="1813"/>
                    </a:cubicBezTo>
                    <a:cubicBezTo>
                      <a:pt x="1232" y="1768"/>
                      <a:pt x="1473" y="1697"/>
                      <a:pt x="1705" y="1599"/>
                    </a:cubicBezTo>
                    <a:cubicBezTo>
                      <a:pt x="1758" y="1572"/>
                      <a:pt x="1812" y="1554"/>
                      <a:pt x="1856" y="1510"/>
                    </a:cubicBezTo>
                    <a:cubicBezTo>
                      <a:pt x="1901" y="1465"/>
                      <a:pt x="1928" y="1403"/>
                      <a:pt x="1910" y="1349"/>
                    </a:cubicBezTo>
                    <a:cubicBezTo>
                      <a:pt x="1892" y="1287"/>
                      <a:pt x="1830" y="1251"/>
                      <a:pt x="1776" y="1242"/>
                    </a:cubicBezTo>
                    <a:cubicBezTo>
                      <a:pt x="1757" y="1236"/>
                      <a:pt x="1737" y="1234"/>
                      <a:pt x="1718" y="1234"/>
                    </a:cubicBezTo>
                    <a:cubicBezTo>
                      <a:pt x="1676" y="1234"/>
                      <a:pt x="1635" y="1245"/>
                      <a:pt x="1598" y="1251"/>
                    </a:cubicBezTo>
                    <a:cubicBezTo>
                      <a:pt x="1553" y="1260"/>
                      <a:pt x="1446" y="1287"/>
                      <a:pt x="1303" y="1322"/>
                    </a:cubicBezTo>
                    <a:cubicBezTo>
                      <a:pt x="1384" y="1269"/>
                      <a:pt x="1464" y="1215"/>
                      <a:pt x="1535" y="1153"/>
                    </a:cubicBezTo>
                    <a:cubicBezTo>
                      <a:pt x="1580" y="1117"/>
                      <a:pt x="1625" y="1072"/>
                      <a:pt x="1651" y="1019"/>
                    </a:cubicBezTo>
                    <a:cubicBezTo>
                      <a:pt x="1678" y="974"/>
                      <a:pt x="1687" y="903"/>
                      <a:pt x="1651" y="858"/>
                    </a:cubicBezTo>
                    <a:cubicBezTo>
                      <a:pt x="1621" y="814"/>
                      <a:pt x="1573" y="794"/>
                      <a:pt x="1521" y="794"/>
                    </a:cubicBezTo>
                    <a:cubicBezTo>
                      <a:pt x="1511" y="794"/>
                      <a:pt x="1501" y="794"/>
                      <a:pt x="1491" y="796"/>
                    </a:cubicBezTo>
                    <a:cubicBezTo>
                      <a:pt x="1428" y="796"/>
                      <a:pt x="1375" y="832"/>
                      <a:pt x="1321" y="858"/>
                    </a:cubicBezTo>
                    <a:cubicBezTo>
                      <a:pt x="1286" y="876"/>
                      <a:pt x="1196" y="939"/>
                      <a:pt x="1071" y="1019"/>
                    </a:cubicBezTo>
                    <a:cubicBezTo>
                      <a:pt x="1152" y="930"/>
                      <a:pt x="1205" y="849"/>
                      <a:pt x="1232" y="823"/>
                    </a:cubicBezTo>
                    <a:cubicBezTo>
                      <a:pt x="1268" y="778"/>
                      <a:pt x="1303" y="725"/>
                      <a:pt x="1321" y="671"/>
                    </a:cubicBezTo>
                    <a:cubicBezTo>
                      <a:pt x="1330" y="609"/>
                      <a:pt x="1321" y="537"/>
                      <a:pt x="1277" y="502"/>
                    </a:cubicBezTo>
                    <a:cubicBezTo>
                      <a:pt x="1249" y="474"/>
                      <a:pt x="1212" y="464"/>
                      <a:pt x="1175" y="464"/>
                    </a:cubicBezTo>
                    <a:cubicBezTo>
                      <a:pt x="1151" y="464"/>
                      <a:pt x="1128" y="468"/>
                      <a:pt x="1107" y="475"/>
                    </a:cubicBezTo>
                    <a:cubicBezTo>
                      <a:pt x="1054" y="502"/>
                      <a:pt x="1009" y="537"/>
                      <a:pt x="964" y="573"/>
                    </a:cubicBezTo>
                    <a:cubicBezTo>
                      <a:pt x="893" y="644"/>
                      <a:pt x="822" y="716"/>
                      <a:pt x="759" y="787"/>
                    </a:cubicBezTo>
                    <a:cubicBezTo>
                      <a:pt x="822" y="644"/>
                      <a:pt x="866" y="528"/>
                      <a:pt x="875" y="493"/>
                    </a:cubicBezTo>
                    <a:cubicBezTo>
                      <a:pt x="902" y="430"/>
                      <a:pt x="920" y="377"/>
                      <a:pt x="911" y="314"/>
                    </a:cubicBezTo>
                    <a:cubicBezTo>
                      <a:pt x="911" y="252"/>
                      <a:pt x="875" y="189"/>
                      <a:pt x="822" y="163"/>
                    </a:cubicBezTo>
                    <a:cubicBezTo>
                      <a:pt x="807" y="158"/>
                      <a:pt x="792" y="156"/>
                      <a:pt x="777" y="156"/>
                    </a:cubicBezTo>
                    <a:cubicBezTo>
                      <a:pt x="735" y="156"/>
                      <a:pt x="691" y="172"/>
                      <a:pt x="652" y="198"/>
                    </a:cubicBezTo>
                    <a:cubicBezTo>
                      <a:pt x="608" y="234"/>
                      <a:pt x="581" y="287"/>
                      <a:pt x="545" y="332"/>
                    </a:cubicBezTo>
                    <a:cubicBezTo>
                      <a:pt x="500" y="412"/>
                      <a:pt x="465" y="502"/>
                      <a:pt x="420" y="591"/>
                    </a:cubicBezTo>
                    <a:cubicBezTo>
                      <a:pt x="438" y="448"/>
                      <a:pt x="438" y="332"/>
                      <a:pt x="438" y="296"/>
                    </a:cubicBezTo>
                    <a:cubicBezTo>
                      <a:pt x="447" y="234"/>
                      <a:pt x="447" y="171"/>
                      <a:pt x="420" y="118"/>
                    </a:cubicBezTo>
                    <a:cubicBezTo>
                      <a:pt x="402" y="55"/>
                      <a:pt x="349" y="11"/>
                      <a:pt x="286" y="2"/>
                    </a:cubicBezTo>
                    <a:cubicBezTo>
                      <a:pt x="281" y="1"/>
                      <a:pt x="275" y="1"/>
                      <a:pt x="27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14"/>
              <p:cNvSpPr/>
              <p:nvPr/>
            </p:nvSpPr>
            <p:spPr>
              <a:xfrm>
                <a:off x="-177864" y="2659514"/>
                <a:ext cx="92256" cy="90333"/>
              </a:xfrm>
              <a:custGeom>
                <a:avLst/>
                <a:gdLst/>
                <a:ahLst/>
                <a:cxnLst/>
                <a:rect l="l" t="t" r="r" b="b"/>
                <a:pathLst>
                  <a:path w="1919" h="1879" extrusionOk="0">
                    <a:moveTo>
                      <a:pt x="1521" y="1"/>
                    </a:moveTo>
                    <a:cubicBezTo>
                      <a:pt x="1513" y="1"/>
                      <a:pt x="1506" y="1"/>
                      <a:pt x="1499" y="2"/>
                    </a:cubicBezTo>
                    <a:cubicBezTo>
                      <a:pt x="1437" y="11"/>
                      <a:pt x="1392" y="65"/>
                      <a:pt x="1375" y="127"/>
                    </a:cubicBezTo>
                    <a:cubicBezTo>
                      <a:pt x="1357" y="181"/>
                      <a:pt x="1366" y="243"/>
                      <a:pt x="1375" y="306"/>
                    </a:cubicBezTo>
                    <a:cubicBezTo>
                      <a:pt x="1375" y="341"/>
                      <a:pt x="1392" y="457"/>
                      <a:pt x="1419" y="600"/>
                    </a:cubicBezTo>
                    <a:cubicBezTo>
                      <a:pt x="1375" y="520"/>
                      <a:pt x="1321" y="430"/>
                      <a:pt x="1267" y="359"/>
                    </a:cubicBezTo>
                    <a:cubicBezTo>
                      <a:pt x="1232" y="306"/>
                      <a:pt x="1196" y="261"/>
                      <a:pt x="1151" y="225"/>
                    </a:cubicBezTo>
                    <a:cubicBezTo>
                      <a:pt x="1120" y="210"/>
                      <a:pt x="1086" y="200"/>
                      <a:pt x="1053" y="200"/>
                    </a:cubicBezTo>
                    <a:cubicBezTo>
                      <a:pt x="1028" y="200"/>
                      <a:pt x="1004" y="205"/>
                      <a:pt x="982" y="216"/>
                    </a:cubicBezTo>
                    <a:cubicBezTo>
                      <a:pt x="928" y="243"/>
                      <a:pt x="902" y="306"/>
                      <a:pt x="902" y="368"/>
                    </a:cubicBezTo>
                    <a:cubicBezTo>
                      <a:pt x="911" y="430"/>
                      <a:pt x="928" y="484"/>
                      <a:pt x="955" y="546"/>
                    </a:cubicBezTo>
                    <a:cubicBezTo>
                      <a:pt x="973" y="582"/>
                      <a:pt x="1027" y="680"/>
                      <a:pt x="1089" y="805"/>
                    </a:cubicBezTo>
                    <a:cubicBezTo>
                      <a:pt x="1009" y="716"/>
                      <a:pt x="937" y="653"/>
                      <a:pt x="911" y="627"/>
                    </a:cubicBezTo>
                    <a:cubicBezTo>
                      <a:pt x="866" y="591"/>
                      <a:pt x="821" y="546"/>
                      <a:pt x="768" y="529"/>
                    </a:cubicBezTo>
                    <a:cubicBezTo>
                      <a:pt x="744" y="522"/>
                      <a:pt x="718" y="517"/>
                      <a:pt x="693" y="517"/>
                    </a:cubicBezTo>
                    <a:cubicBezTo>
                      <a:pt x="654" y="517"/>
                      <a:pt x="617" y="528"/>
                      <a:pt x="589" y="555"/>
                    </a:cubicBezTo>
                    <a:cubicBezTo>
                      <a:pt x="554" y="600"/>
                      <a:pt x="545" y="662"/>
                      <a:pt x="554" y="725"/>
                    </a:cubicBezTo>
                    <a:cubicBezTo>
                      <a:pt x="572" y="778"/>
                      <a:pt x="607" y="823"/>
                      <a:pt x="643" y="876"/>
                    </a:cubicBezTo>
                    <a:cubicBezTo>
                      <a:pt x="705" y="948"/>
                      <a:pt x="768" y="1028"/>
                      <a:pt x="839" y="1100"/>
                    </a:cubicBezTo>
                    <a:cubicBezTo>
                      <a:pt x="697" y="1028"/>
                      <a:pt x="589" y="966"/>
                      <a:pt x="554" y="957"/>
                    </a:cubicBezTo>
                    <a:cubicBezTo>
                      <a:pt x="491" y="930"/>
                      <a:pt x="438" y="903"/>
                      <a:pt x="375" y="903"/>
                    </a:cubicBezTo>
                    <a:cubicBezTo>
                      <a:pt x="313" y="903"/>
                      <a:pt x="250" y="930"/>
                      <a:pt x="224" y="984"/>
                    </a:cubicBezTo>
                    <a:cubicBezTo>
                      <a:pt x="197" y="1028"/>
                      <a:pt x="206" y="1100"/>
                      <a:pt x="242" y="1144"/>
                    </a:cubicBezTo>
                    <a:cubicBezTo>
                      <a:pt x="268" y="1198"/>
                      <a:pt x="322" y="1233"/>
                      <a:pt x="366" y="1269"/>
                    </a:cubicBezTo>
                    <a:cubicBezTo>
                      <a:pt x="447" y="1323"/>
                      <a:pt x="527" y="1367"/>
                      <a:pt x="607" y="1421"/>
                    </a:cubicBezTo>
                    <a:cubicBezTo>
                      <a:pt x="465" y="1394"/>
                      <a:pt x="358" y="1376"/>
                      <a:pt x="313" y="1367"/>
                    </a:cubicBezTo>
                    <a:cubicBezTo>
                      <a:pt x="286" y="1367"/>
                      <a:pt x="257" y="1365"/>
                      <a:pt x="227" y="1365"/>
                    </a:cubicBezTo>
                    <a:cubicBezTo>
                      <a:pt x="197" y="1365"/>
                      <a:pt x="166" y="1367"/>
                      <a:pt x="134" y="1376"/>
                    </a:cubicBezTo>
                    <a:cubicBezTo>
                      <a:pt x="81" y="1394"/>
                      <a:pt x="27" y="1439"/>
                      <a:pt x="10" y="1492"/>
                    </a:cubicBezTo>
                    <a:cubicBezTo>
                      <a:pt x="1" y="1554"/>
                      <a:pt x="36" y="1617"/>
                      <a:pt x="81" y="1653"/>
                    </a:cubicBezTo>
                    <a:cubicBezTo>
                      <a:pt x="126" y="1688"/>
                      <a:pt x="179" y="1706"/>
                      <a:pt x="242" y="1724"/>
                    </a:cubicBezTo>
                    <a:cubicBezTo>
                      <a:pt x="473" y="1795"/>
                      <a:pt x="723" y="1849"/>
                      <a:pt x="973" y="1867"/>
                    </a:cubicBezTo>
                    <a:cubicBezTo>
                      <a:pt x="1009" y="1871"/>
                      <a:pt x="1167" y="1878"/>
                      <a:pt x="1338" y="1878"/>
                    </a:cubicBezTo>
                    <a:cubicBezTo>
                      <a:pt x="1552" y="1878"/>
                      <a:pt x="1785" y="1867"/>
                      <a:pt x="1829" y="1822"/>
                    </a:cubicBezTo>
                    <a:cubicBezTo>
                      <a:pt x="1919" y="1733"/>
                      <a:pt x="1883" y="1037"/>
                      <a:pt x="1874" y="957"/>
                    </a:cubicBezTo>
                    <a:cubicBezTo>
                      <a:pt x="1847" y="707"/>
                      <a:pt x="1803" y="466"/>
                      <a:pt x="1722" y="225"/>
                    </a:cubicBezTo>
                    <a:cubicBezTo>
                      <a:pt x="1705" y="172"/>
                      <a:pt x="1687" y="109"/>
                      <a:pt x="1651" y="65"/>
                    </a:cubicBezTo>
                    <a:cubicBezTo>
                      <a:pt x="1620" y="26"/>
                      <a:pt x="1569" y="1"/>
                      <a:pt x="152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13" name="Google Shape;513;p14"/>
          <p:cNvGrpSpPr/>
          <p:nvPr/>
        </p:nvGrpSpPr>
        <p:grpSpPr>
          <a:xfrm>
            <a:off x="7812316" y="3058255"/>
            <a:ext cx="1331677" cy="1545752"/>
            <a:chOff x="5294125" y="884300"/>
            <a:chExt cx="399675" cy="463925"/>
          </a:xfrm>
        </p:grpSpPr>
        <p:sp>
          <p:nvSpPr>
            <p:cNvPr id="514" name="Google Shape;514;p14"/>
            <p:cNvSpPr/>
            <p:nvPr/>
          </p:nvSpPr>
          <p:spPr>
            <a:xfrm>
              <a:off x="5472100" y="901250"/>
              <a:ext cx="6950" cy="170200"/>
            </a:xfrm>
            <a:custGeom>
              <a:avLst/>
              <a:gdLst/>
              <a:ahLst/>
              <a:cxnLst/>
              <a:rect l="l" t="t" r="r" b="b"/>
              <a:pathLst>
                <a:path w="278" h="6808" extrusionOk="0">
                  <a:moveTo>
                    <a:pt x="0" y="0"/>
                  </a:moveTo>
                  <a:lnTo>
                    <a:pt x="0" y="6807"/>
                  </a:lnTo>
                  <a:lnTo>
                    <a:pt x="277" y="6807"/>
                  </a:lnTo>
                  <a:lnTo>
                    <a:pt x="2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14"/>
            <p:cNvSpPr/>
            <p:nvPr/>
          </p:nvSpPr>
          <p:spPr>
            <a:xfrm>
              <a:off x="5412550" y="884300"/>
              <a:ext cx="126025" cy="80750"/>
            </a:xfrm>
            <a:custGeom>
              <a:avLst/>
              <a:gdLst/>
              <a:ahLst/>
              <a:cxnLst/>
              <a:rect l="l" t="t" r="r" b="b"/>
              <a:pathLst>
                <a:path w="5041" h="3230" extrusionOk="0">
                  <a:moveTo>
                    <a:pt x="1044" y="0"/>
                  </a:moveTo>
                  <a:lnTo>
                    <a:pt x="1" y="3230"/>
                  </a:lnTo>
                  <a:lnTo>
                    <a:pt x="5041" y="3230"/>
                  </a:lnTo>
                  <a:lnTo>
                    <a:pt x="399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14"/>
            <p:cNvSpPr/>
            <p:nvPr/>
          </p:nvSpPr>
          <p:spPr>
            <a:xfrm>
              <a:off x="5378875" y="1055800"/>
              <a:ext cx="148325" cy="39950"/>
            </a:xfrm>
            <a:custGeom>
              <a:avLst/>
              <a:gdLst/>
              <a:ahLst/>
              <a:cxnLst/>
              <a:rect l="l" t="t" r="r" b="b"/>
              <a:pathLst>
                <a:path w="5933" h="1598" extrusionOk="0">
                  <a:moveTo>
                    <a:pt x="0" y="1"/>
                  </a:moveTo>
                  <a:lnTo>
                    <a:pt x="0" y="1597"/>
                  </a:lnTo>
                  <a:lnTo>
                    <a:pt x="5933" y="1597"/>
                  </a:lnTo>
                  <a:lnTo>
                    <a:pt x="593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14"/>
            <p:cNvSpPr/>
            <p:nvPr/>
          </p:nvSpPr>
          <p:spPr>
            <a:xfrm>
              <a:off x="5492850" y="1055800"/>
              <a:ext cx="17200" cy="39950"/>
            </a:xfrm>
            <a:custGeom>
              <a:avLst/>
              <a:gdLst/>
              <a:ahLst/>
              <a:cxnLst/>
              <a:rect l="l" t="t" r="r" b="b"/>
              <a:pathLst>
                <a:path w="688" h="1598" extrusionOk="0">
                  <a:moveTo>
                    <a:pt x="0" y="1"/>
                  </a:moveTo>
                  <a:lnTo>
                    <a:pt x="0" y="1597"/>
                  </a:lnTo>
                  <a:lnTo>
                    <a:pt x="687" y="1597"/>
                  </a:lnTo>
                  <a:lnTo>
                    <a:pt x="68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14"/>
            <p:cNvSpPr/>
            <p:nvPr/>
          </p:nvSpPr>
          <p:spPr>
            <a:xfrm>
              <a:off x="5390250" y="1095725"/>
              <a:ext cx="153700" cy="31025"/>
            </a:xfrm>
            <a:custGeom>
              <a:avLst/>
              <a:gdLst/>
              <a:ahLst/>
              <a:cxnLst/>
              <a:rect l="l" t="t" r="r" b="b"/>
              <a:pathLst>
                <a:path w="6148" h="1241" extrusionOk="0">
                  <a:moveTo>
                    <a:pt x="0" y="0"/>
                  </a:moveTo>
                  <a:lnTo>
                    <a:pt x="0" y="1241"/>
                  </a:lnTo>
                  <a:lnTo>
                    <a:pt x="6147" y="1241"/>
                  </a:lnTo>
                  <a:lnTo>
                    <a:pt x="61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14"/>
            <p:cNvSpPr/>
            <p:nvPr/>
          </p:nvSpPr>
          <p:spPr>
            <a:xfrm>
              <a:off x="5406525" y="1095725"/>
              <a:ext cx="14750" cy="31025"/>
            </a:xfrm>
            <a:custGeom>
              <a:avLst/>
              <a:gdLst/>
              <a:ahLst/>
              <a:cxnLst/>
              <a:rect l="l" t="t" r="r" b="b"/>
              <a:pathLst>
                <a:path w="590" h="1241" extrusionOk="0">
                  <a:moveTo>
                    <a:pt x="1" y="0"/>
                  </a:moveTo>
                  <a:lnTo>
                    <a:pt x="1" y="1241"/>
                  </a:lnTo>
                  <a:lnTo>
                    <a:pt x="589" y="1241"/>
                  </a:lnTo>
                  <a:lnTo>
                    <a:pt x="58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14"/>
            <p:cNvSpPr/>
            <p:nvPr/>
          </p:nvSpPr>
          <p:spPr>
            <a:xfrm>
              <a:off x="5428600" y="1095725"/>
              <a:ext cx="10300" cy="31025"/>
            </a:xfrm>
            <a:custGeom>
              <a:avLst/>
              <a:gdLst/>
              <a:ahLst/>
              <a:cxnLst/>
              <a:rect l="l" t="t" r="r" b="b"/>
              <a:pathLst>
                <a:path w="412" h="1241" extrusionOk="0">
                  <a:moveTo>
                    <a:pt x="1" y="0"/>
                  </a:moveTo>
                  <a:lnTo>
                    <a:pt x="1" y="1241"/>
                  </a:lnTo>
                  <a:lnTo>
                    <a:pt x="411" y="1241"/>
                  </a:lnTo>
                  <a:lnTo>
                    <a:pt x="4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14"/>
            <p:cNvSpPr/>
            <p:nvPr/>
          </p:nvSpPr>
          <p:spPr>
            <a:xfrm>
              <a:off x="5299700" y="1138550"/>
              <a:ext cx="53100" cy="209675"/>
            </a:xfrm>
            <a:custGeom>
              <a:avLst/>
              <a:gdLst/>
              <a:ahLst/>
              <a:cxnLst/>
              <a:rect l="l" t="t" r="r" b="b"/>
              <a:pathLst>
                <a:path w="2124" h="8387" extrusionOk="0">
                  <a:moveTo>
                    <a:pt x="866" y="0"/>
                  </a:moveTo>
                  <a:lnTo>
                    <a:pt x="9" y="8110"/>
                  </a:lnTo>
                  <a:cubicBezTo>
                    <a:pt x="1" y="8181"/>
                    <a:pt x="18" y="8252"/>
                    <a:pt x="63" y="8306"/>
                  </a:cubicBezTo>
                  <a:cubicBezTo>
                    <a:pt x="108" y="8359"/>
                    <a:pt x="179" y="8386"/>
                    <a:pt x="250" y="8386"/>
                  </a:cubicBezTo>
                  <a:cubicBezTo>
                    <a:pt x="357" y="8386"/>
                    <a:pt x="455" y="8315"/>
                    <a:pt x="482" y="8199"/>
                  </a:cubicBezTo>
                  <a:lnTo>
                    <a:pt x="2124" y="27"/>
                  </a:lnTo>
                  <a:lnTo>
                    <a:pt x="1981" y="0"/>
                  </a:lnTo>
                  <a:lnTo>
                    <a:pt x="340" y="8172"/>
                  </a:lnTo>
                  <a:cubicBezTo>
                    <a:pt x="328" y="8211"/>
                    <a:pt x="285" y="8236"/>
                    <a:pt x="244" y="8236"/>
                  </a:cubicBezTo>
                  <a:cubicBezTo>
                    <a:pt x="219" y="8236"/>
                    <a:pt x="196" y="8228"/>
                    <a:pt x="179" y="8208"/>
                  </a:cubicBezTo>
                  <a:cubicBezTo>
                    <a:pt x="161" y="8190"/>
                    <a:pt x="152" y="8163"/>
                    <a:pt x="161" y="8127"/>
                  </a:cubicBezTo>
                  <a:lnTo>
                    <a:pt x="1018" y="18"/>
                  </a:lnTo>
                  <a:lnTo>
                    <a:pt x="86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14"/>
            <p:cNvSpPr/>
            <p:nvPr/>
          </p:nvSpPr>
          <p:spPr>
            <a:xfrm>
              <a:off x="5634900" y="1138550"/>
              <a:ext cx="53125" cy="209675"/>
            </a:xfrm>
            <a:custGeom>
              <a:avLst/>
              <a:gdLst/>
              <a:ahLst/>
              <a:cxnLst/>
              <a:rect l="l" t="t" r="r" b="b"/>
              <a:pathLst>
                <a:path w="2125" h="8387" extrusionOk="0">
                  <a:moveTo>
                    <a:pt x="144" y="0"/>
                  </a:moveTo>
                  <a:lnTo>
                    <a:pt x="1" y="27"/>
                  </a:lnTo>
                  <a:lnTo>
                    <a:pt x="1642" y="8208"/>
                  </a:lnTo>
                  <a:cubicBezTo>
                    <a:pt x="1669" y="8315"/>
                    <a:pt x="1767" y="8386"/>
                    <a:pt x="1874" y="8386"/>
                  </a:cubicBezTo>
                  <a:cubicBezTo>
                    <a:pt x="1946" y="8386"/>
                    <a:pt x="2017" y="8359"/>
                    <a:pt x="2062" y="8306"/>
                  </a:cubicBezTo>
                  <a:cubicBezTo>
                    <a:pt x="2106" y="8252"/>
                    <a:pt x="2124" y="8181"/>
                    <a:pt x="2115" y="8110"/>
                  </a:cubicBezTo>
                  <a:lnTo>
                    <a:pt x="1259" y="0"/>
                  </a:lnTo>
                  <a:lnTo>
                    <a:pt x="1116" y="18"/>
                  </a:lnTo>
                  <a:lnTo>
                    <a:pt x="1972" y="8136"/>
                  </a:lnTo>
                  <a:cubicBezTo>
                    <a:pt x="1972" y="8163"/>
                    <a:pt x="1963" y="8190"/>
                    <a:pt x="1946" y="8208"/>
                  </a:cubicBezTo>
                  <a:cubicBezTo>
                    <a:pt x="1929" y="8228"/>
                    <a:pt x="1905" y="8236"/>
                    <a:pt x="1881" y="8236"/>
                  </a:cubicBezTo>
                  <a:cubicBezTo>
                    <a:pt x="1840" y="8236"/>
                    <a:pt x="1800" y="8211"/>
                    <a:pt x="1794" y="8172"/>
                  </a:cubicBezTo>
                  <a:lnTo>
                    <a:pt x="1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14"/>
            <p:cNvSpPr/>
            <p:nvPr/>
          </p:nvSpPr>
          <p:spPr>
            <a:xfrm>
              <a:off x="5294125" y="1126725"/>
              <a:ext cx="399675" cy="16300"/>
            </a:xfrm>
            <a:custGeom>
              <a:avLst/>
              <a:gdLst/>
              <a:ahLst/>
              <a:cxnLst/>
              <a:rect l="l" t="t" r="r" b="b"/>
              <a:pathLst>
                <a:path w="15987" h="652" extrusionOk="0">
                  <a:moveTo>
                    <a:pt x="0" y="1"/>
                  </a:moveTo>
                  <a:lnTo>
                    <a:pt x="0" y="652"/>
                  </a:lnTo>
                  <a:lnTo>
                    <a:pt x="15987" y="652"/>
                  </a:lnTo>
                  <a:lnTo>
                    <a:pt x="159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14"/>
            <p:cNvSpPr/>
            <p:nvPr/>
          </p:nvSpPr>
          <p:spPr>
            <a:xfrm>
              <a:off x="5313750" y="1065175"/>
              <a:ext cx="47525" cy="57775"/>
            </a:xfrm>
            <a:custGeom>
              <a:avLst/>
              <a:gdLst/>
              <a:ahLst/>
              <a:cxnLst/>
              <a:rect l="l" t="t" r="r" b="b"/>
              <a:pathLst>
                <a:path w="1901" h="2311" extrusionOk="0">
                  <a:moveTo>
                    <a:pt x="1892" y="0"/>
                  </a:moveTo>
                  <a:lnTo>
                    <a:pt x="1" y="9"/>
                  </a:lnTo>
                  <a:lnTo>
                    <a:pt x="9" y="1651"/>
                  </a:lnTo>
                  <a:cubicBezTo>
                    <a:pt x="9" y="2016"/>
                    <a:pt x="313" y="2311"/>
                    <a:pt x="679" y="2311"/>
                  </a:cubicBezTo>
                  <a:lnTo>
                    <a:pt x="1241" y="2311"/>
                  </a:lnTo>
                  <a:cubicBezTo>
                    <a:pt x="1606" y="2302"/>
                    <a:pt x="1901" y="2008"/>
                    <a:pt x="1901" y="1642"/>
                  </a:cubicBezTo>
                  <a:lnTo>
                    <a:pt x="18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14"/>
            <p:cNvSpPr/>
            <p:nvPr/>
          </p:nvSpPr>
          <p:spPr>
            <a:xfrm>
              <a:off x="5326025" y="1120250"/>
              <a:ext cx="23000" cy="6500"/>
            </a:xfrm>
            <a:custGeom>
              <a:avLst/>
              <a:gdLst/>
              <a:ahLst/>
              <a:cxnLst/>
              <a:rect l="l" t="t" r="r" b="b"/>
              <a:pathLst>
                <a:path w="920" h="260" extrusionOk="0">
                  <a:moveTo>
                    <a:pt x="0" y="1"/>
                  </a:moveTo>
                  <a:lnTo>
                    <a:pt x="0" y="260"/>
                  </a:lnTo>
                  <a:lnTo>
                    <a:pt x="919" y="260"/>
                  </a:lnTo>
                  <a:lnTo>
                    <a:pt x="91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14"/>
            <p:cNvSpPr/>
            <p:nvPr/>
          </p:nvSpPr>
          <p:spPr>
            <a:xfrm>
              <a:off x="5297250" y="1072300"/>
              <a:ext cx="40400" cy="43525"/>
            </a:xfrm>
            <a:custGeom>
              <a:avLst/>
              <a:gdLst/>
              <a:ahLst/>
              <a:cxnLst/>
              <a:rect l="l" t="t" r="r" b="b"/>
              <a:pathLst>
                <a:path w="1616" h="1741" extrusionOk="0">
                  <a:moveTo>
                    <a:pt x="1312" y="295"/>
                  </a:moveTo>
                  <a:lnTo>
                    <a:pt x="1312" y="1446"/>
                  </a:lnTo>
                  <a:lnTo>
                    <a:pt x="509" y="1446"/>
                  </a:lnTo>
                  <a:cubicBezTo>
                    <a:pt x="393" y="1446"/>
                    <a:pt x="304" y="1348"/>
                    <a:pt x="304" y="1241"/>
                  </a:cubicBezTo>
                  <a:lnTo>
                    <a:pt x="304" y="509"/>
                  </a:lnTo>
                  <a:cubicBezTo>
                    <a:pt x="304" y="393"/>
                    <a:pt x="393" y="295"/>
                    <a:pt x="509" y="295"/>
                  </a:cubicBezTo>
                  <a:close/>
                  <a:moveTo>
                    <a:pt x="509" y="1"/>
                  </a:moveTo>
                  <a:cubicBezTo>
                    <a:pt x="232" y="1"/>
                    <a:pt x="0" y="224"/>
                    <a:pt x="0" y="509"/>
                  </a:cubicBezTo>
                  <a:lnTo>
                    <a:pt x="0" y="1241"/>
                  </a:lnTo>
                  <a:cubicBezTo>
                    <a:pt x="0" y="1517"/>
                    <a:pt x="232" y="1740"/>
                    <a:pt x="509" y="1740"/>
                  </a:cubicBezTo>
                  <a:lnTo>
                    <a:pt x="1615" y="1740"/>
                  </a:lnTo>
                  <a:lnTo>
                    <a:pt x="16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15"/>
          <p:cNvSpPr/>
          <p:nvPr/>
        </p:nvSpPr>
        <p:spPr>
          <a:xfrm flipH="1">
            <a:off x="6515139" y="-623007"/>
            <a:ext cx="4473599" cy="2154074"/>
          </a:xfrm>
          <a:custGeom>
            <a:avLst/>
            <a:gdLst/>
            <a:ahLst/>
            <a:cxnLst/>
            <a:rect l="l" t="t" r="r" b="b"/>
            <a:pathLst>
              <a:path w="26606" h="12811" extrusionOk="0">
                <a:moveTo>
                  <a:pt x="681" y="0"/>
                </a:moveTo>
                <a:cubicBezTo>
                  <a:pt x="681" y="0"/>
                  <a:pt x="0" y="3029"/>
                  <a:pt x="3131" y="4181"/>
                </a:cubicBezTo>
                <a:cubicBezTo>
                  <a:pt x="6258" y="5333"/>
                  <a:pt x="8503" y="6644"/>
                  <a:pt x="8948" y="8790"/>
                </a:cubicBezTo>
                <a:cubicBezTo>
                  <a:pt x="9301" y="10474"/>
                  <a:pt x="12290" y="12810"/>
                  <a:pt x="16574" y="12810"/>
                </a:cubicBezTo>
                <a:cubicBezTo>
                  <a:pt x="17749" y="12810"/>
                  <a:pt x="19022" y="12634"/>
                  <a:pt x="20364" y="12221"/>
                </a:cubicBezTo>
                <a:cubicBezTo>
                  <a:pt x="26605" y="10302"/>
                  <a:pt x="25770" y="7677"/>
                  <a:pt x="23067" y="6404"/>
                </a:cubicBezTo>
                <a:cubicBezTo>
                  <a:pt x="20364" y="5136"/>
                  <a:pt x="21520" y="3457"/>
                  <a:pt x="21598" y="2686"/>
                </a:cubicBezTo>
                <a:cubicBezTo>
                  <a:pt x="21679" y="1915"/>
                  <a:pt x="21195" y="159"/>
                  <a:pt x="20480" y="0"/>
                </a:cubicBezTo>
                <a:close/>
              </a:path>
            </a:pathLst>
          </a:custGeom>
          <a:solidFill>
            <a:srgbClr val="FFFFFF">
              <a:alpha val="226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15"/>
          <p:cNvSpPr/>
          <p:nvPr/>
        </p:nvSpPr>
        <p:spPr>
          <a:xfrm rot="-9156514" flipH="1">
            <a:off x="-1761464" y="3999666"/>
            <a:ext cx="4077497" cy="1963376"/>
          </a:xfrm>
          <a:custGeom>
            <a:avLst/>
            <a:gdLst/>
            <a:ahLst/>
            <a:cxnLst/>
            <a:rect l="l" t="t" r="r" b="b"/>
            <a:pathLst>
              <a:path w="26606" h="12811" extrusionOk="0">
                <a:moveTo>
                  <a:pt x="681" y="0"/>
                </a:moveTo>
                <a:cubicBezTo>
                  <a:pt x="681" y="0"/>
                  <a:pt x="0" y="3029"/>
                  <a:pt x="3131" y="4181"/>
                </a:cubicBezTo>
                <a:cubicBezTo>
                  <a:pt x="6258" y="5333"/>
                  <a:pt x="8503" y="6644"/>
                  <a:pt x="8948" y="8790"/>
                </a:cubicBezTo>
                <a:cubicBezTo>
                  <a:pt x="9301" y="10474"/>
                  <a:pt x="12290" y="12810"/>
                  <a:pt x="16574" y="12810"/>
                </a:cubicBezTo>
                <a:cubicBezTo>
                  <a:pt x="17749" y="12810"/>
                  <a:pt x="19022" y="12634"/>
                  <a:pt x="20364" y="12221"/>
                </a:cubicBezTo>
                <a:cubicBezTo>
                  <a:pt x="26605" y="10302"/>
                  <a:pt x="25770" y="7677"/>
                  <a:pt x="23067" y="6404"/>
                </a:cubicBezTo>
                <a:cubicBezTo>
                  <a:pt x="20364" y="5136"/>
                  <a:pt x="21520" y="3457"/>
                  <a:pt x="21598" y="2686"/>
                </a:cubicBezTo>
                <a:cubicBezTo>
                  <a:pt x="21679" y="1915"/>
                  <a:pt x="21195" y="159"/>
                  <a:pt x="20480" y="0"/>
                </a:cubicBezTo>
                <a:close/>
              </a:path>
            </a:pathLst>
          </a:custGeom>
          <a:solidFill>
            <a:srgbClr val="FFFFFF">
              <a:alpha val="226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0" name="Google Shape;530;p15"/>
          <p:cNvGrpSpPr/>
          <p:nvPr/>
        </p:nvGrpSpPr>
        <p:grpSpPr>
          <a:xfrm>
            <a:off x="-763801" y="109177"/>
            <a:ext cx="1473050" cy="1052579"/>
            <a:chOff x="8427567" y="122992"/>
            <a:chExt cx="1320411" cy="943509"/>
          </a:xfrm>
        </p:grpSpPr>
        <p:sp>
          <p:nvSpPr>
            <p:cNvPr id="531" name="Google Shape;531;p15"/>
            <p:cNvSpPr/>
            <p:nvPr/>
          </p:nvSpPr>
          <p:spPr>
            <a:xfrm>
              <a:off x="8493440" y="190091"/>
              <a:ext cx="809534" cy="809534"/>
            </a:xfrm>
            <a:custGeom>
              <a:avLst/>
              <a:gdLst/>
              <a:ahLst/>
              <a:cxnLst/>
              <a:rect l="l" t="t" r="r" b="b"/>
              <a:pathLst>
                <a:path w="14526" h="14526" extrusionOk="0">
                  <a:moveTo>
                    <a:pt x="7261" y="0"/>
                  </a:moveTo>
                  <a:cubicBezTo>
                    <a:pt x="3252" y="0"/>
                    <a:pt x="1" y="3252"/>
                    <a:pt x="1" y="7261"/>
                  </a:cubicBezTo>
                  <a:cubicBezTo>
                    <a:pt x="1" y="11275"/>
                    <a:pt x="3252" y="14526"/>
                    <a:pt x="7261" y="14526"/>
                  </a:cubicBezTo>
                  <a:cubicBezTo>
                    <a:pt x="11275" y="14526"/>
                    <a:pt x="14526" y="11275"/>
                    <a:pt x="14526" y="7261"/>
                  </a:cubicBezTo>
                  <a:cubicBezTo>
                    <a:pt x="14526" y="3252"/>
                    <a:pt x="11275" y="0"/>
                    <a:pt x="72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15"/>
            <p:cNvSpPr/>
            <p:nvPr/>
          </p:nvSpPr>
          <p:spPr>
            <a:xfrm>
              <a:off x="8427567" y="122992"/>
              <a:ext cx="1320411" cy="943509"/>
            </a:xfrm>
            <a:custGeom>
              <a:avLst/>
              <a:gdLst/>
              <a:ahLst/>
              <a:cxnLst/>
              <a:rect l="l" t="t" r="r" b="b"/>
              <a:pathLst>
                <a:path w="23693" h="16930" extrusionOk="0">
                  <a:moveTo>
                    <a:pt x="8495" y="2151"/>
                  </a:moveTo>
                  <a:cubicBezTo>
                    <a:pt x="11981" y="2151"/>
                    <a:pt x="14808" y="4978"/>
                    <a:pt x="14808" y="8465"/>
                  </a:cubicBezTo>
                  <a:cubicBezTo>
                    <a:pt x="14808" y="11952"/>
                    <a:pt x="11981" y="14779"/>
                    <a:pt x="8495" y="14779"/>
                  </a:cubicBezTo>
                  <a:cubicBezTo>
                    <a:pt x="5008" y="14779"/>
                    <a:pt x="2181" y="11952"/>
                    <a:pt x="2181" y="8465"/>
                  </a:cubicBezTo>
                  <a:cubicBezTo>
                    <a:pt x="2181" y="4978"/>
                    <a:pt x="5008" y="2151"/>
                    <a:pt x="8495" y="2151"/>
                  </a:cubicBezTo>
                  <a:close/>
                  <a:moveTo>
                    <a:pt x="1435" y="1"/>
                  </a:moveTo>
                  <a:cubicBezTo>
                    <a:pt x="643" y="1"/>
                    <a:pt x="0" y="643"/>
                    <a:pt x="0" y="1436"/>
                  </a:cubicBezTo>
                  <a:lnTo>
                    <a:pt x="0" y="15499"/>
                  </a:lnTo>
                  <a:cubicBezTo>
                    <a:pt x="0" y="16291"/>
                    <a:pt x="643" y="16929"/>
                    <a:pt x="1435" y="16929"/>
                  </a:cubicBezTo>
                  <a:lnTo>
                    <a:pt x="22258" y="16929"/>
                  </a:lnTo>
                  <a:cubicBezTo>
                    <a:pt x="23050" y="16929"/>
                    <a:pt x="23693" y="16291"/>
                    <a:pt x="23693" y="15499"/>
                  </a:cubicBezTo>
                  <a:lnTo>
                    <a:pt x="23693" y="1436"/>
                  </a:lnTo>
                  <a:cubicBezTo>
                    <a:pt x="23693" y="643"/>
                    <a:pt x="23050" y="1"/>
                    <a:pt x="222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15"/>
            <p:cNvSpPr/>
            <p:nvPr/>
          </p:nvSpPr>
          <p:spPr>
            <a:xfrm>
              <a:off x="8771311" y="293193"/>
              <a:ext cx="251454" cy="253627"/>
            </a:xfrm>
            <a:custGeom>
              <a:avLst/>
              <a:gdLst/>
              <a:ahLst/>
              <a:cxnLst/>
              <a:rect l="l" t="t" r="r" b="b"/>
              <a:pathLst>
                <a:path w="4512" h="4551" extrusionOk="0">
                  <a:moveTo>
                    <a:pt x="2275" y="1"/>
                  </a:moveTo>
                  <a:cubicBezTo>
                    <a:pt x="1020" y="1"/>
                    <a:pt x="1" y="1016"/>
                    <a:pt x="1" y="2275"/>
                  </a:cubicBezTo>
                  <a:cubicBezTo>
                    <a:pt x="1" y="3531"/>
                    <a:pt x="1358" y="4546"/>
                    <a:pt x="2275" y="4550"/>
                  </a:cubicBezTo>
                  <a:cubicBezTo>
                    <a:pt x="3072" y="3132"/>
                    <a:pt x="4511" y="3089"/>
                    <a:pt x="4511" y="1834"/>
                  </a:cubicBezTo>
                  <a:cubicBezTo>
                    <a:pt x="4511" y="579"/>
                    <a:pt x="3534" y="1"/>
                    <a:pt x="22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15"/>
            <p:cNvSpPr/>
            <p:nvPr/>
          </p:nvSpPr>
          <p:spPr>
            <a:xfrm>
              <a:off x="8598937" y="581653"/>
              <a:ext cx="280099" cy="232394"/>
            </a:xfrm>
            <a:custGeom>
              <a:avLst/>
              <a:gdLst/>
              <a:ahLst/>
              <a:cxnLst/>
              <a:rect l="l" t="t" r="r" b="b"/>
              <a:pathLst>
                <a:path w="5026" h="4170" extrusionOk="0">
                  <a:moveTo>
                    <a:pt x="1737" y="1"/>
                  </a:moveTo>
                  <a:cubicBezTo>
                    <a:pt x="1532" y="1"/>
                    <a:pt x="1324" y="52"/>
                    <a:pt x="1102" y="179"/>
                  </a:cubicBezTo>
                  <a:cubicBezTo>
                    <a:pt x="14" y="809"/>
                    <a:pt x="1" y="1944"/>
                    <a:pt x="631" y="3032"/>
                  </a:cubicBezTo>
                  <a:cubicBezTo>
                    <a:pt x="1053" y="3761"/>
                    <a:pt x="1817" y="4169"/>
                    <a:pt x="2603" y="4169"/>
                  </a:cubicBezTo>
                  <a:cubicBezTo>
                    <a:pt x="2990" y="4169"/>
                    <a:pt x="3382" y="4071"/>
                    <a:pt x="3740" y="3863"/>
                  </a:cubicBezTo>
                  <a:cubicBezTo>
                    <a:pt x="4828" y="3238"/>
                    <a:pt x="5025" y="1554"/>
                    <a:pt x="4571" y="758"/>
                  </a:cubicBezTo>
                  <a:lnTo>
                    <a:pt x="4571" y="758"/>
                  </a:lnTo>
                  <a:cubicBezTo>
                    <a:pt x="4560" y="758"/>
                    <a:pt x="4549" y="758"/>
                    <a:pt x="4538" y="758"/>
                  </a:cubicBezTo>
                  <a:cubicBezTo>
                    <a:pt x="3266" y="758"/>
                    <a:pt x="2528" y="1"/>
                    <a:pt x="17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15"/>
            <p:cNvSpPr/>
            <p:nvPr/>
          </p:nvSpPr>
          <p:spPr>
            <a:xfrm>
              <a:off x="8942737" y="563541"/>
              <a:ext cx="254742" cy="258420"/>
            </a:xfrm>
            <a:custGeom>
              <a:avLst/>
              <a:gdLst/>
              <a:ahLst/>
              <a:cxnLst/>
              <a:rect l="l" t="t" r="r" b="b"/>
              <a:pathLst>
                <a:path w="4571" h="4637" extrusionOk="0">
                  <a:moveTo>
                    <a:pt x="2130" y="1"/>
                  </a:moveTo>
                  <a:cubicBezTo>
                    <a:pt x="1242" y="1"/>
                    <a:pt x="335" y="509"/>
                    <a:pt x="0" y="1083"/>
                  </a:cubicBezTo>
                  <a:cubicBezTo>
                    <a:pt x="827" y="2479"/>
                    <a:pt x="146" y="3743"/>
                    <a:pt x="1234" y="4372"/>
                  </a:cubicBezTo>
                  <a:cubicBezTo>
                    <a:pt x="1547" y="4554"/>
                    <a:pt x="1853" y="4637"/>
                    <a:pt x="2144" y="4637"/>
                  </a:cubicBezTo>
                  <a:cubicBezTo>
                    <a:pt x="2862" y="4637"/>
                    <a:pt x="3493" y="4131"/>
                    <a:pt x="3941" y="3357"/>
                  </a:cubicBezTo>
                  <a:cubicBezTo>
                    <a:pt x="4571" y="2269"/>
                    <a:pt x="4198" y="877"/>
                    <a:pt x="3106" y="247"/>
                  </a:cubicBezTo>
                  <a:cubicBezTo>
                    <a:pt x="2805" y="75"/>
                    <a:pt x="2469" y="1"/>
                    <a:pt x="21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15"/>
            <p:cNvSpPr/>
            <p:nvPr/>
          </p:nvSpPr>
          <p:spPr>
            <a:xfrm>
              <a:off x="8825481" y="525477"/>
              <a:ext cx="145455" cy="145232"/>
            </a:xfrm>
            <a:custGeom>
              <a:avLst/>
              <a:gdLst/>
              <a:ahLst/>
              <a:cxnLst/>
              <a:rect l="l" t="t" r="r" b="b"/>
              <a:pathLst>
                <a:path w="2610" h="2606" extrusionOk="0">
                  <a:moveTo>
                    <a:pt x="1303" y="1"/>
                  </a:moveTo>
                  <a:cubicBezTo>
                    <a:pt x="584" y="1"/>
                    <a:pt x="1" y="583"/>
                    <a:pt x="1" y="1303"/>
                  </a:cubicBezTo>
                  <a:cubicBezTo>
                    <a:pt x="1" y="2023"/>
                    <a:pt x="584" y="2605"/>
                    <a:pt x="1303" y="2605"/>
                  </a:cubicBezTo>
                  <a:cubicBezTo>
                    <a:pt x="2027" y="2605"/>
                    <a:pt x="2610" y="2023"/>
                    <a:pt x="2610" y="1303"/>
                  </a:cubicBezTo>
                  <a:cubicBezTo>
                    <a:pt x="2610" y="583"/>
                    <a:pt x="2027" y="1"/>
                    <a:pt x="13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15"/>
            <p:cNvSpPr/>
            <p:nvPr/>
          </p:nvSpPr>
          <p:spPr>
            <a:xfrm>
              <a:off x="8857024" y="557020"/>
              <a:ext cx="82425" cy="82425"/>
            </a:xfrm>
            <a:custGeom>
              <a:avLst/>
              <a:gdLst/>
              <a:ahLst/>
              <a:cxnLst/>
              <a:rect l="l" t="t" r="r" b="b"/>
              <a:pathLst>
                <a:path w="1479" h="1479" extrusionOk="0">
                  <a:moveTo>
                    <a:pt x="737" y="0"/>
                  </a:moveTo>
                  <a:cubicBezTo>
                    <a:pt x="330" y="0"/>
                    <a:pt x="0" y="330"/>
                    <a:pt x="0" y="737"/>
                  </a:cubicBezTo>
                  <a:cubicBezTo>
                    <a:pt x="0" y="1144"/>
                    <a:pt x="330" y="1478"/>
                    <a:pt x="737" y="1478"/>
                  </a:cubicBezTo>
                  <a:cubicBezTo>
                    <a:pt x="1148" y="1478"/>
                    <a:pt x="1478" y="1144"/>
                    <a:pt x="1478" y="737"/>
                  </a:cubicBezTo>
                  <a:cubicBezTo>
                    <a:pt x="1478" y="330"/>
                    <a:pt x="1148" y="0"/>
                    <a:pt x="7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15"/>
            <p:cNvSpPr/>
            <p:nvPr/>
          </p:nvSpPr>
          <p:spPr>
            <a:xfrm>
              <a:off x="8879483" y="579424"/>
              <a:ext cx="37283" cy="37339"/>
            </a:xfrm>
            <a:custGeom>
              <a:avLst/>
              <a:gdLst/>
              <a:ahLst/>
              <a:cxnLst/>
              <a:rect l="l" t="t" r="r" b="b"/>
              <a:pathLst>
                <a:path w="669" h="670" extrusionOk="0">
                  <a:moveTo>
                    <a:pt x="334" y="1"/>
                  </a:moveTo>
                  <a:cubicBezTo>
                    <a:pt x="150" y="1"/>
                    <a:pt x="0" y="151"/>
                    <a:pt x="0" y="335"/>
                  </a:cubicBezTo>
                  <a:cubicBezTo>
                    <a:pt x="0" y="519"/>
                    <a:pt x="150" y="669"/>
                    <a:pt x="334" y="669"/>
                  </a:cubicBezTo>
                  <a:cubicBezTo>
                    <a:pt x="518" y="669"/>
                    <a:pt x="668" y="519"/>
                    <a:pt x="668" y="335"/>
                  </a:cubicBezTo>
                  <a:cubicBezTo>
                    <a:pt x="668" y="151"/>
                    <a:pt x="518" y="1"/>
                    <a:pt x="3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15"/>
            <p:cNvSpPr/>
            <p:nvPr/>
          </p:nvSpPr>
          <p:spPr>
            <a:xfrm>
              <a:off x="8532340" y="228991"/>
              <a:ext cx="731735" cy="731512"/>
            </a:xfrm>
            <a:custGeom>
              <a:avLst/>
              <a:gdLst/>
              <a:ahLst/>
              <a:cxnLst/>
              <a:rect l="l" t="t" r="r" b="b"/>
              <a:pathLst>
                <a:path w="13130" h="13126" extrusionOk="0">
                  <a:moveTo>
                    <a:pt x="6563" y="442"/>
                  </a:moveTo>
                  <a:cubicBezTo>
                    <a:pt x="9943" y="442"/>
                    <a:pt x="12689" y="3188"/>
                    <a:pt x="12689" y="6563"/>
                  </a:cubicBezTo>
                  <a:cubicBezTo>
                    <a:pt x="12689" y="9943"/>
                    <a:pt x="9943" y="12688"/>
                    <a:pt x="6563" y="12688"/>
                  </a:cubicBezTo>
                  <a:cubicBezTo>
                    <a:pt x="3188" y="12688"/>
                    <a:pt x="442" y="9943"/>
                    <a:pt x="442" y="6563"/>
                  </a:cubicBezTo>
                  <a:cubicBezTo>
                    <a:pt x="442" y="3188"/>
                    <a:pt x="3188" y="442"/>
                    <a:pt x="6563" y="442"/>
                  </a:cubicBezTo>
                  <a:close/>
                  <a:moveTo>
                    <a:pt x="6563" y="1"/>
                  </a:moveTo>
                  <a:cubicBezTo>
                    <a:pt x="2948" y="1"/>
                    <a:pt x="1" y="2948"/>
                    <a:pt x="1" y="6563"/>
                  </a:cubicBezTo>
                  <a:cubicBezTo>
                    <a:pt x="1" y="10183"/>
                    <a:pt x="2948" y="13125"/>
                    <a:pt x="6563" y="13125"/>
                  </a:cubicBezTo>
                  <a:cubicBezTo>
                    <a:pt x="10183" y="13125"/>
                    <a:pt x="13130" y="10183"/>
                    <a:pt x="13130" y="6563"/>
                  </a:cubicBezTo>
                  <a:cubicBezTo>
                    <a:pt x="13130" y="2948"/>
                    <a:pt x="10183" y="1"/>
                    <a:pt x="65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15"/>
            <p:cNvSpPr/>
            <p:nvPr/>
          </p:nvSpPr>
          <p:spPr>
            <a:xfrm>
              <a:off x="9338756" y="341678"/>
              <a:ext cx="323513" cy="43971"/>
            </a:xfrm>
            <a:custGeom>
              <a:avLst/>
              <a:gdLst/>
              <a:ahLst/>
              <a:cxnLst/>
              <a:rect l="l" t="t" r="r" b="b"/>
              <a:pathLst>
                <a:path w="5805" h="789" extrusionOk="0">
                  <a:moveTo>
                    <a:pt x="395" y="0"/>
                  </a:moveTo>
                  <a:cubicBezTo>
                    <a:pt x="176" y="0"/>
                    <a:pt x="1" y="176"/>
                    <a:pt x="1" y="395"/>
                  </a:cubicBezTo>
                  <a:cubicBezTo>
                    <a:pt x="1" y="613"/>
                    <a:pt x="176" y="789"/>
                    <a:pt x="395" y="789"/>
                  </a:cubicBezTo>
                  <a:lnTo>
                    <a:pt x="5411" y="789"/>
                  </a:lnTo>
                  <a:cubicBezTo>
                    <a:pt x="5629" y="789"/>
                    <a:pt x="5805" y="613"/>
                    <a:pt x="5805" y="395"/>
                  </a:cubicBezTo>
                  <a:cubicBezTo>
                    <a:pt x="5805" y="176"/>
                    <a:pt x="5629" y="0"/>
                    <a:pt x="54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15"/>
            <p:cNvSpPr/>
            <p:nvPr/>
          </p:nvSpPr>
          <p:spPr>
            <a:xfrm>
              <a:off x="9324656" y="327578"/>
              <a:ext cx="351712" cy="72170"/>
            </a:xfrm>
            <a:custGeom>
              <a:avLst/>
              <a:gdLst/>
              <a:ahLst/>
              <a:cxnLst/>
              <a:rect l="l" t="t" r="r" b="b"/>
              <a:pathLst>
                <a:path w="6311" h="1295" extrusionOk="0">
                  <a:moveTo>
                    <a:pt x="5664" y="506"/>
                  </a:moveTo>
                  <a:cubicBezTo>
                    <a:pt x="5745" y="506"/>
                    <a:pt x="5809" y="570"/>
                    <a:pt x="5809" y="648"/>
                  </a:cubicBezTo>
                  <a:cubicBezTo>
                    <a:pt x="5809" y="729"/>
                    <a:pt x="5745" y="793"/>
                    <a:pt x="5664" y="793"/>
                  </a:cubicBezTo>
                  <a:lnTo>
                    <a:pt x="648" y="793"/>
                  </a:lnTo>
                  <a:cubicBezTo>
                    <a:pt x="566" y="793"/>
                    <a:pt x="502" y="729"/>
                    <a:pt x="502" y="648"/>
                  </a:cubicBezTo>
                  <a:cubicBezTo>
                    <a:pt x="502" y="570"/>
                    <a:pt x="566" y="506"/>
                    <a:pt x="648" y="506"/>
                  </a:cubicBezTo>
                  <a:close/>
                  <a:moveTo>
                    <a:pt x="648" y="1"/>
                  </a:moveTo>
                  <a:cubicBezTo>
                    <a:pt x="292" y="1"/>
                    <a:pt x="1" y="292"/>
                    <a:pt x="1" y="648"/>
                  </a:cubicBezTo>
                  <a:cubicBezTo>
                    <a:pt x="1" y="1003"/>
                    <a:pt x="292" y="1294"/>
                    <a:pt x="648" y="1294"/>
                  </a:cubicBezTo>
                  <a:lnTo>
                    <a:pt x="5664" y="1294"/>
                  </a:lnTo>
                  <a:cubicBezTo>
                    <a:pt x="6019" y="1294"/>
                    <a:pt x="6310" y="1003"/>
                    <a:pt x="6310" y="648"/>
                  </a:cubicBezTo>
                  <a:cubicBezTo>
                    <a:pt x="6310" y="292"/>
                    <a:pt x="6019" y="1"/>
                    <a:pt x="566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15"/>
            <p:cNvSpPr/>
            <p:nvPr/>
          </p:nvSpPr>
          <p:spPr>
            <a:xfrm>
              <a:off x="9338756" y="494435"/>
              <a:ext cx="323513" cy="44027"/>
            </a:xfrm>
            <a:custGeom>
              <a:avLst/>
              <a:gdLst/>
              <a:ahLst/>
              <a:cxnLst/>
              <a:rect l="l" t="t" r="r" b="b"/>
              <a:pathLst>
                <a:path w="5805" h="790" extrusionOk="0">
                  <a:moveTo>
                    <a:pt x="395" y="1"/>
                  </a:moveTo>
                  <a:cubicBezTo>
                    <a:pt x="176" y="1"/>
                    <a:pt x="1" y="177"/>
                    <a:pt x="1" y="395"/>
                  </a:cubicBezTo>
                  <a:cubicBezTo>
                    <a:pt x="1" y="613"/>
                    <a:pt x="176" y="789"/>
                    <a:pt x="395" y="789"/>
                  </a:cubicBezTo>
                  <a:lnTo>
                    <a:pt x="5411" y="789"/>
                  </a:lnTo>
                  <a:cubicBezTo>
                    <a:pt x="5629" y="789"/>
                    <a:pt x="5805" y="613"/>
                    <a:pt x="5805" y="395"/>
                  </a:cubicBezTo>
                  <a:cubicBezTo>
                    <a:pt x="5805" y="177"/>
                    <a:pt x="5629" y="1"/>
                    <a:pt x="54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15"/>
            <p:cNvSpPr/>
            <p:nvPr/>
          </p:nvSpPr>
          <p:spPr>
            <a:xfrm>
              <a:off x="9324656" y="480614"/>
              <a:ext cx="351712" cy="71892"/>
            </a:xfrm>
            <a:custGeom>
              <a:avLst/>
              <a:gdLst/>
              <a:ahLst/>
              <a:cxnLst/>
              <a:rect l="l" t="t" r="r" b="b"/>
              <a:pathLst>
                <a:path w="6311" h="1290" extrusionOk="0">
                  <a:moveTo>
                    <a:pt x="5664" y="502"/>
                  </a:moveTo>
                  <a:cubicBezTo>
                    <a:pt x="5745" y="502"/>
                    <a:pt x="5809" y="566"/>
                    <a:pt x="5809" y="643"/>
                  </a:cubicBezTo>
                  <a:cubicBezTo>
                    <a:pt x="5809" y="720"/>
                    <a:pt x="5745" y="789"/>
                    <a:pt x="5664" y="789"/>
                  </a:cubicBezTo>
                  <a:lnTo>
                    <a:pt x="648" y="789"/>
                  </a:lnTo>
                  <a:cubicBezTo>
                    <a:pt x="566" y="789"/>
                    <a:pt x="502" y="720"/>
                    <a:pt x="502" y="643"/>
                  </a:cubicBezTo>
                  <a:cubicBezTo>
                    <a:pt x="502" y="566"/>
                    <a:pt x="566" y="502"/>
                    <a:pt x="648" y="502"/>
                  </a:cubicBezTo>
                  <a:close/>
                  <a:moveTo>
                    <a:pt x="648" y="1"/>
                  </a:moveTo>
                  <a:cubicBezTo>
                    <a:pt x="292" y="1"/>
                    <a:pt x="1" y="287"/>
                    <a:pt x="1" y="643"/>
                  </a:cubicBezTo>
                  <a:cubicBezTo>
                    <a:pt x="1" y="999"/>
                    <a:pt x="292" y="1290"/>
                    <a:pt x="648" y="1290"/>
                  </a:cubicBezTo>
                  <a:lnTo>
                    <a:pt x="5664" y="1290"/>
                  </a:lnTo>
                  <a:cubicBezTo>
                    <a:pt x="6019" y="1290"/>
                    <a:pt x="6310" y="999"/>
                    <a:pt x="6310" y="643"/>
                  </a:cubicBezTo>
                  <a:cubicBezTo>
                    <a:pt x="6310" y="287"/>
                    <a:pt x="6019" y="1"/>
                    <a:pt x="566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15"/>
            <p:cNvSpPr/>
            <p:nvPr/>
          </p:nvSpPr>
          <p:spPr>
            <a:xfrm>
              <a:off x="9338756" y="647248"/>
              <a:ext cx="323513" cy="43971"/>
            </a:xfrm>
            <a:custGeom>
              <a:avLst/>
              <a:gdLst/>
              <a:ahLst/>
              <a:cxnLst/>
              <a:rect l="l" t="t" r="r" b="b"/>
              <a:pathLst>
                <a:path w="5805" h="789" extrusionOk="0">
                  <a:moveTo>
                    <a:pt x="395" y="0"/>
                  </a:moveTo>
                  <a:cubicBezTo>
                    <a:pt x="176" y="0"/>
                    <a:pt x="1" y="176"/>
                    <a:pt x="1" y="394"/>
                  </a:cubicBezTo>
                  <a:cubicBezTo>
                    <a:pt x="1" y="613"/>
                    <a:pt x="176" y="789"/>
                    <a:pt x="395" y="789"/>
                  </a:cubicBezTo>
                  <a:lnTo>
                    <a:pt x="5411" y="789"/>
                  </a:lnTo>
                  <a:cubicBezTo>
                    <a:pt x="5629" y="789"/>
                    <a:pt x="5805" y="613"/>
                    <a:pt x="5805" y="394"/>
                  </a:cubicBezTo>
                  <a:cubicBezTo>
                    <a:pt x="5805" y="176"/>
                    <a:pt x="5629" y="0"/>
                    <a:pt x="54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15"/>
            <p:cNvSpPr/>
            <p:nvPr/>
          </p:nvSpPr>
          <p:spPr>
            <a:xfrm>
              <a:off x="9324656" y="633148"/>
              <a:ext cx="351712" cy="72170"/>
            </a:xfrm>
            <a:custGeom>
              <a:avLst/>
              <a:gdLst/>
              <a:ahLst/>
              <a:cxnLst/>
              <a:rect l="l" t="t" r="r" b="b"/>
              <a:pathLst>
                <a:path w="6311" h="1295" extrusionOk="0">
                  <a:moveTo>
                    <a:pt x="5664" y="502"/>
                  </a:moveTo>
                  <a:cubicBezTo>
                    <a:pt x="5745" y="502"/>
                    <a:pt x="5809" y="566"/>
                    <a:pt x="5809" y="647"/>
                  </a:cubicBezTo>
                  <a:cubicBezTo>
                    <a:pt x="5809" y="725"/>
                    <a:pt x="5745" y="789"/>
                    <a:pt x="5664" y="789"/>
                  </a:cubicBezTo>
                  <a:lnTo>
                    <a:pt x="648" y="789"/>
                  </a:lnTo>
                  <a:cubicBezTo>
                    <a:pt x="566" y="789"/>
                    <a:pt x="502" y="725"/>
                    <a:pt x="502" y="647"/>
                  </a:cubicBezTo>
                  <a:cubicBezTo>
                    <a:pt x="502" y="566"/>
                    <a:pt x="566" y="502"/>
                    <a:pt x="648" y="502"/>
                  </a:cubicBezTo>
                  <a:close/>
                  <a:moveTo>
                    <a:pt x="648" y="1"/>
                  </a:moveTo>
                  <a:cubicBezTo>
                    <a:pt x="292" y="1"/>
                    <a:pt x="1" y="292"/>
                    <a:pt x="1" y="647"/>
                  </a:cubicBezTo>
                  <a:cubicBezTo>
                    <a:pt x="1" y="1003"/>
                    <a:pt x="292" y="1294"/>
                    <a:pt x="648" y="1294"/>
                  </a:cubicBezTo>
                  <a:lnTo>
                    <a:pt x="5664" y="1294"/>
                  </a:lnTo>
                  <a:cubicBezTo>
                    <a:pt x="6019" y="1294"/>
                    <a:pt x="6310" y="1003"/>
                    <a:pt x="6310" y="647"/>
                  </a:cubicBezTo>
                  <a:cubicBezTo>
                    <a:pt x="6310" y="292"/>
                    <a:pt x="6019" y="1"/>
                    <a:pt x="566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15"/>
            <p:cNvSpPr/>
            <p:nvPr/>
          </p:nvSpPr>
          <p:spPr>
            <a:xfrm>
              <a:off x="9338756" y="800005"/>
              <a:ext cx="323513" cy="43971"/>
            </a:xfrm>
            <a:custGeom>
              <a:avLst/>
              <a:gdLst/>
              <a:ahLst/>
              <a:cxnLst/>
              <a:rect l="l" t="t" r="r" b="b"/>
              <a:pathLst>
                <a:path w="5805" h="789" extrusionOk="0">
                  <a:moveTo>
                    <a:pt x="395" y="1"/>
                  </a:moveTo>
                  <a:cubicBezTo>
                    <a:pt x="176" y="1"/>
                    <a:pt x="1" y="176"/>
                    <a:pt x="1" y="395"/>
                  </a:cubicBezTo>
                  <a:cubicBezTo>
                    <a:pt x="1" y="613"/>
                    <a:pt x="176" y="789"/>
                    <a:pt x="395" y="789"/>
                  </a:cubicBezTo>
                  <a:lnTo>
                    <a:pt x="5411" y="789"/>
                  </a:lnTo>
                  <a:cubicBezTo>
                    <a:pt x="5629" y="789"/>
                    <a:pt x="5805" y="613"/>
                    <a:pt x="5805" y="395"/>
                  </a:cubicBezTo>
                  <a:cubicBezTo>
                    <a:pt x="5805" y="176"/>
                    <a:pt x="5629" y="1"/>
                    <a:pt x="54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15"/>
            <p:cNvSpPr/>
            <p:nvPr/>
          </p:nvSpPr>
          <p:spPr>
            <a:xfrm>
              <a:off x="9324656" y="785961"/>
              <a:ext cx="351712" cy="71892"/>
            </a:xfrm>
            <a:custGeom>
              <a:avLst/>
              <a:gdLst/>
              <a:ahLst/>
              <a:cxnLst/>
              <a:rect l="l" t="t" r="r" b="b"/>
              <a:pathLst>
                <a:path w="6311" h="1290" extrusionOk="0">
                  <a:moveTo>
                    <a:pt x="5664" y="501"/>
                  </a:moveTo>
                  <a:cubicBezTo>
                    <a:pt x="5745" y="501"/>
                    <a:pt x="5809" y="566"/>
                    <a:pt x="5809" y="647"/>
                  </a:cubicBezTo>
                  <a:cubicBezTo>
                    <a:pt x="5809" y="724"/>
                    <a:pt x="5745" y="788"/>
                    <a:pt x="5664" y="788"/>
                  </a:cubicBezTo>
                  <a:lnTo>
                    <a:pt x="648" y="788"/>
                  </a:lnTo>
                  <a:cubicBezTo>
                    <a:pt x="566" y="788"/>
                    <a:pt x="502" y="724"/>
                    <a:pt x="502" y="647"/>
                  </a:cubicBezTo>
                  <a:cubicBezTo>
                    <a:pt x="502" y="566"/>
                    <a:pt x="566" y="501"/>
                    <a:pt x="648" y="501"/>
                  </a:cubicBezTo>
                  <a:close/>
                  <a:moveTo>
                    <a:pt x="648" y="0"/>
                  </a:moveTo>
                  <a:cubicBezTo>
                    <a:pt x="292" y="0"/>
                    <a:pt x="1" y="291"/>
                    <a:pt x="1" y="647"/>
                  </a:cubicBezTo>
                  <a:cubicBezTo>
                    <a:pt x="1" y="1002"/>
                    <a:pt x="292" y="1289"/>
                    <a:pt x="648" y="1289"/>
                  </a:cubicBezTo>
                  <a:lnTo>
                    <a:pt x="5664" y="1289"/>
                  </a:lnTo>
                  <a:cubicBezTo>
                    <a:pt x="6019" y="1289"/>
                    <a:pt x="6310" y="1002"/>
                    <a:pt x="6310" y="647"/>
                  </a:cubicBezTo>
                  <a:cubicBezTo>
                    <a:pt x="6310" y="291"/>
                    <a:pt x="6019" y="0"/>
                    <a:pt x="56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15"/>
            <p:cNvSpPr/>
            <p:nvPr/>
          </p:nvSpPr>
          <p:spPr>
            <a:xfrm>
              <a:off x="8516847" y="215393"/>
              <a:ext cx="761105" cy="760882"/>
            </a:xfrm>
            <a:custGeom>
              <a:avLst/>
              <a:gdLst/>
              <a:ahLst/>
              <a:cxnLst/>
              <a:rect l="l" t="t" r="r" b="b"/>
              <a:pathLst>
                <a:path w="13657" h="13653" extrusionOk="0">
                  <a:moveTo>
                    <a:pt x="12080" y="283"/>
                  </a:moveTo>
                  <a:cubicBezTo>
                    <a:pt x="12791" y="283"/>
                    <a:pt x="13369" y="866"/>
                    <a:pt x="13369" y="1577"/>
                  </a:cubicBezTo>
                  <a:lnTo>
                    <a:pt x="13369" y="12071"/>
                  </a:lnTo>
                  <a:cubicBezTo>
                    <a:pt x="13369" y="12787"/>
                    <a:pt x="12791" y="13365"/>
                    <a:pt x="12080" y="13365"/>
                  </a:cubicBezTo>
                  <a:lnTo>
                    <a:pt x="1577" y="13365"/>
                  </a:lnTo>
                  <a:cubicBezTo>
                    <a:pt x="866" y="13365"/>
                    <a:pt x="287" y="12787"/>
                    <a:pt x="287" y="12071"/>
                  </a:cubicBezTo>
                  <a:lnTo>
                    <a:pt x="287" y="1577"/>
                  </a:lnTo>
                  <a:cubicBezTo>
                    <a:pt x="287" y="866"/>
                    <a:pt x="866" y="283"/>
                    <a:pt x="1577" y="283"/>
                  </a:cubicBezTo>
                  <a:close/>
                  <a:moveTo>
                    <a:pt x="1577" y="1"/>
                  </a:moveTo>
                  <a:cubicBezTo>
                    <a:pt x="707" y="1"/>
                    <a:pt x="0" y="707"/>
                    <a:pt x="0" y="1577"/>
                  </a:cubicBezTo>
                  <a:lnTo>
                    <a:pt x="0" y="12071"/>
                  </a:lnTo>
                  <a:cubicBezTo>
                    <a:pt x="0" y="12941"/>
                    <a:pt x="707" y="13652"/>
                    <a:pt x="1577" y="13652"/>
                  </a:cubicBezTo>
                  <a:lnTo>
                    <a:pt x="12080" y="13652"/>
                  </a:lnTo>
                  <a:cubicBezTo>
                    <a:pt x="12949" y="13652"/>
                    <a:pt x="13656" y="12941"/>
                    <a:pt x="13656" y="12071"/>
                  </a:cubicBezTo>
                  <a:lnTo>
                    <a:pt x="13656" y="1577"/>
                  </a:lnTo>
                  <a:cubicBezTo>
                    <a:pt x="13656" y="707"/>
                    <a:pt x="12949" y="1"/>
                    <a:pt x="120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15"/>
            <p:cNvSpPr/>
            <p:nvPr/>
          </p:nvSpPr>
          <p:spPr>
            <a:xfrm>
              <a:off x="8524927" y="299880"/>
              <a:ext cx="744887" cy="17499"/>
            </a:xfrm>
            <a:custGeom>
              <a:avLst/>
              <a:gdLst/>
              <a:ahLst/>
              <a:cxnLst/>
              <a:rect l="l" t="t" r="r" b="b"/>
              <a:pathLst>
                <a:path w="13366" h="314" extrusionOk="0">
                  <a:moveTo>
                    <a:pt x="1" y="1"/>
                  </a:moveTo>
                  <a:lnTo>
                    <a:pt x="1" y="314"/>
                  </a:lnTo>
                  <a:lnTo>
                    <a:pt x="13366" y="314"/>
                  </a:lnTo>
                  <a:lnTo>
                    <a:pt x="1336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15"/>
            <p:cNvSpPr/>
            <p:nvPr/>
          </p:nvSpPr>
          <p:spPr>
            <a:xfrm>
              <a:off x="8524927" y="415688"/>
              <a:ext cx="744887" cy="17499"/>
            </a:xfrm>
            <a:custGeom>
              <a:avLst/>
              <a:gdLst/>
              <a:ahLst/>
              <a:cxnLst/>
              <a:rect l="l" t="t" r="r" b="b"/>
              <a:pathLst>
                <a:path w="13366" h="314" extrusionOk="0">
                  <a:moveTo>
                    <a:pt x="1" y="0"/>
                  </a:moveTo>
                  <a:lnTo>
                    <a:pt x="1" y="313"/>
                  </a:lnTo>
                  <a:lnTo>
                    <a:pt x="13366" y="313"/>
                  </a:lnTo>
                  <a:lnTo>
                    <a:pt x="133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15"/>
            <p:cNvSpPr/>
            <p:nvPr/>
          </p:nvSpPr>
          <p:spPr>
            <a:xfrm>
              <a:off x="8524927" y="531440"/>
              <a:ext cx="744887" cy="17276"/>
            </a:xfrm>
            <a:custGeom>
              <a:avLst/>
              <a:gdLst/>
              <a:ahLst/>
              <a:cxnLst/>
              <a:rect l="l" t="t" r="r" b="b"/>
              <a:pathLst>
                <a:path w="13366" h="310" extrusionOk="0">
                  <a:moveTo>
                    <a:pt x="1" y="1"/>
                  </a:moveTo>
                  <a:lnTo>
                    <a:pt x="1" y="309"/>
                  </a:lnTo>
                  <a:lnTo>
                    <a:pt x="13366" y="309"/>
                  </a:lnTo>
                  <a:lnTo>
                    <a:pt x="1336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15"/>
            <p:cNvSpPr/>
            <p:nvPr/>
          </p:nvSpPr>
          <p:spPr>
            <a:xfrm>
              <a:off x="8524927" y="647025"/>
              <a:ext cx="744887" cy="17443"/>
            </a:xfrm>
            <a:custGeom>
              <a:avLst/>
              <a:gdLst/>
              <a:ahLst/>
              <a:cxnLst/>
              <a:rect l="l" t="t" r="r" b="b"/>
              <a:pathLst>
                <a:path w="13366" h="313" extrusionOk="0">
                  <a:moveTo>
                    <a:pt x="1" y="0"/>
                  </a:moveTo>
                  <a:lnTo>
                    <a:pt x="1" y="313"/>
                  </a:lnTo>
                  <a:lnTo>
                    <a:pt x="13366" y="313"/>
                  </a:lnTo>
                  <a:lnTo>
                    <a:pt x="133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15"/>
            <p:cNvSpPr/>
            <p:nvPr/>
          </p:nvSpPr>
          <p:spPr>
            <a:xfrm>
              <a:off x="8524927" y="762777"/>
              <a:ext cx="744887" cy="17276"/>
            </a:xfrm>
            <a:custGeom>
              <a:avLst/>
              <a:gdLst/>
              <a:ahLst/>
              <a:cxnLst/>
              <a:rect l="l" t="t" r="r" b="b"/>
              <a:pathLst>
                <a:path w="13366" h="310" extrusionOk="0">
                  <a:moveTo>
                    <a:pt x="1" y="1"/>
                  </a:moveTo>
                  <a:lnTo>
                    <a:pt x="1" y="309"/>
                  </a:lnTo>
                  <a:lnTo>
                    <a:pt x="13366" y="309"/>
                  </a:lnTo>
                  <a:lnTo>
                    <a:pt x="1336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15"/>
            <p:cNvSpPr/>
            <p:nvPr/>
          </p:nvSpPr>
          <p:spPr>
            <a:xfrm>
              <a:off x="8524927" y="878585"/>
              <a:ext cx="744887" cy="17221"/>
            </a:xfrm>
            <a:custGeom>
              <a:avLst/>
              <a:gdLst/>
              <a:ahLst/>
              <a:cxnLst/>
              <a:rect l="l" t="t" r="r" b="b"/>
              <a:pathLst>
                <a:path w="13366" h="309" extrusionOk="0">
                  <a:moveTo>
                    <a:pt x="1" y="0"/>
                  </a:moveTo>
                  <a:lnTo>
                    <a:pt x="1" y="309"/>
                  </a:lnTo>
                  <a:lnTo>
                    <a:pt x="13366" y="309"/>
                  </a:lnTo>
                  <a:lnTo>
                    <a:pt x="133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15"/>
            <p:cNvSpPr/>
            <p:nvPr/>
          </p:nvSpPr>
          <p:spPr>
            <a:xfrm>
              <a:off x="8599439" y="231387"/>
              <a:ext cx="17499" cy="744887"/>
            </a:xfrm>
            <a:custGeom>
              <a:avLst/>
              <a:gdLst/>
              <a:ahLst/>
              <a:cxnLst/>
              <a:rect l="l" t="t" r="r" b="b"/>
              <a:pathLst>
                <a:path w="314" h="13366" extrusionOk="0">
                  <a:moveTo>
                    <a:pt x="0" y="1"/>
                  </a:moveTo>
                  <a:lnTo>
                    <a:pt x="0" y="13365"/>
                  </a:lnTo>
                  <a:lnTo>
                    <a:pt x="313" y="13365"/>
                  </a:lnTo>
                  <a:lnTo>
                    <a:pt x="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15"/>
            <p:cNvSpPr/>
            <p:nvPr/>
          </p:nvSpPr>
          <p:spPr>
            <a:xfrm>
              <a:off x="8715190" y="231387"/>
              <a:ext cx="17499" cy="744887"/>
            </a:xfrm>
            <a:custGeom>
              <a:avLst/>
              <a:gdLst/>
              <a:ahLst/>
              <a:cxnLst/>
              <a:rect l="l" t="t" r="r" b="b"/>
              <a:pathLst>
                <a:path w="314" h="13366" extrusionOk="0">
                  <a:moveTo>
                    <a:pt x="1" y="1"/>
                  </a:moveTo>
                  <a:lnTo>
                    <a:pt x="1" y="13365"/>
                  </a:lnTo>
                  <a:lnTo>
                    <a:pt x="314" y="13365"/>
                  </a:lnTo>
                  <a:lnTo>
                    <a:pt x="31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15"/>
            <p:cNvSpPr/>
            <p:nvPr/>
          </p:nvSpPr>
          <p:spPr>
            <a:xfrm>
              <a:off x="8830998" y="231387"/>
              <a:ext cx="17221" cy="744887"/>
            </a:xfrm>
            <a:custGeom>
              <a:avLst/>
              <a:gdLst/>
              <a:ahLst/>
              <a:cxnLst/>
              <a:rect l="l" t="t" r="r" b="b"/>
              <a:pathLst>
                <a:path w="309" h="13366" extrusionOk="0">
                  <a:moveTo>
                    <a:pt x="0" y="1"/>
                  </a:moveTo>
                  <a:lnTo>
                    <a:pt x="0" y="13365"/>
                  </a:lnTo>
                  <a:lnTo>
                    <a:pt x="309" y="13365"/>
                  </a:lnTo>
                  <a:lnTo>
                    <a:pt x="30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15"/>
            <p:cNvSpPr/>
            <p:nvPr/>
          </p:nvSpPr>
          <p:spPr>
            <a:xfrm>
              <a:off x="8946527" y="231387"/>
              <a:ext cx="17499" cy="744887"/>
            </a:xfrm>
            <a:custGeom>
              <a:avLst/>
              <a:gdLst/>
              <a:ahLst/>
              <a:cxnLst/>
              <a:rect l="l" t="t" r="r" b="b"/>
              <a:pathLst>
                <a:path w="314" h="13366" extrusionOk="0">
                  <a:moveTo>
                    <a:pt x="1" y="1"/>
                  </a:moveTo>
                  <a:lnTo>
                    <a:pt x="1" y="13365"/>
                  </a:lnTo>
                  <a:lnTo>
                    <a:pt x="313" y="13365"/>
                  </a:lnTo>
                  <a:lnTo>
                    <a:pt x="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15"/>
            <p:cNvSpPr/>
            <p:nvPr/>
          </p:nvSpPr>
          <p:spPr>
            <a:xfrm>
              <a:off x="9062334" y="231387"/>
              <a:ext cx="17443" cy="744887"/>
            </a:xfrm>
            <a:custGeom>
              <a:avLst/>
              <a:gdLst/>
              <a:ahLst/>
              <a:cxnLst/>
              <a:rect l="l" t="t" r="r" b="b"/>
              <a:pathLst>
                <a:path w="313" h="13366" extrusionOk="0">
                  <a:moveTo>
                    <a:pt x="0" y="1"/>
                  </a:moveTo>
                  <a:lnTo>
                    <a:pt x="0" y="13365"/>
                  </a:lnTo>
                  <a:lnTo>
                    <a:pt x="313" y="13365"/>
                  </a:lnTo>
                  <a:lnTo>
                    <a:pt x="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15"/>
            <p:cNvSpPr/>
            <p:nvPr/>
          </p:nvSpPr>
          <p:spPr>
            <a:xfrm>
              <a:off x="9178086" y="231387"/>
              <a:ext cx="17276" cy="744887"/>
            </a:xfrm>
            <a:custGeom>
              <a:avLst/>
              <a:gdLst/>
              <a:ahLst/>
              <a:cxnLst/>
              <a:rect l="l" t="t" r="r" b="b"/>
              <a:pathLst>
                <a:path w="310" h="13366" extrusionOk="0">
                  <a:moveTo>
                    <a:pt x="1" y="1"/>
                  </a:moveTo>
                  <a:lnTo>
                    <a:pt x="1" y="13365"/>
                  </a:lnTo>
                  <a:lnTo>
                    <a:pt x="309" y="13365"/>
                  </a:lnTo>
                  <a:lnTo>
                    <a:pt x="30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1" name="Google Shape;561;p15"/>
          <p:cNvSpPr/>
          <p:nvPr/>
        </p:nvSpPr>
        <p:spPr>
          <a:xfrm>
            <a:off x="4571993" y="4582222"/>
            <a:ext cx="5318609" cy="21779"/>
          </a:xfrm>
          <a:custGeom>
            <a:avLst/>
            <a:gdLst/>
            <a:ahLst/>
            <a:cxnLst/>
            <a:rect l="l" t="t" r="r" b="b"/>
            <a:pathLst>
              <a:path w="65205" h="267" extrusionOk="0">
                <a:moveTo>
                  <a:pt x="1" y="1"/>
                </a:moveTo>
                <a:lnTo>
                  <a:pt x="1" y="267"/>
                </a:lnTo>
                <a:lnTo>
                  <a:pt x="65205" y="267"/>
                </a:lnTo>
                <a:lnTo>
                  <a:pt x="65205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2" name="Google Shape;562;p15"/>
          <p:cNvGrpSpPr/>
          <p:nvPr/>
        </p:nvGrpSpPr>
        <p:grpSpPr>
          <a:xfrm>
            <a:off x="8439529" y="830847"/>
            <a:ext cx="734697" cy="500041"/>
            <a:chOff x="6864100" y="3366850"/>
            <a:chExt cx="195450" cy="133025"/>
          </a:xfrm>
        </p:grpSpPr>
        <p:sp>
          <p:nvSpPr>
            <p:cNvPr id="563" name="Google Shape;563;p15"/>
            <p:cNvSpPr/>
            <p:nvPr/>
          </p:nvSpPr>
          <p:spPr>
            <a:xfrm>
              <a:off x="6887975" y="3366850"/>
              <a:ext cx="23800" cy="125325"/>
            </a:xfrm>
            <a:custGeom>
              <a:avLst/>
              <a:gdLst/>
              <a:ahLst/>
              <a:cxnLst/>
              <a:rect l="l" t="t" r="r" b="b"/>
              <a:pathLst>
                <a:path w="952" h="5013" extrusionOk="0">
                  <a:moveTo>
                    <a:pt x="0" y="1"/>
                  </a:moveTo>
                  <a:lnTo>
                    <a:pt x="0" y="5012"/>
                  </a:lnTo>
                  <a:lnTo>
                    <a:pt x="951" y="5012"/>
                  </a:lnTo>
                  <a:lnTo>
                    <a:pt x="95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15"/>
            <p:cNvSpPr/>
            <p:nvPr/>
          </p:nvSpPr>
          <p:spPr>
            <a:xfrm>
              <a:off x="6887975" y="3380975"/>
              <a:ext cx="23800" cy="8600"/>
            </a:xfrm>
            <a:custGeom>
              <a:avLst/>
              <a:gdLst/>
              <a:ahLst/>
              <a:cxnLst/>
              <a:rect l="l" t="t" r="r" b="b"/>
              <a:pathLst>
                <a:path w="952" h="344" extrusionOk="0">
                  <a:moveTo>
                    <a:pt x="0" y="1"/>
                  </a:moveTo>
                  <a:lnTo>
                    <a:pt x="0" y="344"/>
                  </a:lnTo>
                  <a:lnTo>
                    <a:pt x="951" y="344"/>
                  </a:lnTo>
                  <a:lnTo>
                    <a:pt x="95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15"/>
            <p:cNvSpPr/>
            <p:nvPr/>
          </p:nvSpPr>
          <p:spPr>
            <a:xfrm>
              <a:off x="6887975" y="3472000"/>
              <a:ext cx="23800" cy="8600"/>
            </a:xfrm>
            <a:custGeom>
              <a:avLst/>
              <a:gdLst/>
              <a:ahLst/>
              <a:cxnLst/>
              <a:rect l="l" t="t" r="r" b="b"/>
              <a:pathLst>
                <a:path w="952" h="344" extrusionOk="0">
                  <a:moveTo>
                    <a:pt x="0" y="1"/>
                  </a:moveTo>
                  <a:lnTo>
                    <a:pt x="0" y="344"/>
                  </a:lnTo>
                  <a:lnTo>
                    <a:pt x="951" y="344"/>
                  </a:lnTo>
                  <a:lnTo>
                    <a:pt x="95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15"/>
            <p:cNvSpPr/>
            <p:nvPr/>
          </p:nvSpPr>
          <p:spPr>
            <a:xfrm>
              <a:off x="6911750" y="3366850"/>
              <a:ext cx="23900" cy="125325"/>
            </a:xfrm>
            <a:custGeom>
              <a:avLst/>
              <a:gdLst/>
              <a:ahLst/>
              <a:cxnLst/>
              <a:rect l="l" t="t" r="r" b="b"/>
              <a:pathLst>
                <a:path w="956" h="5013" extrusionOk="0">
                  <a:moveTo>
                    <a:pt x="0" y="1"/>
                  </a:moveTo>
                  <a:lnTo>
                    <a:pt x="0" y="5012"/>
                  </a:lnTo>
                  <a:lnTo>
                    <a:pt x="956" y="5012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15"/>
            <p:cNvSpPr/>
            <p:nvPr/>
          </p:nvSpPr>
          <p:spPr>
            <a:xfrm>
              <a:off x="6911750" y="3380975"/>
              <a:ext cx="23900" cy="8600"/>
            </a:xfrm>
            <a:custGeom>
              <a:avLst/>
              <a:gdLst/>
              <a:ahLst/>
              <a:cxnLst/>
              <a:rect l="l" t="t" r="r" b="b"/>
              <a:pathLst>
                <a:path w="956" h="344" extrusionOk="0">
                  <a:moveTo>
                    <a:pt x="0" y="1"/>
                  </a:moveTo>
                  <a:lnTo>
                    <a:pt x="0" y="344"/>
                  </a:lnTo>
                  <a:lnTo>
                    <a:pt x="956" y="344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15"/>
            <p:cNvSpPr/>
            <p:nvPr/>
          </p:nvSpPr>
          <p:spPr>
            <a:xfrm>
              <a:off x="6911750" y="3472000"/>
              <a:ext cx="23900" cy="8600"/>
            </a:xfrm>
            <a:custGeom>
              <a:avLst/>
              <a:gdLst/>
              <a:ahLst/>
              <a:cxnLst/>
              <a:rect l="l" t="t" r="r" b="b"/>
              <a:pathLst>
                <a:path w="956" h="344" extrusionOk="0">
                  <a:moveTo>
                    <a:pt x="0" y="1"/>
                  </a:moveTo>
                  <a:lnTo>
                    <a:pt x="0" y="344"/>
                  </a:lnTo>
                  <a:lnTo>
                    <a:pt x="956" y="344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15"/>
            <p:cNvSpPr/>
            <p:nvPr/>
          </p:nvSpPr>
          <p:spPr>
            <a:xfrm>
              <a:off x="6935625" y="3366850"/>
              <a:ext cx="23800" cy="125325"/>
            </a:xfrm>
            <a:custGeom>
              <a:avLst/>
              <a:gdLst/>
              <a:ahLst/>
              <a:cxnLst/>
              <a:rect l="l" t="t" r="r" b="b"/>
              <a:pathLst>
                <a:path w="952" h="5013" extrusionOk="0">
                  <a:moveTo>
                    <a:pt x="1" y="1"/>
                  </a:moveTo>
                  <a:lnTo>
                    <a:pt x="1" y="5012"/>
                  </a:lnTo>
                  <a:lnTo>
                    <a:pt x="951" y="5012"/>
                  </a:lnTo>
                  <a:lnTo>
                    <a:pt x="9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15"/>
            <p:cNvSpPr/>
            <p:nvPr/>
          </p:nvSpPr>
          <p:spPr>
            <a:xfrm>
              <a:off x="6935625" y="3380975"/>
              <a:ext cx="23800" cy="8600"/>
            </a:xfrm>
            <a:custGeom>
              <a:avLst/>
              <a:gdLst/>
              <a:ahLst/>
              <a:cxnLst/>
              <a:rect l="l" t="t" r="r" b="b"/>
              <a:pathLst>
                <a:path w="952" h="344" extrusionOk="0">
                  <a:moveTo>
                    <a:pt x="1" y="1"/>
                  </a:moveTo>
                  <a:lnTo>
                    <a:pt x="1" y="344"/>
                  </a:lnTo>
                  <a:lnTo>
                    <a:pt x="951" y="344"/>
                  </a:lnTo>
                  <a:lnTo>
                    <a:pt x="95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15"/>
            <p:cNvSpPr/>
            <p:nvPr/>
          </p:nvSpPr>
          <p:spPr>
            <a:xfrm>
              <a:off x="6935625" y="3472000"/>
              <a:ext cx="23800" cy="8600"/>
            </a:xfrm>
            <a:custGeom>
              <a:avLst/>
              <a:gdLst/>
              <a:ahLst/>
              <a:cxnLst/>
              <a:rect l="l" t="t" r="r" b="b"/>
              <a:pathLst>
                <a:path w="952" h="344" extrusionOk="0">
                  <a:moveTo>
                    <a:pt x="1" y="1"/>
                  </a:moveTo>
                  <a:lnTo>
                    <a:pt x="1" y="344"/>
                  </a:lnTo>
                  <a:lnTo>
                    <a:pt x="951" y="344"/>
                  </a:lnTo>
                  <a:lnTo>
                    <a:pt x="95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15"/>
            <p:cNvSpPr/>
            <p:nvPr/>
          </p:nvSpPr>
          <p:spPr>
            <a:xfrm>
              <a:off x="6959400" y="3372300"/>
              <a:ext cx="83650" cy="120300"/>
            </a:xfrm>
            <a:custGeom>
              <a:avLst/>
              <a:gdLst/>
              <a:ahLst/>
              <a:cxnLst/>
              <a:rect l="l" t="t" r="r" b="b"/>
              <a:pathLst>
                <a:path w="3346" h="4812" extrusionOk="0">
                  <a:moveTo>
                    <a:pt x="827" y="1"/>
                  </a:moveTo>
                  <a:lnTo>
                    <a:pt x="0" y="481"/>
                  </a:lnTo>
                  <a:lnTo>
                    <a:pt x="2519" y="4811"/>
                  </a:lnTo>
                  <a:lnTo>
                    <a:pt x="3346" y="4332"/>
                  </a:lnTo>
                  <a:lnTo>
                    <a:pt x="82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15"/>
            <p:cNvSpPr/>
            <p:nvPr/>
          </p:nvSpPr>
          <p:spPr>
            <a:xfrm>
              <a:off x="6966575" y="3384525"/>
              <a:ext cx="24875" cy="19400"/>
            </a:xfrm>
            <a:custGeom>
              <a:avLst/>
              <a:gdLst/>
              <a:ahLst/>
              <a:cxnLst/>
              <a:rect l="l" t="t" r="r" b="b"/>
              <a:pathLst>
                <a:path w="995" h="776" extrusionOk="0">
                  <a:moveTo>
                    <a:pt x="823" y="0"/>
                  </a:moveTo>
                  <a:lnTo>
                    <a:pt x="0" y="480"/>
                  </a:lnTo>
                  <a:lnTo>
                    <a:pt x="172" y="776"/>
                  </a:lnTo>
                  <a:lnTo>
                    <a:pt x="994" y="296"/>
                  </a:lnTo>
                  <a:lnTo>
                    <a:pt x="82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15"/>
            <p:cNvSpPr/>
            <p:nvPr/>
          </p:nvSpPr>
          <p:spPr>
            <a:xfrm>
              <a:off x="7012300" y="3463225"/>
              <a:ext cx="24975" cy="19400"/>
            </a:xfrm>
            <a:custGeom>
              <a:avLst/>
              <a:gdLst/>
              <a:ahLst/>
              <a:cxnLst/>
              <a:rect l="l" t="t" r="r" b="b"/>
              <a:pathLst>
                <a:path w="999" h="776" extrusionOk="0">
                  <a:moveTo>
                    <a:pt x="823" y="1"/>
                  </a:moveTo>
                  <a:lnTo>
                    <a:pt x="1" y="480"/>
                  </a:lnTo>
                  <a:lnTo>
                    <a:pt x="172" y="776"/>
                  </a:lnTo>
                  <a:lnTo>
                    <a:pt x="999" y="296"/>
                  </a:lnTo>
                  <a:lnTo>
                    <a:pt x="82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15"/>
            <p:cNvSpPr/>
            <p:nvPr/>
          </p:nvSpPr>
          <p:spPr>
            <a:xfrm>
              <a:off x="6864100" y="3492150"/>
              <a:ext cx="195450" cy="7725"/>
            </a:xfrm>
            <a:custGeom>
              <a:avLst/>
              <a:gdLst/>
              <a:ahLst/>
              <a:cxnLst/>
              <a:rect l="l" t="t" r="r" b="b"/>
              <a:pathLst>
                <a:path w="7818" h="309" extrusionOk="0">
                  <a:moveTo>
                    <a:pt x="0" y="0"/>
                  </a:moveTo>
                  <a:lnTo>
                    <a:pt x="0" y="309"/>
                  </a:lnTo>
                  <a:lnTo>
                    <a:pt x="7818" y="309"/>
                  </a:lnTo>
                  <a:lnTo>
                    <a:pt x="781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6" name="Google Shape;576;p15"/>
          <p:cNvSpPr/>
          <p:nvPr/>
        </p:nvSpPr>
        <p:spPr>
          <a:xfrm>
            <a:off x="-105207" y="4582222"/>
            <a:ext cx="5318609" cy="21779"/>
          </a:xfrm>
          <a:custGeom>
            <a:avLst/>
            <a:gdLst/>
            <a:ahLst/>
            <a:cxnLst/>
            <a:rect l="l" t="t" r="r" b="b"/>
            <a:pathLst>
              <a:path w="65205" h="267" extrusionOk="0">
                <a:moveTo>
                  <a:pt x="1" y="1"/>
                </a:moveTo>
                <a:lnTo>
                  <a:pt x="1" y="267"/>
                </a:lnTo>
                <a:lnTo>
                  <a:pt x="65205" y="267"/>
                </a:lnTo>
                <a:lnTo>
                  <a:pt x="65205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78" name="Google Shape;578;p15"/>
          <p:cNvSpPr txBox="1">
            <a:spLocks noGrp="1"/>
          </p:cNvSpPr>
          <p:nvPr>
            <p:ph type="subTitle" idx="1"/>
          </p:nvPr>
        </p:nvSpPr>
        <p:spPr>
          <a:xfrm>
            <a:off x="795463" y="2205500"/>
            <a:ext cx="2459700" cy="14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79" name="Google Shape;579;p15"/>
          <p:cNvSpPr txBox="1">
            <a:spLocks noGrp="1"/>
          </p:cNvSpPr>
          <p:nvPr>
            <p:ph type="subTitle" idx="2"/>
          </p:nvPr>
        </p:nvSpPr>
        <p:spPr>
          <a:xfrm>
            <a:off x="3342008" y="2205500"/>
            <a:ext cx="2459700" cy="14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80" name="Google Shape;580;p15"/>
          <p:cNvSpPr txBox="1">
            <a:spLocks noGrp="1"/>
          </p:cNvSpPr>
          <p:nvPr>
            <p:ph type="subTitle" idx="3"/>
          </p:nvPr>
        </p:nvSpPr>
        <p:spPr>
          <a:xfrm>
            <a:off x="5882449" y="2205500"/>
            <a:ext cx="2459700" cy="14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81" name="Google Shape;581;p15"/>
          <p:cNvSpPr txBox="1">
            <a:spLocks noGrp="1"/>
          </p:cNvSpPr>
          <p:nvPr>
            <p:ph type="subTitle" idx="4"/>
          </p:nvPr>
        </p:nvSpPr>
        <p:spPr>
          <a:xfrm>
            <a:off x="795438" y="1768250"/>
            <a:ext cx="2459700" cy="51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82" name="Google Shape;582;p15"/>
          <p:cNvSpPr txBox="1">
            <a:spLocks noGrp="1"/>
          </p:cNvSpPr>
          <p:nvPr>
            <p:ph type="subTitle" idx="5"/>
          </p:nvPr>
        </p:nvSpPr>
        <p:spPr>
          <a:xfrm>
            <a:off x="3342006" y="1768250"/>
            <a:ext cx="2459700" cy="51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83" name="Google Shape;583;p15"/>
          <p:cNvSpPr txBox="1">
            <a:spLocks noGrp="1"/>
          </p:cNvSpPr>
          <p:nvPr>
            <p:ph type="subTitle" idx="6"/>
          </p:nvPr>
        </p:nvSpPr>
        <p:spPr>
          <a:xfrm>
            <a:off x="5882463" y="1768250"/>
            <a:ext cx="2459700" cy="51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584" name="Google Shape;584;p15"/>
          <p:cNvGrpSpPr/>
          <p:nvPr/>
        </p:nvGrpSpPr>
        <p:grpSpPr>
          <a:xfrm>
            <a:off x="8391228" y="3058255"/>
            <a:ext cx="1331677" cy="1545752"/>
            <a:chOff x="5294125" y="884300"/>
            <a:chExt cx="399675" cy="463925"/>
          </a:xfrm>
        </p:grpSpPr>
        <p:sp>
          <p:nvSpPr>
            <p:cNvPr id="585" name="Google Shape;585;p15"/>
            <p:cNvSpPr/>
            <p:nvPr/>
          </p:nvSpPr>
          <p:spPr>
            <a:xfrm>
              <a:off x="5472100" y="901250"/>
              <a:ext cx="6950" cy="170200"/>
            </a:xfrm>
            <a:custGeom>
              <a:avLst/>
              <a:gdLst/>
              <a:ahLst/>
              <a:cxnLst/>
              <a:rect l="l" t="t" r="r" b="b"/>
              <a:pathLst>
                <a:path w="278" h="6808" extrusionOk="0">
                  <a:moveTo>
                    <a:pt x="0" y="0"/>
                  </a:moveTo>
                  <a:lnTo>
                    <a:pt x="0" y="6807"/>
                  </a:lnTo>
                  <a:lnTo>
                    <a:pt x="277" y="6807"/>
                  </a:lnTo>
                  <a:lnTo>
                    <a:pt x="2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15"/>
            <p:cNvSpPr/>
            <p:nvPr/>
          </p:nvSpPr>
          <p:spPr>
            <a:xfrm>
              <a:off x="5412550" y="884300"/>
              <a:ext cx="126025" cy="80750"/>
            </a:xfrm>
            <a:custGeom>
              <a:avLst/>
              <a:gdLst/>
              <a:ahLst/>
              <a:cxnLst/>
              <a:rect l="l" t="t" r="r" b="b"/>
              <a:pathLst>
                <a:path w="5041" h="3230" extrusionOk="0">
                  <a:moveTo>
                    <a:pt x="1044" y="0"/>
                  </a:moveTo>
                  <a:lnTo>
                    <a:pt x="1" y="3230"/>
                  </a:lnTo>
                  <a:lnTo>
                    <a:pt x="5041" y="3230"/>
                  </a:lnTo>
                  <a:lnTo>
                    <a:pt x="399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15"/>
            <p:cNvSpPr/>
            <p:nvPr/>
          </p:nvSpPr>
          <p:spPr>
            <a:xfrm>
              <a:off x="5378875" y="1055800"/>
              <a:ext cx="148325" cy="39950"/>
            </a:xfrm>
            <a:custGeom>
              <a:avLst/>
              <a:gdLst/>
              <a:ahLst/>
              <a:cxnLst/>
              <a:rect l="l" t="t" r="r" b="b"/>
              <a:pathLst>
                <a:path w="5933" h="1598" extrusionOk="0">
                  <a:moveTo>
                    <a:pt x="0" y="1"/>
                  </a:moveTo>
                  <a:lnTo>
                    <a:pt x="0" y="1597"/>
                  </a:lnTo>
                  <a:lnTo>
                    <a:pt x="5933" y="1597"/>
                  </a:lnTo>
                  <a:lnTo>
                    <a:pt x="593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15"/>
            <p:cNvSpPr/>
            <p:nvPr/>
          </p:nvSpPr>
          <p:spPr>
            <a:xfrm>
              <a:off x="5492850" y="1055800"/>
              <a:ext cx="17200" cy="39950"/>
            </a:xfrm>
            <a:custGeom>
              <a:avLst/>
              <a:gdLst/>
              <a:ahLst/>
              <a:cxnLst/>
              <a:rect l="l" t="t" r="r" b="b"/>
              <a:pathLst>
                <a:path w="688" h="1598" extrusionOk="0">
                  <a:moveTo>
                    <a:pt x="0" y="1"/>
                  </a:moveTo>
                  <a:lnTo>
                    <a:pt x="0" y="1597"/>
                  </a:lnTo>
                  <a:lnTo>
                    <a:pt x="687" y="1597"/>
                  </a:lnTo>
                  <a:lnTo>
                    <a:pt x="68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15"/>
            <p:cNvSpPr/>
            <p:nvPr/>
          </p:nvSpPr>
          <p:spPr>
            <a:xfrm>
              <a:off x="5390250" y="1095725"/>
              <a:ext cx="153700" cy="31025"/>
            </a:xfrm>
            <a:custGeom>
              <a:avLst/>
              <a:gdLst/>
              <a:ahLst/>
              <a:cxnLst/>
              <a:rect l="l" t="t" r="r" b="b"/>
              <a:pathLst>
                <a:path w="6148" h="1241" extrusionOk="0">
                  <a:moveTo>
                    <a:pt x="0" y="0"/>
                  </a:moveTo>
                  <a:lnTo>
                    <a:pt x="0" y="1241"/>
                  </a:lnTo>
                  <a:lnTo>
                    <a:pt x="6147" y="1241"/>
                  </a:lnTo>
                  <a:lnTo>
                    <a:pt x="61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15"/>
            <p:cNvSpPr/>
            <p:nvPr/>
          </p:nvSpPr>
          <p:spPr>
            <a:xfrm>
              <a:off x="5406525" y="1095725"/>
              <a:ext cx="14750" cy="31025"/>
            </a:xfrm>
            <a:custGeom>
              <a:avLst/>
              <a:gdLst/>
              <a:ahLst/>
              <a:cxnLst/>
              <a:rect l="l" t="t" r="r" b="b"/>
              <a:pathLst>
                <a:path w="590" h="1241" extrusionOk="0">
                  <a:moveTo>
                    <a:pt x="1" y="0"/>
                  </a:moveTo>
                  <a:lnTo>
                    <a:pt x="1" y="1241"/>
                  </a:lnTo>
                  <a:lnTo>
                    <a:pt x="589" y="1241"/>
                  </a:lnTo>
                  <a:lnTo>
                    <a:pt x="58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15"/>
            <p:cNvSpPr/>
            <p:nvPr/>
          </p:nvSpPr>
          <p:spPr>
            <a:xfrm>
              <a:off x="5428600" y="1095725"/>
              <a:ext cx="10300" cy="31025"/>
            </a:xfrm>
            <a:custGeom>
              <a:avLst/>
              <a:gdLst/>
              <a:ahLst/>
              <a:cxnLst/>
              <a:rect l="l" t="t" r="r" b="b"/>
              <a:pathLst>
                <a:path w="412" h="1241" extrusionOk="0">
                  <a:moveTo>
                    <a:pt x="1" y="0"/>
                  </a:moveTo>
                  <a:lnTo>
                    <a:pt x="1" y="1241"/>
                  </a:lnTo>
                  <a:lnTo>
                    <a:pt x="411" y="1241"/>
                  </a:lnTo>
                  <a:lnTo>
                    <a:pt x="4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15"/>
            <p:cNvSpPr/>
            <p:nvPr/>
          </p:nvSpPr>
          <p:spPr>
            <a:xfrm>
              <a:off x="5299700" y="1138550"/>
              <a:ext cx="53100" cy="209675"/>
            </a:xfrm>
            <a:custGeom>
              <a:avLst/>
              <a:gdLst/>
              <a:ahLst/>
              <a:cxnLst/>
              <a:rect l="l" t="t" r="r" b="b"/>
              <a:pathLst>
                <a:path w="2124" h="8387" extrusionOk="0">
                  <a:moveTo>
                    <a:pt x="866" y="0"/>
                  </a:moveTo>
                  <a:lnTo>
                    <a:pt x="9" y="8110"/>
                  </a:lnTo>
                  <a:cubicBezTo>
                    <a:pt x="1" y="8181"/>
                    <a:pt x="18" y="8252"/>
                    <a:pt x="63" y="8306"/>
                  </a:cubicBezTo>
                  <a:cubicBezTo>
                    <a:pt x="108" y="8359"/>
                    <a:pt x="179" y="8386"/>
                    <a:pt x="250" y="8386"/>
                  </a:cubicBezTo>
                  <a:cubicBezTo>
                    <a:pt x="357" y="8386"/>
                    <a:pt x="455" y="8315"/>
                    <a:pt x="482" y="8199"/>
                  </a:cubicBezTo>
                  <a:lnTo>
                    <a:pt x="2124" y="27"/>
                  </a:lnTo>
                  <a:lnTo>
                    <a:pt x="1981" y="0"/>
                  </a:lnTo>
                  <a:lnTo>
                    <a:pt x="340" y="8172"/>
                  </a:lnTo>
                  <a:cubicBezTo>
                    <a:pt x="328" y="8211"/>
                    <a:pt x="285" y="8236"/>
                    <a:pt x="244" y="8236"/>
                  </a:cubicBezTo>
                  <a:cubicBezTo>
                    <a:pt x="219" y="8236"/>
                    <a:pt x="196" y="8228"/>
                    <a:pt x="179" y="8208"/>
                  </a:cubicBezTo>
                  <a:cubicBezTo>
                    <a:pt x="161" y="8190"/>
                    <a:pt x="152" y="8163"/>
                    <a:pt x="161" y="8127"/>
                  </a:cubicBezTo>
                  <a:lnTo>
                    <a:pt x="1018" y="18"/>
                  </a:lnTo>
                  <a:lnTo>
                    <a:pt x="86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15"/>
            <p:cNvSpPr/>
            <p:nvPr/>
          </p:nvSpPr>
          <p:spPr>
            <a:xfrm>
              <a:off x="5634900" y="1138550"/>
              <a:ext cx="53125" cy="209675"/>
            </a:xfrm>
            <a:custGeom>
              <a:avLst/>
              <a:gdLst/>
              <a:ahLst/>
              <a:cxnLst/>
              <a:rect l="l" t="t" r="r" b="b"/>
              <a:pathLst>
                <a:path w="2125" h="8387" extrusionOk="0">
                  <a:moveTo>
                    <a:pt x="144" y="0"/>
                  </a:moveTo>
                  <a:lnTo>
                    <a:pt x="1" y="27"/>
                  </a:lnTo>
                  <a:lnTo>
                    <a:pt x="1642" y="8208"/>
                  </a:lnTo>
                  <a:cubicBezTo>
                    <a:pt x="1669" y="8315"/>
                    <a:pt x="1767" y="8386"/>
                    <a:pt x="1874" y="8386"/>
                  </a:cubicBezTo>
                  <a:cubicBezTo>
                    <a:pt x="1946" y="8386"/>
                    <a:pt x="2017" y="8359"/>
                    <a:pt x="2062" y="8306"/>
                  </a:cubicBezTo>
                  <a:cubicBezTo>
                    <a:pt x="2106" y="8252"/>
                    <a:pt x="2124" y="8181"/>
                    <a:pt x="2115" y="8110"/>
                  </a:cubicBezTo>
                  <a:lnTo>
                    <a:pt x="1259" y="0"/>
                  </a:lnTo>
                  <a:lnTo>
                    <a:pt x="1116" y="18"/>
                  </a:lnTo>
                  <a:lnTo>
                    <a:pt x="1972" y="8136"/>
                  </a:lnTo>
                  <a:cubicBezTo>
                    <a:pt x="1972" y="8163"/>
                    <a:pt x="1963" y="8190"/>
                    <a:pt x="1946" y="8208"/>
                  </a:cubicBezTo>
                  <a:cubicBezTo>
                    <a:pt x="1929" y="8228"/>
                    <a:pt x="1905" y="8236"/>
                    <a:pt x="1881" y="8236"/>
                  </a:cubicBezTo>
                  <a:cubicBezTo>
                    <a:pt x="1840" y="8236"/>
                    <a:pt x="1800" y="8211"/>
                    <a:pt x="1794" y="8172"/>
                  </a:cubicBezTo>
                  <a:lnTo>
                    <a:pt x="1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15"/>
            <p:cNvSpPr/>
            <p:nvPr/>
          </p:nvSpPr>
          <p:spPr>
            <a:xfrm>
              <a:off x="5294125" y="1126725"/>
              <a:ext cx="399675" cy="16300"/>
            </a:xfrm>
            <a:custGeom>
              <a:avLst/>
              <a:gdLst/>
              <a:ahLst/>
              <a:cxnLst/>
              <a:rect l="l" t="t" r="r" b="b"/>
              <a:pathLst>
                <a:path w="15987" h="652" extrusionOk="0">
                  <a:moveTo>
                    <a:pt x="0" y="1"/>
                  </a:moveTo>
                  <a:lnTo>
                    <a:pt x="0" y="652"/>
                  </a:lnTo>
                  <a:lnTo>
                    <a:pt x="15987" y="652"/>
                  </a:lnTo>
                  <a:lnTo>
                    <a:pt x="159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15"/>
            <p:cNvSpPr/>
            <p:nvPr/>
          </p:nvSpPr>
          <p:spPr>
            <a:xfrm>
              <a:off x="5313750" y="1065175"/>
              <a:ext cx="47525" cy="57775"/>
            </a:xfrm>
            <a:custGeom>
              <a:avLst/>
              <a:gdLst/>
              <a:ahLst/>
              <a:cxnLst/>
              <a:rect l="l" t="t" r="r" b="b"/>
              <a:pathLst>
                <a:path w="1901" h="2311" extrusionOk="0">
                  <a:moveTo>
                    <a:pt x="1892" y="0"/>
                  </a:moveTo>
                  <a:lnTo>
                    <a:pt x="1" y="9"/>
                  </a:lnTo>
                  <a:lnTo>
                    <a:pt x="9" y="1651"/>
                  </a:lnTo>
                  <a:cubicBezTo>
                    <a:pt x="9" y="2016"/>
                    <a:pt x="313" y="2311"/>
                    <a:pt x="679" y="2311"/>
                  </a:cubicBezTo>
                  <a:lnTo>
                    <a:pt x="1241" y="2311"/>
                  </a:lnTo>
                  <a:cubicBezTo>
                    <a:pt x="1606" y="2302"/>
                    <a:pt x="1901" y="2008"/>
                    <a:pt x="1901" y="1642"/>
                  </a:cubicBezTo>
                  <a:lnTo>
                    <a:pt x="18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15"/>
            <p:cNvSpPr/>
            <p:nvPr/>
          </p:nvSpPr>
          <p:spPr>
            <a:xfrm>
              <a:off x="5326025" y="1120250"/>
              <a:ext cx="23000" cy="6500"/>
            </a:xfrm>
            <a:custGeom>
              <a:avLst/>
              <a:gdLst/>
              <a:ahLst/>
              <a:cxnLst/>
              <a:rect l="l" t="t" r="r" b="b"/>
              <a:pathLst>
                <a:path w="920" h="260" extrusionOk="0">
                  <a:moveTo>
                    <a:pt x="0" y="1"/>
                  </a:moveTo>
                  <a:lnTo>
                    <a:pt x="0" y="260"/>
                  </a:lnTo>
                  <a:lnTo>
                    <a:pt x="919" y="260"/>
                  </a:lnTo>
                  <a:lnTo>
                    <a:pt x="91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15"/>
            <p:cNvSpPr/>
            <p:nvPr/>
          </p:nvSpPr>
          <p:spPr>
            <a:xfrm>
              <a:off x="5297250" y="1072300"/>
              <a:ext cx="40400" cy="43525"/>
            </a:xfrm>
            <a:custGeom>
              <a:avLst/>
              <a:gdLst/>
              <a:ahLst/>
              <a:cxnLst/>
              <a:rect l="l" t="t" r="r" b="b"/>
              <a:pathLst>
                <a:path w="1616" h="1741" extrusionOk="0">
                  <a:moveTo>
                    <a:pt x="1312" y="295"/>
                  </a:moveTo>
                  <a:lnTo>
                    <a:pt x="1312" y="1446"/>
                  </a:lnTo>
                  <a:lnTo>
                    <a:pt x="509" y="1446"/>
                  </a:lnTo>
                  <a:cubicBezTo>
                    <a:pt x="393" y="1446"/>
                    <a:pt x="304" y="1348"/>
                    <a:pt x="304" y="1241"/>
                  </a:cubicBezTo>
                  <a:lnTo>
                    <a:pt x="304" y="509"/>
                  </a:lnTo>
                  <a:cubicBezTo>
                    <a:pt x="304" y="393"/>
                    <a:pt x="393" y="295"/>
                    <a:pt x="509" y="295"/>
                  </a:cubicBezTo>
                  <a:close/>
                  <a:moveTo>
                    <a:pt x="509" y="1"/>
                  </a:moveTo>
                  <a:cubicBezTo>
                    <a:pt x="232" y="1"/>
                    <a:pt x="0" y="224"/>
                    <a:pt x="0" y="509"/>
                  </a:cubicBezTo>
                  <a:lnTo>
                    <a:pt x="0" y="1241"/>
                  </a:lnTo>
                  <a:cubicBezTo>
                    <a:pt x="0" y="1517"/>
                    <a:pt x="232" y="1740"/>
                    <a:pt x="509" y="1740"/>
                  </a:cubicBezTo>
                  <a:lnTo>
                    <a:pt x="1615" y="1740"/>
                  </a:lnTo>
                  <a:lnTo>
                    <a:pt x="16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8" name="Google Shape;598;p15"/>
          <p:cNvGrpSpPr/>
          <p:nvPr/>
        </p:nvGrpSpPr>
        <p:grpSpPr>
          <a:xfrm>
            <a:off x="-560618" y="2790587"/>
            <a:ext cx="1190248" cy="1813421"/>
            <a:chOff x="9231782" y="2801487"/>
            <a:chExt cx="1190248" cy="1813421"/>
          </a:xfrm>
        </p:grpSpPr>
        <p:sp>
          <p:nvSpPr>
            <p:cNvPr id="599" name="Google Shape;599;p15"/>
            <p:cNvSpPr/>
            <p:nvPr/>
          </p:nvSpPr>
          <p:spPr>
            <a:xfrm>
              <a:off x="10107618" y="3108892"/>
              <a:ext cx="314411" cy="205391"/>
            </a:xfrm>
            <a:custGeom>
              <a:avLst/>
              <a:gdLst/>
              <a:ahLst/>
              <a:cxnLst/>
              <a:rect l="l" t="t" r="r" b="b"/>
              <a:pathLst>
                <a:path w="4176" h="2728" extrusionOk="0">
                  <a:moveTo>
                    <a:pt x="1914" y="0"/>
                  </a:moveTo>
                  <a:cubicBezTo>
                    <a:pt x="1694" y="0"/>
                    <a:pt x="1473" y="14"/>
                    <a:pt x="1249" y="28"/>
                  </a:cubicBezTo>
                  <a:lnTo>
                    <a:pt x="0" y="1331"/>
                  </a:lnTo>
                  <a:cubicBezTo>
                    <a:pt x="223" y="1295"/>
                    <a:pt x="452" y="1261"/>
                    <a:pt x="677" y="1261"/>
                  </a:cubicBezTo>
                  <a:cubicBezTo>
                    <a:pt x="895" y="1261"/>
                    <a:pt x="1110" y="1292"/>
                    <a:pt x="1312" y="1384"/>
                  </a:cubicBezTo>
                  <a:cubicBezTo>
                    <a:pt x="1686" y="1554"/>
                    <a:pt x="1954" y="1893"/>
                    <a:pt x="2248" y="2196"/>
                  </a:cubicBezTo>
                  <a:cubicBezTo>
                    <a:pt x="2513" y="2469"/>
                    <a:pt x="2848" y="2727"/>
                    <a:pt x="3215" y="2727"/>
                  </a:cubicBezTo>
                  <a:cubicBezTo>
                    <a:pt x="3244" y="2727"/>
                    <a:pt x="3272" y="2726"/>
                    <a:pt x="3301" y="2723"/>
                  </a:cubicBezTo>
                  <a:cubicBezTo>
                    <a:pt x="3720" y="2687"/>
                    <a:pt x="4059" y="2268"/>
                    <a:pt x="4122" y="1813"/>
                  </a:cubicBezTo>
                  <a:cubicBezTo>
                    <a:pt x="4175" y="1358"/>
                    <a:pt x="3979" y="894"/>
                    <a:pt x="3658" y="590"/>
                  </a:cubicBezTo>
                  <a:cubicBezTo>
                    <a:pt x="3346" y="278"/>
                    <a:pt x="2935" y="118"/>
                    <a:pt x="2516" y="46"/>
                  </a:cubicBezTo>
                  <a:cubicBezTo>
                    <a:pt x="2316" y="12"/>
                    <a:pt x="2115" y="0"/>
                    <a:pt x="19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15"/>
            <p:cNvSpPr/>
            <p:nvPr/>
          </p:nvSpPr>
          <p:spPr>
            <a:xfrm>
              <a:off x="10210388" y="3479089"/>
              <a:ext cx="206897" cy="123626"/>
            </a:xfrm>
            <a:custGeom>
              <a:avLst/>
              <a:gdLst/>
              <a:ahLst/>
              <a:cxnLst/>
              <a:rect l="l" t="t" r="r" b="b"/>
              <a:pathLst>
                <a:path w="2748" h="1642" extrusionOk="0">
                  <a:moveTo>
                    <a:pt x="1240" y="0"/>
                  </a:moveTo>
                  <a:lnTo>
                    <a:pt x="0" y="143"/>
                  </a:lnTo>
                  <a:cubicBezTo>
                    <a:pt x="72" y="393"/>
                    <a:pt x="330" y="544"/>
                    <a:pt x="580" y="634"/>
                  </a:cubicBezTo>
                  <a:cubicBezTo>
                    <a:pt x="803" y="714"/>
                    <a:pt x="1017" y="776"/>
                    <a:pt x="1214" y="928"/>
                  </a:cubicBezTo>
                  <a:cubicBezTo>
                    <a:pt x="1383" y="1071"/>
                    <a:pt x="1526" y="1240"/>
                    <a:pt x="1677" y="1383"/>
                  </a:cubicBezTo>
                  <a:cubicBezTo>
                    <a:pt x="1820" y="1526"/>
                    <a:pt x="1999" y="1642"/>
                    <a:pt x="2195" y="1642"/>
                  </a:cubicBezTo>
                  <a:cubicBezTo>
                    <a:pt x="2507" y="1633"/>
                    <a:pt x="2748" y="1276"/>
                    <a:pt x="2712" y="955"/>
                  </a:cubicBezTo>
                  <a:cubicBezTo>
                    <a:pt x="2677" y="625"/>
                    <a:pt x="2436" y="357"/>
                    <a:pt x="2159" y="214"/>
                  </a:cubicBezTo>
                  <a:cubicBezTo>
                    <a:pt x="1874" y="63"/>
                    <a:pt x="1553" y="27"/>
                    <a:pt x="12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15"/>
            <p:cNvSpPr/>
            <p:nvPr/>
          </p:nvSpPr>
          <p:spPr>
            <a:xfrm>
              <a:off x="9990770" y="3446338"/>
              <a:ext cx="390981" cy="259826"/>
            </a:xfrm>
            <a:custGeom>
              <a:avLst/>
              <a:gdLst/>
              <a:ahLst/>
              <a:cxnLst/>
              <a:rect l="l" t="t" r="r" b="b"/>
              <a:pathLst>
                <a:path w="5193" h="3451" extrusionOk="0">
                  <a:moveTo>
                    <a:pt x="3016" y="0"/>
                  </a:moveTo>
                  <a:cubicBezTo>
                    <a:pt x="2329" y="0"/>
                    <a:pt x="1638" y="267"/>
                    <a:pt x="1115" y="738"/>
                  </a:cubicBezTo>
                  <a:cubicBezTo>
                    <a:pt x="384" y="1408"/>
                    <a:pt x="0" y="2442"/>
                    <a:pt x="36" y="3450"/>
                  </a:cubicBezTo>
                  <a:cubicBezTo>
                    <a:pt x="669" y="3111"/>
                    <a:pt x="1543" y="2656"/>
                    <a:pt x="2070" y="2166"/>
                  </a:cubicBezTo>
                  <a:cubicBezTo>
                    <a:pt x="2195" y="2050"/>
                    <a:pt x="2320" y="1934"/>
                    <a:pt x="2453" y="1836"/>
                  </a:cubicBezTo>
                  <a:cubicBezTo>
                    <a:pt x="2653" y="1686"/>
                    <a:pt x="3687" y="694"/>
                    <a:pt x="4915" y="694"/>
                  </a:cubicBezTo>
                  <a:cubicBezTo>
                    <a:pt x="5006" y="694"/>
                    <a:pt x="5099" y="700"/>
                    <a:pt x="5192" y="712"/>
                  </a:cubicBezTo>
                  <a:cubicBezTo>
                    <a:pt x="4728" y="408"/>
                    <a:pt x="4211" y="266"/>
                    <a:pt x="3827" y="132"/>
                  </a:cubicBezTo>
                  <a:cubicBezTo>
                    <a:pt x="3565" y="43"/>
                    <a:pt x="3291" y="0"/>
                    <a:pt x="30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15"/>
            <p:cNvSpPr/>
            <p:nvPr/>
          </p:nvSpPr>
          <p:spPr>
            <a:xfrm>
              <a:off x="9914879" y="3089317"/>
              <a:ext cx="392939" cy="438188"/>
            </a:xfrm>
            <a:custGeom>
              <a:avLst/>
              <a:gdLst/>
              <a:ahLst/>
              <a:cxnLst/>
              <a:rect l="l" t="t" r="r" b="b"/>
              <a:pathLst>
                <a:path w="5219" h="5820" extrusionOk="0">
                  <a:moveTo>
                    <a:pt x="2579" y="0"/>
                  </a:moveTo>
                  <a:cubicBezTo>
                    <a:pt x="1699" y="0"/>
                    <a:pt x="870" y="628"/>
                    <a:pt x="464" y="1448"/>
                  </a:cubicBezTo>
                  <a:cubicBezTo>
                    <a:pt x="18" y="2331"/>
                    <a:pt x="0" y="3393"/>
                    <a:pt x="187" y="4374"/>
                  </a:cubicBezTo>
                  <a:cubicBezTo>
                    <a:pt x="277" y="4856"/>
                    <a:pt x="419" y="5338"/>
                    <a:pt x="339" y="5819"/>
                  </a:cubicBezTo>
                  <a:cubicBezTo>
                    <a:pt x="1802" y="4303"/>
                    <a:pt x="1927" y="2492"/>
                    <a:pt x="2855" y="1992"/>
                  </a:cubicBezTo>
                  <a:cubicBezTo>
                    <a:pt x="3765" y="1493"/>
                    <a:pt x="4291" y="636"/>
                    <a:pt x="5219" y="395"/>
                  </a:cubicBezTo>
                  <a:cubicBezTo>
                    <a:pt x="5112" y="324"/>
                    <a:pt x="4916" y="279"/>
                    <a:pt x="4773" y="279"/>
                  </a:cubicBezTo>
                  <a:cubicBezTo>
                    <a:pt x="4656" y="283"/>
                    <a:pt x="4541" y="286"/>
                    <a:pt x="4426" y="286"/>
                  </a:cubicBezTo>
                  <a:cubicBezTo>
                    <a:pt x="4216" y="286"/>
                    <a:pt x="4008" y="275"/>
                    <a:pt x="3800" y="235"/>
                  </a:cubicBezTo>
                  <a:cubicBezTo>
                    <a:pt x="3452" y="181"/>
                    <a:pt x="3131" y="48"/>
                    <a:pt x="2783" y="12"/>
                  </a:cubicBezTo>
                  <a:cubicBezTo>
                    <a:pt x="2715" y="4"/>
                    <a:pt x="2647" y="0"/>
                    <a:pt x="25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15"/>
            <p:cNvSpPr/>
            <p:nvPr/>
          </p:nvSpPr>
          <p:spPr>
            <a:xfrm>
              <a:off x="9568926" y="2801487"/>
              <a:ext cx="338579" cy="637330"/>
            </a:xfrm>
            <a:custGeom>
              <a:avLst/>
              <a:gdLst/>
              <a:ahLst/>
              <a:cxnLst/>
              <a:rect l="l" t="t" r="r" b="b"/>
              <a:pathLst>
                <a:path w="4497" h="8465" extrusionOk="0">
                  <a:moveTo>
                    <a:pt x="875" y="1"/>
                  </a:moveTo>
                  <a:cubicBezTo>
                    <a:pt x="630" y="1"/>
                    <a:pt x="379" y="89"/>
                    <a:pt x="215" y="275"/>
                  </a:cubicBezTo>
                  <a:cubicBezTo>
                    <a:pt x="63" y="463"/>
                    <a:pt x="1" y="713"/>
                    <a:pt x="1" y="953"/>
                  </a:cubicBezTo>
                  <a:cubicBezTo>
                    <a:pt x="1" y="1194"/>
                    <a:pt x="63" y="1426"/>
                    <a:pt x="126" y="1658"/>
                  </a:cubicBezTo>
                  <a:cubicBezTo>
                    <a:pt x="215" y="1961"/>
                    <a:pt x="304" y="2265"/>
                    <a:pt x="393" y="2559"/>
                  </a:cubicBezTo>
                  <a:cubicBezTo>
                    <a:pt x="491" y="2862"/>
                    <a:pt x="598" y="3157"/>
                    <a:pt x="732" y="3442"/>
                  </a:cubicBezTo>
                  <a:cubicBezTo>
                    <a:pt x="857" y="3701"/>
                    <a:pt x="1000" y="3942"/>
                    <a:pt x="1143" y="4192"/>
                  </a:cubicBezTo>
                  <a:cubicBezTo>
                    <a:pt x="1383" y="4575"/>
                    <a:pt x="1615" y="4959"/>
                    <a:pt x="1847" y="5343"/>
                  </a:cubicBezTo>
                  <a:cubicBezTo>
                    <a:pt x="1999" y="5610"/>
                    <a:pt x="2160" y="5878"/>
                    <a:pt x="2356" y="6110"/>
                  </a:cubicBezTo>
                  <a:cubicBezTo>
                    <a:pt x="2677" y="6493"/>
                    <a:pt x="3096" y="6797"/>
                    <a:pt x="3453" y="7145"/>
                  </a:cubicBezTo>
                  <a:cubicBezTo>
                    <a:pt x="3810" y="7501"/>
                    <a:pt x="4122" y="7956"/>
                    <a:pt x="4158" y="8465"/>
                  </a:cubicBezTo>
                  <a:cubicBezTo>
                    <a:pt x="4497" y="7769"/>
                    <a:pt x="4390" y="6351"/>
                    <a:pt x="4292" y="5708"/>
                  </a:cubicBezTo>
                  <a:cubicBezTo>
                    <a:pt x="4247" y="5405"/>
                    <a:pt x="4194" y="5111"/>
                    <a:pt x="4104" y="4816"/>
                  </a:cubicBezTo>
                  <a:cubicBezTo>
                    <a:pt x="3837" y="3906"/>
                    <a:pt x="3221" y="3148"/>
                    <a:pt x="2900" y="2265"/>
                  </a:cubicBezTo>
                  <a:cubicBezTo>
                    <a:pt x="2722" y="1765"/>
                    <a:pt x="2632" y="1221"/>
                    <a:pt x="2302" y="811"/>
                  </a:cubicBezTo>
                  <a:cubicBezTo>
                    <a:pt x="2186" y="659"/>
                    <a:pt x="2035" y="534"/>
                    <a:pt x="1883" y="418"/>
                  </a:cubicBezTo>
                  <a:cubicBezTo>
                    <a:pt x="1633" y="231"/>
                    <a:pt x="1357" y="70"/>
                    <a:pt x="1053" y="17"/>
                  </a:cubicBezTo>
                  <a:cubicBezTo>
                    <a:pt x="995" y="6"/>
                    <a:pt x="935" y="1"/>
                    <a:pt x="8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15"/>
            <p:cNvSpPr/>
            <p:nvPr/>
          </p:nvSpPr>
          <p:spPr>
            <a:xfrm>
              <a:off x="9661832" y="2880089"/>
              <a:ext cx="258471" cy="1091027"/>
            </a:xfrm>
            <a:custGeom>
              <a:avLst/>
              <a:gdLst/>
              <a:ahLst/>
              <a:cxnLst/>
              <a:rect l="l" t="t" r="r" b="b"/>
              <a:pathLst>
                <a:path w="3433" h="14491" extrusionOk="0">
                  <a:moveTo>
                    <a:pt x="22" y="0"/>
                  </a:moveTo>
                  <a:cubicBezTo>
                    <a:pt x="12" y="0"/>
                    <a:pt x="0" y="13"/>
                    <a:pt x="7" y="25"/>
                  </a:cubicBezTo>
                  <a:cubicBezTo>
                    <a:pt x="560" y="1140"/>
                    <a:pt x="1140" y="2256"/>
                    <a:pt x="1702" y="3371"/>
                  </a:cubicBezTo>
                  <a:cubicBezTo>
                    <a:pt x="2094" y="4147"/>
                    <a:pt x="2362" y="4923"/>
                    <a:pt x="2549" y="5770"/>
                  </a:cubicBezTo>
                  <a:cubicBezTo>
                    <a:pt x="2942" y="7590"/>
                    <a:pt x="3076" y="9473"/>
                    <a:pt x="3147" y="11337"/>
                  </a:cubicBezTo>
                  <a:cubicBezTo>
                    <a:pt x="3192" y="12372"/>
                    <a:pt x="3165" y="13416"/>
                    <a:pt x="3192" y="14451"/>
                  </a:cubicBezTo>
                  <a:cubicBezTo>
                    <a:pt x="3196" y="14477"/>
                    <a:pt x="3216" y="14491"/>
                    <a:pt x="3236" y="14491"/>
                  </a:cubicBezTo>
                  <a:cubicBezTo>
                    <a:pt x="3256" y="14491"/>
                    <a:pt x="3276" y="14477"/>
                    <a:pt x="3281" y="14451"/>
                  </a:cubicBezTo>
                  <a:cubicBezTo>
                    <a:pt x="3432" y="12550"/>
                    <a:pt x="3290" y="10570"/>
                    <a:pt x="3093" y="8679"/>
                  </a:cubicBezTo>
                  <a:cubicBezTo>
                    <a:pt x="2933" y="7073"/>
                    <a:pt x="2745" y="5369"/>
                    <a:pt x="2059" y="3897"/>
                  </a:cubicBezTo>
                  <a:cubicBezTo>
                    <a:pt x="1443" y="2577"/>
                    <a:pt x="711" y="1301"/>
                    <a:pt x="33" y="8"/>
                  </a:cubicBezTo>
                  <a:cubicBezTo>
                    <a:pt x="31" y="2"/>
                    <a:pt x="27" y="0"/>
                    <a:pt x="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15"/>
            <p:cNvSpPr/>
            <p:nvPr/>
          </p:nvSpPr>
          <p:spPr>
            <a:xfrm>
              <a:off x="9913523" y="3107311"/>
              <a:ext cx="282187" cy="776165"/>
            </a:xfrm>
            <a:custGeom>
              <a:avLst/>
              <a:gdLst/>
              <a:ahLst/>
              <a:cxnLst/>
              <a:rect l="l" t="t" r="r" b="b"/>
              <a:pathLst>
                <a:path w="3748" h="10309" extrusionOk="0">
                  <a:moveTo>
                    <a:pt x="3586" y="0"/>
                  </a:moveTo>
                  <a:cubicBezTo>
                    <a:pt x="2808" y="0"/>
                    <a:pt x="2155" y="587"/>
                    <a:pt x="1713" y="1182"/>
                  </a:cubicBezTo>
                  <a:cubicBezTo>
                    <a:pt x="1178" y="1896"/>
                    <a:pt x="883" y="2761"/>
                    <a:pt x="678" y="3618"/>
                  </a:cubicBezTo>
                  <a:cubicBezTo>
                    <a:pt x="188" y="5759"/>
                    <a:pt x="0" y="8096"/>
                    <a:pt x="205" y="10282"/>
                  </a:cubicBezTo>
                  <a:cubicBezTo>
                    <a:pt x="205" y="10300"/>
                    <a:pt x="219" y="10309"/>
                    <a:pt x="232" y="10309"/>
                  </a:cubicBezTo>
                  <a:cubicBezTo>
                    <a:pt x="246" y="10309"/>
                    <a:pt x="259" y="10300"/>
                    <a:pt x="259" y="10282"/>
                  </a:cubicBezTo>
                  <a:cubicBezTo>
                    <a:pt x="259" y="8212"/>
                    <a:pt x="304" y="6151"/>
                    <a:pt x="696" y="4108"/>
                  </a:cubicBezTo>
                  <a:cubicBezTo>
                    <a:pt x="857" y="3288"/>
                    <a:pt x="1080" y="2476"/>
                    <a:pt x="1490" y="1744"/>
                  </a:cubicBezTo>
                  <a:cubicBezTo>
                    <a:pt x="1919" y="957"/>
                    <a:pt x="2674" y="75"/>
                    <a:pt x="3645" y="75"/>
                  </a:cubicBezTo>
                  <a:cubicBezTo>
                    <a:pt x="3664" y="75"/>
                    <a:pt x="3683" y="75"/>
                    <a:pt x="3702" y="76"/>
                  </a:cubicBezTo>
                  <a:cubicBezTo>
                    <a:pt x="3747" y="76"/>
                    <a:pt x="3747" y="14"/>
                    <a:pt x="3702" y="5"/>
                  </a:cubicBezTo>
                  <a:cubicBezTo>
                    <a:pt x="3663" y="2"/>
                    <a:pt x="3624" y="0"/>
                    <a:pt x="35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15"/>
            <p:cNvSpPr/>
            <p:nvPr/>
          </p:nvSpPr>
          <p:spPr>
            <a:xfrm>
              <a:off x="9958471" y="3465386"/>
              <a:ext cx="343774" cy="538851"/>
            </a:xfrm>
            <a:custGeom>
              <a:avLst/>
              <a:gdLst/>
              <a:ahLst/>
              <a:cxnLst/>
              <a:rect l="l" t="t" r="r" b="b"/>
              <a:pathLst>
                <a:path w="4566" h="7157" extrusionOk="0">
                  <a:moveTo>
                    <a:pt x="3897" y="0"/>
                  </a:moveTo>
                  <a:cubicBezTo>
                    <a:pt x="2655" y="0"/>
                    <a:pt x="1551" y="869"/>
                    <a:pt x="947" y="1948"/>
                  </a:cubicBezTo>
                  <a:cubicBezTo>
                    <a:pt x="81" y="3492"/>
                    <a:pt x="1" y="5410"/>
                    <a:pt x="117" y="7123"/>
                  </a:cubicBezTo>
                  <a:cubicBezTo>
                    <a:pt x="121" y="7145"/>
                    <a:pt x="139" y="7156"/>
                    <a:pt x="156" y="7156"/>
                  </a:cubicBezTo>
                  <a:cubicBezTo>
                    <a:pt x="173" y="7156"/>
                    <a:pt x="188" y="7145"/>
                    <a:pt x="188" y="7123"/>
                  </a:cubicBezTo>
                  <a:cubicBezTo>
                    <a:pt x="269" y="5499"/>
                    <a:pt x="179" y="3858"/>
                    <a:pt x="884" y="2341"/>
                  </a:cubicBezTo>
                  <a:cubicBezTo>
                    <a:pt x="1453" y="1116"/>
                    <a:pt x="2596" y="94"/>
                    <a:pt x="3960" y="94"/>
                  </a:cubicBezTo>
                  <a:cubicBezTo>
                    <a:pt x="4136" y="94"/>
                    <a:pt x="4315" y="111"/>
                    <a:pt x="4497" y="146"/>
                  </a:cubicBezTo>
                  <a:cubicBezTo>
                    <a:pt x="4500" y="147"/>
                    <a:pt x="4503" y="147"/>
                    <a:pt x="4506" y="147"/>
                  </a:cubicBezTo>
                  <a:cubicBezTo>
                    <a:pt x="4553" y="147"/>
                    <a:pt x="4566" y="83"/>
                    <a:pt x="4524" y="75"/>
                  </a:cubicBezTo>
                  <a:cubicBezTo>
                    <a:pt x="4312" y="24"/>
                    <a:pt x="4102" y="0"/>
                    <a:pt x="38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15"/>
            <p:cNvSpPr/>
            <p:nvPr/>
          </p:nvSpPr>
          <p:spPr>
            <a:xfrm>
              <a:off x="9303607" y="3268806"/>
              <a:ext cx="535387" cy="396402"/>
            </a:xfrm>
            <a:custGeom>
              <a:avLst/>
              <a:gdLst/>
              <a:ahLst/>
              <a:cxnLst/>
              <a:rect l="l" t="t" r="r" b="b"/>
              <a:pathLst>
                <a:path w="7111" h="5265" extrusionOk="0">
                  <a:moveTo>
                    <a:pt x="2729" y="0"/>
                  </a:moveTo>
                  <a:cubicBezTo>
                    <a:pt x="2486" y="0"/>
                    <a:pt x="2239" y="29"/>
                    <a:pt x="1990" y="90"/>
                  </a:cubicBezTo>
                  <a:cubicBezTo>
                    <a:pt x="1303" y="260"/>
                    <a:pt x="652" y="554"/>
                    <a:pt x="1" y="857"/>
                  </a:cubicBezTo>
                  <a:cubicBezTo>
                    <a:pt x="622" y="727"/>
                    <a:pt x="1074" y="656"/>
                    <a:pt x="1467" y="656"/>
                  </a:cubicBezTo>
                  <a:cubicBezTo>
                    <a:pt x="2017" y="656"/>
                    <a:pt x="2451" y="795"/>
                    <a:pt x="3070" y="1107"/>
                  </a:cubicBezTo>
                  <a:cubicBezTo>
                    <a:pt x="4113" y="1633"/>
                    <a:pt x="4693" y="2963"/>
                    <a:pt x="5371" y="3962"/>
                  </a:cubicBezTo>
                  <a:cubicBezTo>
                    <a:pt x="5529" y="4202"/>
                    <a:pt x="6372" y="5265"/>
                    <a:pt x="6794" y="5265"/>
                  </a:cubicBezTo>
                  <a:cubicBezTo>
                    <a:pt x="6921" y="5265"/>
                    <a:pt x="7010" y="5169"/>
                    <a:pt x="7031" y="4925"/>
                  </a:cubicBezTo>
                  <a:cubicBezTo>
                    <a:pt x="7111" y="3962"/>
                    <a:pt x="6852" y="2802"/>
                    <a:pt x="6272" y="2062"/>
                  </a:cubicBezTo>
                  <a:cubicBezTo>
                    <a:pt x="5377" y="931"/>
                    <a:pt x="4113" y="0"/>
                    <a:pt x="2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15"/>
            <p:cNvSpPr/>
            <p:nvPr/>
          </p:nvSpPr>
          <p:spPr>
            <a:xfrm>
              <a:off x="9409765" y="3278519"/>
              <a:ext cx="476661" cy="671361"/>
            </a:xfrm>
            <a:custGeom>
              <a:avLst/>
              <a:gdLst/>
              <a:ahLst/>
              <a:cxnLst/>
              <a:rect l="l" t="t" r="r" b="b"/>
              <a:pathLst>
                <a:path w="6331" h="8917" extrusionOk="0">
                  <a:moveTo>
                    <a:pt x="1130" y="0"/>
                  </a:moveTo>
                  <a:cubicBezTo>
                    <a:pt x="757" y="0"/>
                    <a:pt x="383" y="47"/>
                    <a:pt x="18" y="122"/>
                  </a:cubicBezTo>
                  <a:cubicBezTo>
                    <a:pt x="0" y="122"/>
                    <a:pt x="9" y="139"/>
                    <a:pt x="18" y="139"/>
                  </a:cubicBezTo>
                  <a:cubicBezTo>
                    <a:pt x="324" y="87"/>
                    <a:pt x="638" y="57"/>
                    <a:pt x="951" y="57"/>
                  </a:cubicBezTo>
                  <a:cubicBezTo>
                    <a:pt x="1653" y="57"/>
                    <a:pt x="2349" y="209"/>
                    <a:pt x="2935" y="603"/>
                  </a:cubicBezTo>
                  <a:cubicBezTo>
                    <a:pt x="3703" y="1121"/>
                    <a:pt x="4193" y="2013"/>
                    <a:pt x="4604" y="2816"/>
                  </a:cubicBezTo>
                  <a:cubicBezTo>
                    <a:pt x="5023" y="3645"/>
                    <a:pt x="5371" y="4511"/>
                    <a:pt x="5603" y="5412"/>
                  </a:cubicBezTo>
                  <a:cubicBezTo>
                    <a:pt x="5915" y="6554"/>
                    <a:pt x="6022" y="7731"/>
                    <a:pt x="6245" y="8891"/>
                  </a:cubicBezTo>
                  <a:cubicBezTo>
                    <a:pt x="6249" y="8909"/>
                    <a:pt x="6264" y="8917"/>
                    <a:pt x="6280" y="8917"/>
                  </a:cubicBezTo>
                  <a:cubicBezTo>
                    <a:pt x="6304" y="8917"/>
                    <a:pt x="6331" y="8900"/>
                    <a:pt x="6325" y="8873"/>
                  </a:cubicBezTo>
                  <a:cubicBezTo>
                    <a:pt x="6165" y="6625"/>
                    <a:pt x="5612" y="4377"/>
                    <a:pt x="4514" y="2405"/>
                  </a:cubicBezTo>
                  <a:cubicBezTo>
                    <a:pt x="4086" y="1620"/>
                    <a:pt x="3560" y="800"/>
                    <a:pt x="2748" y="371"/>
                  </a:cubicBezTo>
                  <a:cubicBezTo>
                    <a:pt x="2240" y="104"/>
                    <a:pt x="1687" y="0"/>
                    <a:pt x="11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15"/>
            <p:cNvSpPr/>
            <p:nvPr/>
          </p:nvSpPr>
          <p:spPr>
            <a:xfrm>
              <a:off x="9693228" y="3855835"/>
              <a:ext cx="437284" cy="398359"/>
            </a:xfrm>
            <a:custGeom>
              <a:avLst/>
              <a:gdLst/>
              <a:ahLst/>
              <a:cxnLst/>
              <a:rect l="l" t="t" r="r" b="b"/>
              <a:pathLst>
                <a:path w="5808" h="5291" extrusionOk="0">
                  <a:moveTo>
                    <a:pt x="0" y="1"/>
                  </a:moveTo>
                  <a:lnTo>
                    <a:pt x="803" y="5291"/>
                  </a:lnTo>
                  <a:lnTo>
                    <a:pt x="5005" y="5291"/>
                  </a:lnTo>
                  <a:lnTo>
                    <a:pt x="580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15"/>
            <p:cNvSpPr/>
            <p:nvPr/>
          </p:nvSpPr>
          <p:spPr>
            <a:xfrm>
              <a:off x="9706629" y="3945204"/>
              <a:ext cx="410481" cy="22888"/>
            </a:xfrm>
            <a:custGeom>
              <a:avLst/>
              <a:gdLst/>
              <a:ahLst/>
              <a:cxnLst/>
              <a:rect l="l" t="t" r="r" b="b"/>
              <a:pathLst>
                <a:path w="5452" h="304" extrusionOk="0">
                  <a:moveTo>
                    <a:pt x="1" y="0"/>
                  </a:moveTo>
                  <a:lnTo>
                    <a:pt x="45" y="304"/>
                  </a:lnTo>
                  <a:lnTo>
                    <a:pt x="5407" y="304"/>
                  </a:lnTo>
                  <a:lnTo>
                    <a:pt x="545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15"/>
            <p:cNvSpPr/>
            <p:nvPr/>
          </p:nvSpPr>
          <p:spPr>
            <a:xfrm>
              <a:off x="9672373" y="3955970"/>
              <a:ext cx="107514" cy="658938"/>
            </a:xfrm>
            <a:custGeom>
              <a:avLst/>
              <a:gdLst/>
              <a:ahLst/>
              <a:cxnLst/>
              <a:rect l="l" t="t" r="r" b="b"/>
              <a:pathLst>
                <a:path w="1428" h="8752" extrusionOk="0">
                  <a:moveTo>
                    <a:pt x="1276" y="0"/>
                  </a:moveTo>
                  <a:lnTo>
                    <a:pt x="1" y="8734"/>
                  </a:lnTo>
                  <a:lnTo>
                    <a:pt x="152" y="8752"/>
                  </a:lnTo>
                  <a:lnTo>
                    <a:pt x="1428" y="18"/>
                  </a:lnTo>
                  <a:lnTo>
                    <a:pt x="12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15"/>
            <p:cNvSpPr/>
            <p:nvPr/>
          </p:nvSpPr>
          <p:spPr>
            <a:xfrm>
              <a:off x="10041816" y="3955970"/>
              <a:ext cx="107514" cy="658938"/>
            </a:xfrm>
            <a:custGeom>
              <a:avLst/>
              <a:gdLst/>
              <a:ahLst/>
              <a:cxnLst/>
              <a:rect l="l" t="t" r="r" b="b"/>
              <a:pathLst>
                <a:path w="1428" h="8752" extrusionOk="0">
                  <a:moveTo>
                    <a:pt x="152" y="0"/>
                  </a:moveTo>
                  <a:lnTo>
                    <a:pt x="0" y="18"/>
                  </a:lnTo>
                  <a:lnTo>
                    <a:pt x="1276" y="8752"/>
                  </a:lnTo>
                  <a:lnTo>
                    <a:pt x="1427" y="8734"/>
                  </a:lnTo>
                  <a:lnTo>
                    <a:pt x="1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15"/>
            <p:cNvSpPr/>
            <p:nvPr/>
          </p:nvSpPr>
          <p:spPr>
            <a:xfrm>
              <a:off x="9905467" y="3956572"/>
              <a:ext cx="10766" cy="657658"/>
            </a:xfrm>
            <a:custGeom>
              <a:avLst/>
              <a:gdLst/>
              <a:ahLst/>
              <a:cxnLst/>
              <a:rect l="l" t="t" r="r" b="b"/>
              <a:pathLst>
                <a:path w="143" h="8735" extrusionOk="0">
                  <a:moveTo>
                    <a:pt x="0" y="1"/>
                  </a:moveTo>
                  <a:lnTo>
                    <a:pt x="0" y="8735"/>
                  </a:lnTo>
                  <a:lnTo>
                    <a:pt x="143" y="8735"/>
                  </a:lnTo>
                  <a:lnTo>
                    <a:pt x="1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15"/>
            <p:cNvSpPr/>
            <p:nvPr/>
          </p:nvSpPr>
          <p:spPr>
            <a:xfrm>
              <a:off x="9231782" y="3266096"/>
              <a:ext cx="446018" cy="245596"/>
            </a:xfrm>
            <a:custGeom>
              <a:avLst/>
              <a:gdLst/>
              <a:ahLst/>
              <a:cxnLst/>
              <a:rect l="l" t="t" r="r" b="b"/>
              <a:pathLst>
                <a:path w="5924" h="3262" extrusionOk="0">
                  <a:moveTo>
                    <a:pt x="3726" y="0"/>
                  </a:moveTo>
                  <a:cubicBezTo>
                    <a:pt x="3605" y="0"/>
                    <a:pt x="3484" y="6"/>
                    <a:pt x="3364" y="19"/>
                  </a:cubicBezTo>
                  <a:cubicBezTo>
                    <a:pt x="2543" y="90"/>
                    <a:pt x="1669" y="367"/>
                    <a:pt x="982" y="858"/>
                  </a:cubicBezTo>
                  <a:cubicBezTo>
                    <a:pt x="348" y="1313"/>
                    <a:pt x="0" y="1946"/>
                    <a:pt x="545" y="2758"/>
                  </a:cubicBezTo>
                  <a:cubicBezTo>
                    <a:pt x="781" y="3107"/>
                    <a:pt x="1185" y="3262"/>
                    <a:pt x="1606" y="3262"/>
                  </a:cubicBezTo>
                  <a:cubicBezTo>
                    <a:pt x="1884" y="3262"/>
                    <a:pt x="2169" y="3194"/>
                    <a:pt x="2418" y="3070"/>
                  </a:cubicBezTo>
                  <a:cubicBezTo>
                    <a:pt x="3033" y="2758"/>
                    <a:pt x="3480" y="2178"/>
                    <a:pt x="3961" y="1660"/>
                  </a:cubicBezTo>
                  <a:cubicBezTo>
                    <a:pt x="4434" y="1143"/>
                    <a:pt x="5924" y="822"/>
                    <a:pt x="5924" y="822"/>
                  </a:cubicBezTo>
                  <a:cubicBezTo>
                    <a:pt x="5924" y="822"/>
                    <a:pt x="5585" y="465"/>
                    <a:pt x="5201" y="304"/>
                  </a:cubicBezTo>
                  <a:cubicBezTo>
                    <a:pt x="5014" y="233"/>
                    <a:pt x="4818" y="162"/>
                    <a:pt x="4621" y="108"/>
                  </a:cubicBezTo>
                  <a:cubicBezTo>
                    <a:pt x="4329" y="38"/>
                    <a:pt x="4027" y="0"/>
                    <a:pt x="37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15"/>
            <p:cNvSpPr/>
            <p:nvPr/>
          </p:nvSpPr>
          <p:spPr>
            <a:xfrm>
              <a:off x="9332292" y="3272872"/>
              <a:ext cx="249511" cy="134995"/>
            </a:xfrm>
            <a:custGeom>
              <a:avLst/>
              <a:gdLst/>
              <a:ahLst/>
              <a:cxnLst/>
              <a:rect l="l" t="t" r="r" b="b"/>
              <a:pathLst>
                <a:path w="3314" h="1793" extrusionOk="0">
                  <a:moveTo>
                    <a:pt x="3286" y="0"/>
                  </a:moveTo>
                  <a:cubicBezTo>
                    <a:pt x="2136" y="36"/>
                    <a:pt x="548" y="634"/>
                    <a:pt x="12" y="1749"/>
                  </a:cubicBezTo>
                  <a:cubicBezTo>
                    <a:pt x="1" y="1773"/>
                    <a:pt x="16" y="1793"/>
                    <a:pt x="34" y="1793"/>
                  </a:cubicBezTo>
                  <a:cubicBezTo>
                    <a:pt x="42" y="1793"/>
                    <a:pt x="51" y="1788"/>
                    <a:pt x="57" y="1776"/>
                  </a:cubicBezTo>
                  <a:cubicBezTo>
                    <a:pt x="815" y="652"/>
                    <a:pt x="2020" y="277"/>
                    <a:pt x="3295" y="36"/>
                  </a:cubicBezTo>
                  <a:cubicBezTo>
                    <a:pt x="3313" y="36"/>
                    <a:pt x="3313" y="0"/>
                    <a:pt x="32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16"/>
          <p:cNvSpPr/>
          <p:nvPr/>
        </p:nvSpPr>
        <p:spPr>
          <a:xfrm>
            <a:off x="-105207" y="4582222"/>
            <a:ext cx="5318609" cy="21779"/>
          </a:xfrm>
          <a:custGeom>
            <a:avLst/>
            <a:gdLst/>
            <a:ahLst/>
            <a:cxnLst/>
            <a:rect l="l" t="t" r="r" b="b"/>
            <a:pathLst>
              <a:path w="65205" h="267" extrusionOk="0">
                <a:moveTo>
                  <a:pt x="1" y="1"/>
                </a:moveTo>
                <a:lnTo>
                  <a:pt x="1" y="267"/>
                </a:lnTo>
                <a:lnTo>
                  <a:pt x="65205" y="267"/>
                </a:lnTo>
                <a:lnTo>
                  <a:pt x="65205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8" name="Google Shape;618;p16"/>
          <p:cNvGrpSpPr/>
          <p:nvPr/>
        </p:nvGrpSpPr>
        <p:grpSpPr>
          <a:xfrm>
            <a:off x="8429390" y="539489"/>
            <a:ext cx="1214562" cy="572683"/>
            <a:chOff x="8429651" y="1681943"/>
            <a:chExt cx="955370" cy="450470"/>
          </a:xfrm>
        </p:grpSpPr>
        <p:sp>
          <p:nvSpPr>
            <p:cNvPr id="619" name="Google Shape;619;p16"/>
            <p:cNvSpPr/>
            <p:nvPr/>
          </p:nvSpPr>
          <p:spPr>
            <a:xfrm>
              <a:off x="9223525" y="1681943"/>
              <a:ext cx="80632" cy="424115"/>
            </a:xfrm>
            <a:custGeom>
              <a:avLst/>
              <a:gdLst/>
              <a:ahLst/>
              <a:cxnLst/>
              <a:rect l="l" t="t" r="r" b="b"/>
              <a:pathLst>
                <a:path w="1089" h="5728" extrusionOk="0">
                  <a:moveTo>
                    <a:pt x="0" y="1"/>
                  </a:moveTo>
                  <a:lnTo>
                    <a:pt x="0" y="5728"/>
                  </a:lnTo>
                  <a:lnTo>
                    <a:pt x="1088" y="5728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rgbClr val="FCFC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16"/>
            <p:cNvSpPr/>
            <p:nvPr/>
          </p:nvSpPr>
          <p:spPr>
            <a:xfrm>
              <a:off x="9223525" y="1729848"/>
              <a:ext cx="80632" cy="28951"/>
            </a:xfrm>
            <a:custGeom>
              <a:avLst/>
              <a:gdLst/>
              <a:ahLst/>
              <a:cxnLst/>
              <a:rect l="l" t="t" r="r" b="b"/>
              <a:pathLst>
                <a:path w="1089" h="391" extrusionOk="0">
                  <a:moveTo>
                    <a:pt x="0" y="1"/>
                  </a:moveTo>
                  <a:lnTo>
                    <a:pt x="0" y="390"/>
                  </a:lnTo>
                  <a:lnTo>
                    <a:pt x="1088" y="390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16"/>
            <p:cNvSpPr/>
            <p:nvPr/>
          </p:nvSpPr>
          <p:spPr>
            <a:xfrm>
              <a:off x="9223525" y="2038158"/>
              <a:ext cx="80632" cy="28877"/>
            </a:xfrm>
            <a:custGeom>
              <a:avLst/>
              <a:gdLst/>
              <a:ahLst/>
              <a:cxnLst/>
              <a:rect l="l" t="t" r="r" b="b"/>
              <a:pathLst>
                <a:path w="1089" h="390" extrusionOk="0">
                  <a:moveTo>
                    <a:pt x="0" y="0"/>
                  </a:moveTo>
                  <a:lnTo>
                    <a:pt x="0" y="390"/>
                  </a:lnTo>
                  <a:lnTo>
                    <a:pt x="1088" y="390"/>
                  </a:lnTo>
                  <a:lnTo>
                    <a:pt x="108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16"/>
            <p:cNvSpPr/>
            <p:nvPr/>
          </p:nvSpPr>
          <p:spPr>
            <a:xfrm>
              <a:off x="9142968" y="1681943"/>
              <a:ext cx="80632" cy="424115"/>
            </a:xfrm>
            <a:custGeom>
              <a:avLst/>
              <a:gdLst/>
              <a:ahLst/>
              <a:cxnLst/>
              <a:rect l="l" t="t" r="r" b="b"/>
              <a:pathLst>
                <a:path w="1089" h="5728" extrusionOk="0">
                  <a:moveTo>
                    <a:pt x="0" y="1"/>
                  </a:moveTo>
                  <a:lnTo>
                    <a:pt x="0" y="5728"/>
                  </a:lnTo>
                  <a:lnTo>
                    <a:pt x="1088" y="5728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16"/>
            <p:cNvSpPr/>
            <p:nvPr/>
          </p:nvSpPr>
          <p:spPr>
            <a:xfrm>
              <a:off x="9142968" y="1729848"/>
              <a:ext cx="80632" cy="28951"/>
            </a:xfrm>
            <a:custGeom>
              <a:avLst/>
              <a:gdLst/>
              <a:ahLst/>
              <a:cxnLst/>
              <a:rect l="l" t="t" r="r" b="b"/>
              <a:pathLst>
                <a:path w="1089" h="391" extrusionOk="0">
                  <a:moveTo>
                    <a:pt x="0" y="1"/>
                  </a:moveTo>
                  <a:lnTo>
                    <a:pt x="0" y="390"/>
                  </a:lnTo>
                  <a:lnTo>
                    <a:pt x="1088" y="390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16"/>
            <p:cNvSpPr/>
            <p:nvPr/>
          </p:nvSpPr>
          <p:spPr>
            <a:xfrm>
              <a:off x="9142968" y="2038158"/>
              <a:ext cx="80632" cy="28877"/>
            </a:xfrm>
            <a:custGeom>
              <a:avLst/>
              <a:gdLst/>
              <a:ahLst/>
              <a:cxnLst/>
              <a:rect l="l" t="t" r="r" b="b"/>
              <a:pathLst>
                <a:path w="1089" h="390" extrusionOk="0">
                  <a:moveTo>
                    <a:pt x="0" y="0"/>
                  </a:moveTo>
                  <a:lnTo>
                    <a:pt x="0" y="390"/>
                  </a:lnTo>
                  <a:lnTo>
                    <a:pt x="1088" y="390"/>
                  </a:lnTo>
                  <a:lnTo>
                    <a:pt x="108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16"/>
            <p:cNvSpPr/>
            <p:nvPr/>
          </p:nvSpPr>
          <p:spPr>
            <a:xfrm>
              <a:off x="9062411" y="1681943"/>
              <a:ext cx="80632" cy="424115"/>
            </a:xfrm>
            <a:custGeom>
              <a:avLst/>
              <a:gdLst/>
              <a:ahLst/>
              <a:cxnLst/>
              <a:rect l="l" t="t" r="r" b="b"/>
              <a:pathLst>
                <a:path w="1089" h="5728" extrusionOk="0">
                  <a:moveTo>
                    <a:pt x="0" y="1"/>
                  </a:moveTo>
                  <a:lnTo>
                    <a:pt x="0" y="5728"/>
                  </a:lnTo>
                  <a:lnTo>
                    <a:pt x="1088" y="5728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16"/>
            <p:cNvSpPr/>
            <p:nvPr/>
          </p:nvSpPr>
          <p:spPr>
            <a:xfrm>
              <a:off x="9062411" y="1729848"/>
              <a:ext cx="80632" cy="28951"/>
            </a:xfrm>
            <a:custGeom>
              <a:avLst/>
              <a:gdLst/>
              <a:ahLst/>
              <a:cxnLst/>
              <a:rect l="l" t="t" r="r" b="b"/>
              <a:pathLst>
                <a:path w="1089" h="391" extrusionOk="0">
                  <a:moveTo>
                    <a:pt x="0" y="1"/>
                  </a:moveTo>
                  <a:lnTo>
                    <a:pt x="0" y="390"/>
                  </a:lnTo>
                  <a:lnTo>
                    <a:pt x="1088" y="390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16"/>
            <p:cNvSpPr/>
            <p:nvPr/>
          </p:nvSpPr>
          <p:spPr>
            <a:xfrm>
              <a:off x="9062411" y="2038158"/>
              <a:ext cx="80632" cy="28877"/>
            </a:xfrm>
            <a:custGeom>
              <a:avLst/>
              <a:gdLst/>
              <a:ahLst/>
              <a:cxnLst/>
              <a:rect l="l" t="t" r="r" b="b"/>
              <a:pathLst>
                <a:path w="1089" h="390" extrusionOk="0">
                  <a:moveTo>
                    <a:pt x="0" y="0"/>
                  </a:moveTo>
                  <a:lnTo>
                    <a:pt x="0" y="390"/>
                  </a:lnTo>
                  <a:lnTo>
                    <a:pt x="1088" y="390"/>
                  </a:lnTo>
                  <a:lnTo>
                    <a:pt x="108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16"/>
            <p:cNvSpPr/>
            <p:nvPr/>
          </p:nvSpPr>
          <p:spPr>
            <a:xfrm>
              <a:off x="8779127" y="1700380"/>
              <a:ext cx="283361" cy="407604"/>
            </a:xfrm>
            <a:custGeom>
              <a:avLst/>
              <a:gdLst/>
              <a:ahLst/>
              <a:cxnLst/>
              <a:rect l="l" t="t" r="r" b="b"/>
              <a:pathLst>
                <a:path w="3827" h="5505" extrusionOk="0">
                  <a:moveTo>
                    <a:pt x="2884" y="0"/>
                  </a:moveTo>
                  <a:lnTo>
                    <a:pt x="1" y="4956"/>
                  </a:lnTo>
                  <a:lnTo>
                    <a:pt x="943" y="5505"/>
                  </a:lnTo>
                  <a:lnTo>
                    <a:pt x="3826" y="549"/>
                  </a:lnTo>
                  <a:lnTo>
                    <a:pt x="288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16"/>
            <p:cNvSpPr/>
            <p:nvPr/>
          </p:nvSpPr>
          <p:spPr>
            <a:xfrm>
              <a:off x="8953940" y="1741917"/>
              <a:ext cx="84408" cy="65750"/>
            </a:xfrm>
            <a:custGeom>
              <a:avLst/>
              <a:gdLst/>
              <a:ahLst/>
              <a:cxnLst/>
              <a:rect l="l" t="t" r="r" b="b"/>
              <a:pathLst>
                <a:path w="1140" h="888" extrusionOk="0">
                  <a:moveTo>
                    <a:pt x="197" y="0"/>
                  </a:moveTo>
                  <a:lnTo>
                    <a:pt x="0" y="339"/>
                  </a:lnTo>
                  <a:lnTo>
                    <a:pt x="942" y="887"/>
                  </a:lnTo>
                  <a:lnTo>
                    <a:pt x="1139" y="549"/>
                  </a:lnTo>
                  <a:lnTo>
                    <a:pt x="1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16"/>
            <p:cNvSpPr/>
            <p:nvPr/>
          </p:nvSpPr>
          <p:spPr>
            <a:xfrm>
              <a:off x="8798822" y="2008319"/>
              <a:ext cx="84408" cy="65750"/>
            </a:xfrm>
            <a:custGeom>
              <a:avLst/>
              <a:gdLst/>
              <a:ahLst/>
              <a:cxnLst/>
              <a:rect l="l" t="t" r="r" b="b"/>
              <a:pathLst>
                <a:path w="1140" h="888" extrusionOk="0">
                  <a:moveTo>
                    <a:pt x="197" y="1"/>
                  </a:moveTo>
                  <a:lnTo>
                    <a:pt x="0" y="339"/>
                  </a:lnTo>
                  <a:lnTo>
                    <a:pt x="943" y="887"/>
                  </a:lnTo>
                  <a:lnTo>
                    <a:pt x="1140" y="549"/>
                  </a:lnTo>
                  <a:lnTo>
                    <a:pt x="19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16"/>
            <p:cNvSpPr/>
            <p:nvPr/>
          </p:nvSpPr>
          <p:spPr>
            <a:xfrm>
              <a:off x="8429651" y="2105980"/>
              <a:ext cx="955370" cy="26433"/>
            </a:xfrm>
            <a:custGeom>
              <a:avLst/>
              <a:gdLst/>
              <a:ahLst/>
              <a:cxnLst/>
              <a:rect l="l" t="t" r="r" b="b"/>
              <a:pathLst>
                <a:path w="12903" h="357" extrusionOk="0">
                  <a:moveTo>
                    <a:pt x="0" y="1"/>
                  </a:moveTo>
                  <a:lnTo>
                    <a:pt x="0" y="356"/>
                  </a:lnTo>
                  <a:lnTo>
                    <a:pt x="12902" y="356"/>
                  </a:lnTo>
                  <a:lnTo>
                    <a:pt x="129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16"/>
            <p:cNvSpPr/>
            <p:nvPr/>
          </p:nvSpPr>
          <p:spPr>
            <a:xfrm>
              <a:off x="8455936" y="1934426"/>
              <a:ext cx="267812" cy="171631"/>
            </a:xfrm>
            <a:custGeom>
              <a:avLst/>
              <a:gdLst/>
              <a:ahLst/>
              <a:cxnLst/>
              <a:rect l="l" t="t" r="r" b="b"/>
              <a:pathLst>
                <a:path w="3617" h="2318" extrusionOk="0">
                  <a:moveTo>
                    <a:pt x="1" y="0"/>
                  </a:moveTo>
                  <a:lnTo>
                    <a:pt x="1" y="2318"/>
                  </a:lnTo>
                  <a:lnTo>
                    <a:pt x="3616" y="2318"/>
                  </a:lnTo>
                  <a:lnTo>
                    <a:pt x="361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16"/>
            <p:cNvSpPr/>
            <p:nvPr/>
          </p:nvSpPr>
          <p:spPr>
            <a:xfrm>
              <a:off x="8442682" y="1934426"/>
              <a:ext cx="294689" cy="30209"/>
            </a:xfrm>
            <a:custGeom>
              <a:avLst/>
              <a:gdLst/>
              <a:ahLst/>
              <a:cxnLst/>
              <a:rect l="l" t="t" r="r" b="b"/>
              <a:pathLst>
                <a:path w="3980" h="408" extrusionOk="0">
                  <a:moveTo>
                    <a:pt x="0" y="0"/>
                  </a:moveTo>
                  <a:lnTo>
                    <a:pt x="0" y="407"/>
                  </a:lnTo>
                  <a:lnTo>
                    <a:pt x="3979" y="407"/>
                  </a:lnTo>
                  <a:lnTo>
                    <a:pt x="397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4" name="Google Shape;634;p16"/>
          <p:cNvGrpSpPr/>
          <p:nvPr/>
        </p:nvGrpSpPr>
        <p:grpSpPr>
          <a:xfrm>
            <a:off x="-1119152" y="117723"/>
            <a:ext cx="2533802" cy="1512017"/>
            <a:chOff x="5359848" y="509229"/>
            <a:chExt cx="2275733" cy="1358017"/>
          </a:xfrm>
        </p:grpSpPr>
        <p:sp>
          <p:nvSpPr>
            <p:cNvPr id="635" name="Google Shape;635;p16"/>
            <p:cNvSpPr/>
            <p:nvPr/>
          </p:nvSpPr>
          <p:spPr>
            <a:xfrm>
              <a:off x="5359848" y="509229"/>
              <a:ext cx="1928745" cy="488181"/>
            </a:xfrm>
            <a:custGeom>
              <a:avLst/>
              <a:gdLst/>
              <a:ahLst/>
              <a:cxnLst/>
              <a:rect l="l" t="t" r="r" b="b"/>
              <a:pathLst>
                <a:path w="23646" h="5985" extrusionOk="0">
                  <a:moveTo>
                    <a:pt x="1542" y="0"/>
                  </a:moveTo>
                  <a:cubicBezTo>
                    <a:pt x="690" y="0"/>
                    <a:pt x="0" y="690"/>
                    <a:pt x="0" y="1542"/>
                  </a:cubicBezTo>
                  <a:lnTo>
                    <a:pt x="0" y="4447"/>
                  </a:lnTo>
                  <a:cubicBezTo>
                    <a:pt x="0" y="5295"/>
                    <a:pt x="690" y="5984"/>
                    <a:pt x="1542" y="5984"/>
                  </a:cubicBezTo>
                  <a:lnTo>
                    <a:pt x="22108" y="5984"/>
                  </a:lnTo>
                  <a:cubicBezTo>
                    <a:pt x="22956" y="5984"/>
                    <a:pt x="23645" y="5295"/>
                    <a:pt x="23645" y="4447"/>
                  </a:cubicBezTo>
                  <a:lnTo>
                    <a:pt x="23645" y="1542"/>
                  </a:lnTo>
                  <a:cubicBezTo>
                    <a:pt x="23645" y="690"/>
                    <a:pt x="22956" y="0"/>
                    <a:pt x="2210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16"/>
            <p:cNvSpPr/>
            <p:nvPr/>
          </p:nvSpPr>
          <p:spPr>
            <a:xfrm>
              <a:off x="5359848" y="835906"/>
              <a:ext cx="1928745" cy="161504"/>
            </a:xfrm>
            <a:custGeom>
              <a:avLst/>
              <a:gdLst/>
              <a:ahLst/>
              <a:cxnLst/>
              <a:rect l="l" t="t" r="r" b="b"/>
              <a:pathLst>
                <a:path w="23646" h="1980" extrusionOk="0">
                  <a:moveTo>
                    <a:pt x="0" y="1"/>
                  </a:moveTo>
                  <a:lnTo>
                    <a:pt x="0" y="1217"/>
                  </a:lnTo>
                  <a:cubicBezTo>
                    <a:pt x="0" y="1641"/>
                    <a:pt x="343" y="1979"/>
                    <a:pt x="763" y="1979"/>
                  </a:cubicBezTo>
                  <a:lnTo>
                    <a:pt x="22883" y="1979"/>
                  </a:lnTo>
                  <a:cubicBezTo>
                    <a:pt x="23307" y="1979"/>
                    <a:pt x="23645" y="1641"/>
                    <a:pt x="23645" y="1217"/>
                  </a:cubicBezTo>
                  <a:lnTo>
                    <a:pt x="23645" y="1"/>
                  </a:lnTo>
                  <a:cubicBezTo>
                    <a:pt x="23645" y="425"/>
                    <a:pt x="23307" y="767"/>
                    <a:pt x="22883" y="767"/>
                  </a:cubicBezTo>
                  <a:lnTo>
                    <a:pt x="763" y="767"/>
                  </a:lnTo>
                  <a:cubicBezTo>
                    <a:pt x="343" y="767"/>
                    <a:pt x="0" y="425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16"/>
            <p:cNvSpPr/>
            <p:nvPr/>
          </p:nvSpPr>
          <p:spPr>
            <a:xfrm>
              <a:off x="5421350" y="822285"/>
              <a:ext cx="1805741" cy="27651"/>
            </a:xfrm>
            <a:custGeom>
              <a:avLst/>
              <a:gdLst/>
              <a:ahLst/>
              <a:cxnLst/>
              <a:rect l="l" t="t" r="r" b="b"/>
              <a:pathLst>
                <a:path w="22138" h="339" extrusionOk="0">
                  <a:moveTo>
                    <a:pt x="0" y="0"/>
                  </a:moveTo>
                  <a:lnTo>
                    <a:pt x="0" y="339"/>
                  </a:lnTo>
                  <a:lnTo>
                    <a:pt x="22138" y="339"/>
                  </a:lnTo>
                  <a:lnTo>
                    <a:pt x="221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16"/>
            <p:cNvSpPr/>
            <p:nvPr/>
          </p:nvSpPr>
          <p:spPr>
            <a:xfrm>
              <a:off x="5421350" y="760457"/>
              <a:ext cx="1805741" cy="27651"/>
            </a:xfrm>
            <a:custGeom>
              <a:avLst/>
              <a:gdLst/>
              <a:ahLst/>
              <a:cxnLst/>
              <a:rect l="l" t="t" r="r" b="b"/>
              <a:pathLst>
                <a:path w="22138" h="339" extrusionOk="0">
                  <a:moveTo>
                    <a:pt x="0" y="0"/>
                  </a:moveTo>
                  <a:lnTo>
                    <a:pt x="0" y="339"/>
                  </a:lnTo>
                  <a:lnTo>
                    <a:pt x="22138" y="339"/>
                  </a:lnTo>
                  <a:lnTo>
                    <a:pt x="221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16"/>
            <p:cNvSpPr/>
            <p:nvPr/>
          </p:nvSpPr>
          <p:spPr>
            <a:xfrm>
              <a:off x="5421350" y="698955"/>
              <a:ext cx="1805741" cy="27651"/>
            </a:xfrm>
            <a:custGeom>
              <a:avLst/>
              <a:gdLst/>
              <a:ahLst/>
              <a:cxnLst/>
              <a:rect l="l" t="t" r="r" b="b"/>
              <a:pathLst>
                <a:path w="22138" h="339" extrusionOk="0">
                  <a:moveTo>
                    <a:pt x="0" y="0"/>
                  </a:moveTo>
                  <a:lnTo>
                    <a:pt x="0" y="339"/>
                  </a:lnTo>
                  <a:lnTo>
                    <a:pt x="22138" y="339"/>
                  </a:lnTo>
                  <a:lnTo>
                    <a:pt x="221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16"/>
            <p:cNvSpPr/>
            <p:nvPr/>
          </p:nvSpPr>
          <p:spPr>
            <a:xfrm>
              <a:off x="6003417" y="571791"/>
              <a:ext cx="641936" cy="27651"/>
            </a:xfrm>
            <a:custGeom>
              <a:avLst/>
              <a:gdLst/>
              <a:ahLst/>
              <a:cxnLst/>
              <a:rect l="l" t="t" r="r" b="b"/>
              <a:pathLst>
                <a:path w="7870" h="339" extrusionOk="0">
                  <a:moveTo>
                    <a:pt x="168" y="0"/>
                  </a:moveTo>
                  <a:cubicBezTo>
                    <a:pt x="73" y="0"/>
                    <a:pt x="1" y="73"/>
                    <a:pt x="1" y="167"/>
                  </a:cubicBezTo>
                  <a:cubicBezTo>
                    <a:pt x="1" y="261"/>
                    <a:pt x="73" y="339"/>
                    <a:pt x="168" y="339"/>
                  </a:cubicBezTo>
                  <a:lnTo>
                    <a:pt x="7698" y="339"/>
                  </a:lnTo>
                  <a:cubicBezTo>
                    <a:pt x="7792" y="339"/>
                    <a:pt x="7870" y="261"/>
                    <a:pt x="7870" y="167"/>
                  </a:cubicBezTo>
                  <a:cubicBezTo>
                    <a:pt x="7870" y="73"/>
                    <a:pt x="7792" y="0"/>
                    <a:pt x="76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16"/>
            <p:cNvSpPr/>
            <p:nvPr/>
          </p:nvSpPr>
          <p:spPr>
            <a:xfrm>
              <a:off x="7162737" y="542834"/>
              <a:ext cx="47228" cy="25857"/>
            </a:xfrm>
            <a:custGeom>
              <a:avLst/>
              <a:gdLst/>
              <a:ahLst/>
              <a:cxnLst/>
              <a:rect l="l" t="t" r="r" b="b"/>
              <a:pathLst>
                <a:path w="579" h="317" extrusionOk="0">
                  <a:moveTo>
                    <a:pt x="541" y="1"/>
                  </a:moveTo>
                  <a:cubicBezTo>
                    <a:pt x="536" y="1"/>
                    <a:pt x="532" y="2"/>
                    <a:pt x="527" y="4"/>
                  </a:cubicBezTo>
                  <a:lnTo>
                    <a:pt x="26" y="252"/>
                  </a:lnTo>
                  <a:cubicBezTo>
                    <a:pt x="9" y="261"/>
                    <a:pt x="0" y="278"/>
                    <a:pt x="9" y="295"/>
                  </a:cubicBezTo>
                  <a:cubicBezTo>
                    <a:pt x="18" y="308"/>
                    <a:pt x="26" y="317"/>
                    <a:pt x="39" y="317"/>
                  </a:cubicBezTo>
                  <a:cubicBezTo>
                    <a:pt x="43" y="317"/>
                    <a:pt x="52" y="312"/>
                    <a:pt x="56" y="312"/>
                  </a:cubicBezTo>
                  <a:lnTo>
                    <a:pt x="557" y="64"/>
                  </a:lnTo>
                  <a:cubicBezTo>
                    <a:pt x="570" y="55"/>
                    <a:pt x="579" y="34"/>
                    <a:pt x="570" y="21"/>
                  </a:cubicBezTo>
                  <a:cubicBezTo>
                    <a:pt x="564" y="9"/>
                    <a:pt x="553" y="1"/>
                    <a:pt x="5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16"/>
            <p:cNvSpPr/>
            <p:nvPr/>
          </p:nvSpPr>
          <p:spPr>
            <a:xfrm>
              <a:off x="7156456" y="570730"/>
              <a:ext cx="51795" cy="27651"/>
            </a:xfrm>
            <a:custGeom>
              <a:avLst/>
              <a:gdLst/>
              <a:ahLst/>
              <a:cxnLst/>
              <a:rect l="l" t="t" r="r" b="b"/>
              <a:pathLst>
                <a:path w="635" h="339" extrusionOk="0">
                  <a:moveTo>
                    <a:pt x="601" y="0"/>
                  </a:moveTo>
                  <a:cubicBezTo>
                    <a:pt x="595" y="0"/>
                    <a:pt x="589" y="2"/>
                    <a:pt x="583" y="5"/>
                  </a:cubicBezTo>
                  <a:lnTo>
                    <a:pt x="26" y="274"/>
                  </a:lnTo>
                  <a:cubicBezTo>
                    <a:pt x="9" y="283"/>
                    <a:pt x="0" y="300"/>
                    <a:pt x="9" y="317"/>
                  </a:cubicBezTo>
                  <a:cubicBezTo>
                    <a:pt x="13" y="330"/>
                    <a:pt x="26" y="339"/>
                    <a:pt x="39" y="339"/>
                  </a:cubicBezTo>
                  <a:cubicBezTo>
                    <a:pt x="43" y="339"/>
                    <a:pt x="47" y="334"/>
                    <a:pt x="52" y="334"/>
                  </a:cubicBezTo>
                  <a:lnTo>
                    <a:pt x="613" y="65"/>
                  </a:lnTo>
                  <a:cubicBezTo>
                    <a:pt x="630" y="56"/>
                    <a:pt x="634" y="35"/>
                    <a:pt x="630" y="17"/>
                  </a:cubicBezTo>
                  <a:cubicBezTo>
                    <a:pt x="624" y="6"/>
                    <a:pt x="613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16"/>
            <p:cNvSpPr/>
            <p:nvPr/>
          </p:nvSpPr>
          <p:spPr>
            <a:xfrm>
              <a:off x="5586932" y="913885"/>
              <a:ext cx="47228" cy="25857"/>
            </a:xfrm>
            <a:custGeom>
              <a:avLst/>
              <a:gdLst/>
              <a:ahLst/>
              <a:cxnLst/>
              <a:rect l="l" t="t" r="r" b="b"/>
              <a:pathLst>
                <a:path w="579" h="317" extrusionOk="0">
                  <a:moveTo>
                    <a:pt x="538" y="1"/>
                  </a:moveTo>
                  <a:cubicBezTo>
                    <a:pt x="533" y="1"/>
                    <a:pt x="528" y="2"/>
                    <a:pt x="523" y="4"/>
                  </a:cubicBezTo>
                  <a:lnTo>
                    <a:pt x="26" y="252"/>
                  </a:lnTo>
                  <a:cubicBezTo>
                    <a:pt x="9" y="261"/>
                    <a:pt x="1" y="282"/>
                    <a:pt x="9" y="300"/>
                  </a:cubicBezTo>
                  <a:cubicBezTo>
                    <a:pt x="14" y="308"/>
                    <a:pt x="26" y="317"/>
                    <a:pt x="39" y="317"/>
                  </a:cubicBezTo>
                  <a:cubicBezTo>
                    <a:pt x="44" y="317"/>
                    <a:pt x="48" y="317"/>
                    <a:pt x="52" y="312"/>
                  </a:cubicBezTo>
                  <a:lnTo>
                    <a:pt x="553" y="64"/>
                  </a:lnTo>
                  <a:cubicBezTo>
                    <a:pt x="570" y="55"/>
                    <a:pt x="579" y="38"/>
                    <a:pt x="570" y="21"/>
                  </a:cubicBezTo>
                  <a:cubicBezTo>
                    <a:pt x="564" y="9"/>
                    <a:pt x="551" y="1"/>
                    <a:pt x="5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16"/>
            <p:cNvSpPr/>
            <p:nvPr/>
          </p:nvSpPr>
          <p:spPr>
            <a:xfrm>
              <a:off x="5580652" y="941863"/>
              <a:ext cx="51795" cy="27570"/>
            </a:xfrm>
            <a:custGeom>
              <a:avLst/>
              <a:gdLst/>
              <a:ahLst/>
              <a:cxnLst/>
              <a:rect l="l" t="t" r="r" b="b"/>
              <a:pathLst>
                <a:path w="635" h="338" extrusionOk="0">
                  <a:moveTo>
                    <a:pt x="597" y="0"/>
                  </a:moveTo>
                  <a:cubicBezTo>
                    <a:pt x="592" y="0"/>
                    <a:pt x="588" y="1"/>
                    <a:pt x="583" y="4"/>
                  </a:cubicBezTo>
                  <a:lnTo>
                    <a:pt x="22" y="274"/>
                  </a:lnTo>
                  <a:cubicBezTo>
                    <a:pt x="9" y="282"/>
                    <a:pt x="1" y="304"/>
                    <a:pt x="9" y="321"/>
                  </a:cubicBezTo>
                  <a:cubicBezTo>
                    <a:pt x="13" y="329"/>
                    <a:pt x="26" y="338"/>
                    <a:pt x="39" y="338"/>
                  </a:cubicBezTo>
                  <a:cubicBezTo>
                    <a:pt x="43" y="338"/>
                    <a:pt x="48" y="338"/>
                    <a:pt x="52" y="334"/>
                  </a:cubicBezTo>
                  <a:lnTo>
                    <a:pt x="613" y="64"/>
                  </a:lnTo>
                  <a:cubicBezTo>
                    <a:pt x="630" y="55"/>
                    <a:pt x="635" y="34"/>
                    <a:pt x="626" y="21"/>
                  </a:cubicBezTo>
                  <a:cubicBezTo>
                    <a:pt x="620" y="8"/>
                    <a:pt x="609" y="0"/>
                    <a:pt x="5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16"/>
            <p:cNvSpPr/>
            <p:nvPr/>
          </p:nvSpPr>
          <p:spPr>
            <a:xfrm>
              <a:off x="5465397" y="822285"/>
              <a:ext cx="2170185" cy="1044961"/>
            </a:xfrm>
            <a:custGeom>
              <a:avLst/>
              <a:gdLst/>
              <a:ahLst/>
              <a:cxnLst/>
              <a:rect l="l" t="t" r="r" b="b"/>
              <a:pathLst>
                <a:path w="26606" h="12811" extrusionOk="0">
                  <a:moveTo>
                    <a:pt x="681" y="0"/>
                  </a:moveTo>
                  <a:cubicBezTo>
                    <a:pt x="681" y="0"/>
                    <a:pt x="0" y="3029"/>
                    <a:pt x="3131" y="4181"/>
                  </a:cubicBezTo>
                  <a:cubicBezTo>
                    <a:pt x="6258" y="5333"/>
                    <a:pt x="8503" y="6644"/>
                    <a:pt x="8948" y="8790"/>
                  </a:cubicBezTo>
                  <a:cubicBezTo>
                    <a:pt x="9301" y="10474"/>
                    <a:pt x="12290" y="12810"/>
                    <a:pt x="16574" y="12810"/>
                  </a:cubicBezTo>
                  <a:cubicBezTo>
                    <a:pt x="17749" y="12810"/>
                    <a:pt x="19022" y="12634"/>
                    <a:pt x="20364" y="12221"/>
                  </a:cubicBezTo>
                  <a:cubicBezTo>
                    <a:pt x="26605" y="10302"/>
                    <a:pt x="25770" y="7677"/>
                    <a:pt x="23067" y="6404"/>
                  </a:cubicBezTo>
                  <a:cubicBezTo>
                    <a:pt x="20364" y="5136"/>
                    <a:pt x="21520" y="3457"/>
                    <a:pt x="21598" y="2686"/>
                  </a:cubicBezTo>
                  <a:cubicBezTo>
                    <a:pt x="21679" y="1915"/>
                    <a:pt x="21195" y="159"/>
                    <a:pt x="20480" y="0"/>
                  </a:cubicBezTo>
                  <a:close/>
                </a:path>
              </a:pathLst>
            </a:custGeom>
            <a:solidFill>
              <a:srgbClr val="FFFFFF">
                <a:alpha val="22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16"/>
            <p:cNvSpPr/>
            <p:nvPr/>
          </p:nvSpPr>
          <p:spPr>
            <a:xfrm>
              <a:off x="5421350" y="585413"/>
              <a:ext cx="58729" cy="23818"/>
            </a:xfrm>
            <a:custGeom>
              <a:avLst/>
              <a:gdLst/>
              <a:ahLst/>
              <a:cxnLst/>
              <a:rect l="l" t="t" r="r" b="b"/>
              <a:pathLst>
                <a:path w="720" h="292" extrusionOk="0">
                  <a:moveTo>
                    <a:pt x="0" y="0"/>
                  </a:moveTo>
                  <a:lnTo>
                    <a:pt x="0" y="292"/>
                  </a:lnTo>
                  <a:lnTo>
                    <a:pt x="720" y="292"/>
                  </a:lnTo>
                  <a:lnTo>
                    <a:pt x="7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16"/>
            <p:cNvSpPr/>
            <p:nvPr/>
          </p:nvSpPr>
          <p:spPr>
            <a:xfrm>
              <a:off x="5515642" y="585413"/>
              <a:ext cx="58484" cy="23818"/>
            </a:xfrm>
            <a:custGeom>
              <a:avLst/>
              <a:gdLst/>
              <a:ahLst/>
              <a:cxnLst/>
              <a:rect l="l" t="t" r="r" b="b"/>
              <a:pathLst>
                <a:path w="717" h="292" extrusionOk="0">
                  <a:moveTo>
                    <a:pt x="1" y="0"/>
                  </a:moveTo>
                  <a:lnTo>
                    <a:pt x="1" y="292"/>
                  </a:lnTo>
                  <a:lnTo>
                    <a:pt x="716" y="292"/>
                  </a:lnTo>
                  <a:lnTo>
                    <a:pt x="7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16"/>
            <p:cNvSpPr/>
            <p:nvPr/>
          </p:nvSpPr>
          <p:spPr>
            <a:xfrm>
              <a:off x="5716951" y="585413"/>
              <a:ext cx="58402" cy="23818"/>
            </a:xfrm>
            <a:custGeom>
              <a:avLst/>
              <a:gdLst/>
              <a:ahLst/>
              <a:cxnLst/>
              <a:rect l="l" t="t" r="r" b="b"/>
              <a:pathLst>
                <a:path w="716" h="292" extrusionOk="0">
                  <a:moveTo>
                    <a:pt x="0" y="0"/>
                  </a:moveTo>
                  <a:lnTo>
                    <a:pt x="0" y="292"/>
                  </a:lnTo>
                  <a:lnTo>
                    <a:pt x="716" y="292"/>
                  </a:lnTo>
                  <a:lnTo>
                    <a:pt x="7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16"/>
            <p:cNvSpPr/>
            <p:nvPr/>
          </p:nvSpPr>
          <p:spPr>
            <a:xfrm>
              <a:off x="5904557" y="816657"/>
              <a:ext cx="190134" cy="181488"/>
            </a:xfrm>
            <a:custGeom>
              <a:avLst/>
              <a:gdLst/>
              <a:ahLst/>
              <a:cxnLst/>
              <a:rect l="l" t="t" r="r" b="b"/>
              <a:pathLst>
                <a:path w="2331" h="2225" extrusionOk="0">
                  <a:moveTo>
                    <a:pt x="2031" y="0"/>
                  </a:moveTo>
                  <a:cubicBezTo>
                    <a:pt x="2028" y="0"/>
                    <a:pt x="2025" y="1"/>
                    <a:pt x="2022" y="1"/>
                  </a:cubicBezTo>
                  <a:cubicBezTo>
                    <a:pt x="1984" y="9"/>
                    <a:pt x="1962" y="44"/>
                    <a:pt x="1967" y="82"/>
                  </a:cubicBezTo>
                  <a:cubicBezTo>
                    <a:pt x="1971" y="91"/>
                    <a:pt x="2189" y="1205"/>
                    <a:pt x="1740" y="1770"/>
                  </a:cubicBezTo>
                  <a:cubicBezTo>
                    <a:pt x="1572" y="1976"/>
                    <a:pt x="1337" y="2083"/>
                    <a:pt x="1033" y="2087"/>
                  </a:cubicBezTo>
                  <a:cubicBezTo>
                    <a:pt x="998" y="2087"/>
                    <a:pt x="227" y="2070"/>
                    <a:pt x="150" y="1350"/>
                  </a:cubicBezTo>
                  <a:cubicBezTo>
                    <a:pt x="138" y="1222"/>
                    <a:pt x="185" y="1102"/>
                    <a:pt x="275" y="1025"/>
                  </a:cubicBezTo>
                  <a:cubicBezTo>
                    <a:pt x="338" y="970"/>
                    <a:pt x="413" y="943"/>
                    <a:pt x="500" y="943"/>
                  </a:cubicBezTo>
                  <a:cubicBezTo>
                    <a:pt x="591" y="943"/>
                    <a:pt x="694" y="972"/>
                    <a:pt x="810" y="1029"/>
                  </a:cubicBezTo>
                  <a:cubicBezTo>
                    <a:pt x="819" y="1034"/>
                    <a:pt x="829" y="1037"/>
                    <a:pt x="839" y="1037"/>
                  </a:cubicBezTo>
                  <a:cubicBezTo>
                    <a:pt x="863" y="1037"/>
                    <a:pt x="888" y="1023"/>
                    <a:pt x="900" y="999"/>
                  </a:cubicBezTo>
                  <a:cubicBezTo>
                    <a:pt x="917" y="969"/>
                    <a:pt x="900" y="926"/>
                    <a:pt x="870" y="909"/>
                  </a:cubicBezTo>
                  <a:cubicBezTo>
                    <a:pt x="724" y="837"/>
                    <a:pt x="602" y="810"/>
                    <a:pt x="501" y="810"/>
                  </a:cubicBezTo>
                  <a:cubicBezTo>
                    <a:pt x="360" y="810"/>
                    <a:pt x="259" y="862"/>
                    <a:pt x="189" y="922"/>
                  </a:cubicBezTo>
                  <a:cubicBezTo>
                    <a:pt x="65" y="1025"/>
                    <a:pt x="0" y="1192"/>
                    <a:pt x="18" y="1363"/>
                  </a:cubicBezTo>
                  <a:cubicBezTo>
                    <a:pt x="108" y="2203"/>
                    <a:pt x="1020" y="2224"/>
                    <a:pt x="1033" y="2224"/>
                  </a:cubicBezTo>
                  <a:cubicBezTo>
                    <a:pt x="1380" y="2215"/>
                    <a:pt x="1654" y="2091"/>
                    <a:pt x="1842" y="1851"/>
                  </a:cubicBezTo>
                  <a:cubicBezTo>
                    <a:pt x="2331" y="1243"/>
                    <a:pt x="2108" y="104"/>
                    <a:pt x="2099" y="57"/>
                  </a:cubicBezTo>
                  <a:cubicBezTo>
                    <a:pt x="2092" y="21"/>
                    <a:pt x="2062" y="0"/>
                    <a:pt x="20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16"/>
            <p:cNvSpPr/>
            <p:nvPr/>
          </p:nvSpPr>
          <p:spPr>
            <a:xfrm>
              <a:off x="6045342" y="820898"/>
              <a:ext cx="152450" cy="312811"/>
            </a:xfrm>
            <a:custGeom>
              <a:avLst/>
              <a:gdLst/>
              <a:ahLst/>
              <a:cxnLst/>
              <a:rect l="l" t="t" r="r" b="b"/>
              <a:pathLst>
                <a:path w="1869" h="3835" extrusionOk="0">
                  <a:moveTo>
                    <a:pt x="1615" y="1"/>
                  </a:moveTo>
                  <a:cubicBezTo>
                    <a:pt x="1608" y="1"/>
                    <a:pt x="1601" y="2"/>
                    <a:pt x="1594" y="5"/>
                  </a:cubicBezTo>
                  <a:cubicBezTo>
                    <a:pt x="1560" y="13"/>
                    <a:pt x="1538" y="52"/>
                    <a:pt x="1551" y="86"/>
                  </a:cubicBezTo>
                  <a:cubicBezTo>
                    <a:pt x="1551" y="95"/>
                    <a:pt x="1731" y="660"/>
                    <a:pt x="1633" y="1384"/>
                  </a:cubicBezTo>
                  <a:cubicBezTo>
                    <a:pt x="1500" y="2356"/>
                    <a:pt x="964" y="3136"/>
                    <a:pt x="39" y="3710"/>
                  </a:cubicBezTo>
                  <a:cubicBezTo>
                    <a:pt x="9" y="3727"/>
                    <a:pt x="1" y="3770"/>
                    <a:pt x="18" y="3800"/>
                  </a:cubicBezTo>
                  <a:cubicBezTo>
                    <a:pt x="31" y="3821"/>
                    <a:pt x="52" y="3834"/>
                    <a:pt x="74" y="3834"/>
                  </a:cubicBezTo>
                  <a:cubicBezTo>
                    <a:pt x="86" y="3834"/>
                    <a:pt x="99" y="3830"/>
                    <a:pt x="112" y="3821"/>
                  </a:cubicBezTo>
                  <a:cubicBezTo>
                    <a:pt x="1311" y="3080"/>
                    <a:pt x="1676" y="2095"/>
                    <a:pt x="1766" y="1397"/>
                  </a:cubicBezTo>
                  <a:cubicBezTo>
                    <a:pt x="1868" y="643"/>
                    <a:pt x="1688" y="69"/>
                    <a:pt x="1680" y="47"/>
                  </a:cubicBezTo>
                  <a:cubicBezTo>
                    <a:pt x="1670" y="20"/>
                    <a:pt x="1643" y="1"/>
                    <a:pt x="16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16"/>
            <p:cNvSpPr/>
            <p:nvPr/>
          </p:nvSpPr>
          <p:spPr>
            <a:xfrm>
              <a:off x="6188249" y="820816"/>
              <a:ext cx="116478" cy="377168"/>
            </a:xfrm>
            <a:custGeom>
              <a:avLst/>
              <a:gdLst/>
              <a:ahLst/>
              <a:cxnLst/>
              <a:rect l="l" t="t" r="r" b="b"/>
              <a:pathLst>
                <a:path w="1428" h="4624" extrusionOk="0">
                  <a:moveTo>
                    <a:pt x="1070" y="1"/>
                  </a:moveTo>
                  <a:cubicBezTo>
                    <a:pt x="1068" y="1"/>
                    <a:pt x="1065" y="1"/>
                    <a:pt x="1063" y="1"/>
                  </a:cubicBezTo>
                  <a:cubicBezTo>
                    <a:pt x="1024" y="6"/>
                    <a:pt x="999" y="36"/>
                    <a:pt x="1003" y="74"/>
                  </a:cubicBezTo>
                  <a:cubicBezTo>
                    <a:pt x="1007" y="104"/>
                    <a:pt x="1290" y="3133"/>
                    <a:pt x="26" y="4512"/>
                  </a:cubicBezTo>
                  <a:cubicBezTo>
                    <a:pt x="1" y="4538"/>
                    <a:pt x="5" y="4580"/>
                    <a:pt x="31" y="4606"/>
                  </a:cubicBezTo>
                  <a:cubicBezTo>
                    <a:pt x="43" y="4619"/>
                    <a:pt x="61" y="4623"/>
                    <a:pt x="78" y="4623"/>
                  </a:cubicBezTo>
                  <a:cubicBezTo>
                    <a:pt x="95" y="4623"/>
                    <a:pt x="112" y="4615"/>
                    <a:pt x="125" y="4602"/>
                  </a:cubicBezTo>
                  <a:cubicBezTo>
                    <a:pt x="1427" y="3180"/>
                    <a:pt x="1149" y="190"/>
                    <a:pt x="1136" y="61"/>
                  </a:cubicBezTo>
                  <a:cubicBezTo>
                    <a:pt x="1132" y="26"/>
                    <a:pt x="1102" y="1"/>
                    <a:pt x="107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16"/>
            <p:cNvSpPr/>
            <p:nvPr/>
          </p:nvSpPr>
          <p:spPr>
            <a:xfrm>
              <a:off x="6553753" y="816657"/>
              <a:ext cx="190460" cy="181488"/>
            </a:xfrm>
            <a:custGeom>
              <a:avLst/>
              <a:gdLst/>
              <a:ahLst/>
              <a:cxnLst/>
              <a:rect l="l" t="t" r="r" b="b"/>
              <a:pathLst>
                <a:path w="2335" h="2225" extrusionOk="0">
                  <a:moveTo>
                    <a:pt x="303" y="0"/>
                  </a:moveTo>
                  <a:cubicBezTo>
                    <a:pt x="269" y="0"/>
                    <a:pt x="239" y="21"/>
                    <a:pt x="232" y="57"/>
                  </a:cubicBezTo>
                  <a:cubicBezTo>
                    <a:pt x="223" y="104"/>
                    <a:pt x="0" y="1243"/>
                    <a:pt x="489" y="1851"/>
                  </a:cubicBezTo>
                  <a:cubicBezTo>
                    <a:pt x="681" y="2091"/>
                    <a:pt x="951" y="2215"/>
                    <a:pt x="1302" y="2224"/>
                  </a:cubicBezTo>
                  <a:cubicBezTo>
                    <a:pt x="1311" y="2224"/>
                    <a:pt x="2228" y="2203"/>
                    <a:pt x="2313" y="1363"/>
                  </a:cubicBezTo>
                  <a:cubicBezTo>
                    <a:pt x="2335" y="1192"/>
                    <a:pt x="2270" y="1025"/>
                    <a:pt x="2146" y="922"/>
                  </a:cubicBezTo>
                  <a:cubicBezTo>
                    <a:pt x="2077" y="862"/>
                    <a:pt x="1975" y="810"/>
                    <a:pt x="1835" y="810"/>
                  </a:cubicBezTo>
                  <a:cubicBezTo>
                    <a:pt x="1733" y="810"/>
                    <a:pt x="1611" y="837"/>
                    <a:pt x="1465" y="909"/>
                  </a:cubicBezTo>
                  <a:cubicBezTo>
                    <a:pt x="1431" y="926"/>
                    <a:pt x="1418" y="969"/>
                    <a:pt x="1435" y="999"/>
                  </a:cubicBezTo>
                  <a:cubicBezTo>
                    <a:pt x="1447" y="1023"/>
                    <a:pt x="1470" y="1037"/>
                    <a:pt x="1494" y="1037"/>
                  </a:cubicBezTo>
                  <a:cubicBezTo>
                    <a:pt x="1504" y="1037"/>
                    <a:pt x="1515" y="1034"/>
                    <a:pt x="1525" y="1029"/>
                  </a:cubicBezTo>
                  <a:cubicBezTo>
                    <a:pt x="1641" y="972"/>
                    <a:pt x="1744" y="943"/>
                    <a:pt x="1835" y="943"/>
                  </a:cubicBezTo>
                  <a:cubicBezTo>
                    <a:pt x="1922" y="943"/>
                    <a:pt x="1998" y="970"/>
                    <a:pt x="2061" y="1025"/>
                  </a:cubicBezTo>
                  <a:cubicBezTo>
                    <a:pt x="2151" y="1102"/>
                    <a:pt x="2193" y="1222"/>
                    <a:pt x="2181" y="1350"/>
                  </a:cubicBezTo>
                  <a:cubicBezTo>
                    <a:pt x="2108" y="2070"/>
                    <a:pt x="1332" y="2087"/>
                    <a:pt x="1302" y="2087"/>
                  </a:cubicBezTo>
                  <a:cubicBezTo>
                    <a:pt x="998" y="2083"/>
                    <a:pt x="758" y="1976"/>
                    <a:pt x="596" y="1770"/>
                  </a:cubicBezTo>
                  <a:cubicBezTo>
                    <a:pt x="146" y="1209"/>
                    <a:pt x="364" y="91"/>
                    <a:pt x="364" y="82"/>
                  </a:cubicBezTo>
                  <a:cubicBezTo>
                    <a:pt x="373" y="44"/>
                    <a:pt x="347" y="9"/>
                    <a:pt x="313" y="1"/>
                  </a:cubicBezTo>
                  <a:cubicBezTo>
                    <a:pt x="310" y="1"/>
                    <a:pt x="306" y="0"/>
                    <a:pt x="30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16"/>
            <p:cNvSpPr/>
            <p:nvPr/>
          </p:nvSpPr>
          <p:spPr>
            <a:xfrm>
              <a:off x="6450978" y="820898"/>
              <a:ext cx="152450" cy="312811"/>
            </a:xfrm>
            <a:custGeom>
              <a:avLst/>
              <a:gdLst/>
              <a:ahLst/>
              <a:cxnLst/>
              <a:rect l="l" t="t" r="r" b="b"/>
              <a:pathLst>
                <a:path w="1869" h="3835" extrusionOk="0">
                  <a:moveTo>
                    <a:pt x="250" y="1"/>
                  </a:moveTo>
                  <a:cubicBezTo>
                    <a:pt x="222" y="1"/>
                    <a:pt x="196" y="20"/>
                    <a:pt x="189" y="47"/>
                  </a:cubicBezTo>
                  <a:cubicBezTo>
                    <a:pt x="181" y="69"/>
                    <a:pt x="1" y="643"/>
                    <a:pt x="99" y="1397"/>
                  </a:cubicBezTo>
                  <a:cubicBezTo>
                    <a:pt x="194" y="2095"/>
                    <a:pt x="558" y="3080"/>
                    <a:pt x="1757" y="3821"/>
                  </a:cubicBezTo>
                  <a:cubicBezTo>
                    <a:pt x="1766" y="3830"/>
                    <a:pt x="1779" y="3834"/>
                    <a:pt x="1791" y="3834"/>
                  </a:cubicBezTo>
                  <a:cubicBezTo>
                    <a:pt x="1813" y="3834"/>
                    <a:pt x="1834" y="3821"/>
                    <a:pt x="1847" y="3800"/>
                  </a:cubicBezTo>
                  <a:cubicBezTo>
                    <a:pt x="1868" y="3770"/>
                    <a:pt x="1860" y="3727"/>
                    <a:pt x="1826" y="3710"/>
                  </a:cubicBezTo>
                  <a:cubicBezTo>
                    <a:pt x="900" y="3136"/>
                    <a:pt x="365" y="2356"/>
                    <a:pt x="232" y="1384"/>
                  </a:cubicBezTo>
                  <a:cubicBezTo>
                    <a:pt x="134" y="660"/>
                    <a:pt x="314" y="95"/>
                    <a:pt x="314" y="86"/>
                  </a:cubicBezTo>
                  <a:cubicBezTo>
                    <a:pt x="326" y="52"/>
                    <a:pt x="309" y="13"/>
                    <a:pt x="271" y="5"/>
                  </a:cubicBezTo>
                  <a:cubicBezTo>
                    <a:pt x="264" y="2"/>
                    <a:pt x="257" y="1"/>
                    <a:pt x="25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16"/>
            <p:cNvSpPr/>
            <p:nvPr/>
          </p:nvSpPr>
          <p:spPr>
            <a:xfrm>
              <a:off x="6343717" y="820816"/>
              <a:ext cx="116478" cy="377168"/>
            </a:xfrm>
            <a:custGeom>
              <a:avLst/>
              <a:gdLst/>
              <a:ahLst/>
              <a:cxnLst/>
              <a:rect l="l" t="t" r="r" b="b"/>
              <a:pathLst>
                <a:path w="1428" h="4624" extrusionOk="0">
                  <a:moveTo>
                    <a:pt x="361" y="1"/>
                  </a:moveTo>
                  <a:cubicBezTo>
                    <a:pt x="326" y="1"/>
                    <a:pt x="296" y="26"/>
                    <a:pt x="292" y="61"/>
                  </a:cubicBezTo>
                  <a:cubicBezTo>
                    <a:pt x="284" y="190"/>
                    <a:pt x="1" y="3180"/>
                    <a:pt x="1303" y="4602"/>
                  </a:cubicBezTo>
                  <a:cubicBezTo>
                    <a:pt x="1316" y="4615"/>
                    <a:pt x="1337" y="4623"/>
                    <a:pt x="1354" y="4623"/>
                  </a:cubicBezTo>
                  <a:cubicBezTo>
                    <a:pt x="1372" y="4623"/>
                    <a:pt x="1384" y="4619"/>
                    <a:pt x="1397" y="4606"/>
                  </a:cubicBezTo>
                  <a:cubicBezTo>
                    <a:pt x="1427" y="4580"/>
                    <a:pt x="1427" y="4538"/>
                    <a:pt x="1402" y="4512"/>
                  </a:cubicBezTo>
                  <a:cubicBezTo>
                    <a:pt x="142" y="3133"/>
                    <a:pt x="425" y="104"/>
                    <a:pt x="429" y="74"/>
                  </a:cubicBezTo>
                  <a:cubicBezTo>
                    <a:pt x="429" y="36"/>
                    <a:pt x="403" y="6"/>
                    <a:pt x="369" y="1"/>
                  </a:cubicBezTo>
                  <a:cubicBezTo>
                    <a:pt x="366" y="1"/>
                    <a:pt x="364" y="1"/>
                    <a:pt x="36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5" name="Google Shape;655;p16"/>
          <p:cNvSpPr/>
          <p:nvPr/>
        </p:nvSpPr>
        <p:spPr>
          <a:xfrm rot="10568457" flipH="1">
            <a:off x="6252554" y="3904829"/>
            <a:ext cx="4356433" cy="2097627"/>
          </a:xfrm>
          <a:custGeom>
            <a:avLst/>
            <a:gdLst/>
            <a:ahLst/>
            <a:cxnLst/>
            <a:rect l="l" t="t" r="r" b="b"/>
            <a:pathLst>
              <a:path w="26606" h="12811" extrusionOk="0">
                <a:moveTo>
                  <a:pt x="681" y="0"/>
                </a:moveTo>
                <a:cubicBezTo>
                  <a:pt x="681" y="0"/>
                  <a:pt x="0" y="3029"/>
                  <a:pt x="3131" y="4181"/>
                </a:cubicBezTo>
                <a:cubicBezTo>
                  <a:pt x="6258" y="5333"/>
                  <a:pt x="8503" y="6644"/>
                  <a:pt x="8948" y="8790"/>
                </a:cubicBezTo>
                <a:cubicBezTo>
                  <a:pt x="9301" y="10474"/>
                  <a:pt x="12290" y="12810"/>
                  <a:pt x="16574" y="12810"/>
                </a:cubicBezTo>
                <a:cubicBezTo>
                  <a:pt x="17749" y="12810"/>
                  <a:pt x="19022" y="12634"/>
                  <a:pt x="20364" y="12221"/>
                </a:cubicBezTo>
                <a:cubicBezTo>
                  <a:pt x="26605" y="10302"/>
                  <a:pt x="25770" y="7677"/>
                  <a:pt x="23067" y="6404"/>
                </a:cubicBezTo>
                <a:cubicBezTo>
                  <a:pt x="20364" y="5136"/>
                  <a:pt x="21520" y="3457"/>
                  <a:pt x="21598" y="2686"/>
                </a:cubicBezTo>
                <a:cubicBezTo>
                  <a:pt x="21679" y="1915"/>
                  <a:pt x="21195" y="159"/>
                  <a:pt x="20480" y="0"/>
                </a:cubicBezTo>
                <a:close/>
              </a:path>
            </a:pathLst>
          </a:custGeom>
          <a:solidFill>
            <a:srgbClr val="FFFFFF">
              <a:alpha val="226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57" name="Google Shape;657;p16"/>
          <p:cNvSpPr txBox="1">
            <a:spLocks noGrp="1"/>
          </p:cNvSpPr>
          <p:nvPr>
            <p:ph type="subTitle" idx="1"/>
          </p:nvPr>
        </p:nvSpPr>
        <p:spPr>
          <a:xfrm>
            <a:off x="1429363" y="1748900"/>
            <a:ext cx="2811000" cy="10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58" name="Google Shape;658;p16"/>
          <p:cNvSpPr txBox="1">
            <a:spLocks noGrp="1"/>
          </p:cNvSpPr>
          <p:nvPr>
            <p:ph type="subTitle" idx="2"/>
          </p:nvPr>
        </p:nvSpPr>
        <p:spPr>
          <a:xfrm>
            <a:off x="4903638" y="1748900"/>
            <a:ext cx="2811000" cy="10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59" name="Google Shape;659;p16"/>
          <p:cNvSpPr txBox="1">
            <a:spLocks noGrp="1"/>
          </p:cNvSpPr>
          <p:nvPr>
            <p:ph type="subTitle" idx="3"/>
          </p:nvPr>
        </p:nvSpPr>
        <p:spPr>
          <a:xfrm>
            <a:off x="1429363" y="3126975"/>
            <a:ext cx="2848200" cy="10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60" name="Google Shape;660;p16"/>
          <p:cNvSpPr txBox="1">
            <a:spLocks noGrp="1"/>
          </p:cNvSpPr>
          <p:nvPr>
            <p:ph type="subTitle" idx="4"/>
          </p:nvPr>
        </p:nvSpPr>
        <p:spPr>
          <a:xfrm>
            <a:off x="4903638" y="3126975"/>
            <a:ext cx="2811000" cy="10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61" name="Google Shape;661;p16"/>
          <p:cNvSpPr txBox="1">
            <a:spLocks noGrp="1"/>
          </p:cNvSpPr>
          <p:nvPr>
            <p:ph type="subTitle" idx="5"/>
          </p:nvPr>
        </p:nvSpPr>
        <p:spPr>
          <a:xfrm>
            <a:off x="1429362" y="1455550"/>
            <a:ext cx="28110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62" name="Google Shape;662;p16"/>
          <p:cNvSpPr txBox="1">
            <a:spLocks noGrp="1"/>
          </p:cNvSpPr>
          <p:nvPr>
            <p:ph type="subTitle" idx="6"/>
          </p:nvPr>
        </p:nvSpPr>
        <p:spPr>
          <a:xfrm>
            <a:off x="1429363" y="2833700"/>
            <a:ext cx="284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63" name="Google Shape;663;p16"/>
          <p:cNvSpPr txBox="1">
            <a:spLocks noGrp="1"/>
          </p:cNvSpPr>
          <p:nvPr>
            <p:ph type="subTitle" idx="7"/>
          </p:nvPr>
        </p:nvSpPr>
        <p:spPr>
          <a:xfrm>
            <a:off x="4903612" y="1455550"/>
            <a:ext cx="28110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64" name="Google Shape;664;p16"/>
          <p:cNvSpPr txBox="1">
            <a:spLocks noGrp="1"/>
          </p:cNvSpPr>
          <p:nvPr>
            <p:ph type="subTitle" idx="8"/>
          </p:nvPr>
        </p:nvSpPr>
        <p:spPr>
          <a:xfrm>
            <a:off x="4903612" y="2833700"/>
            <a:ext cx="28110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665" name="Google Shape;665;p16"/>
          <p:cNvGrpSpPr/>
          <p:nvPr/>
        </p:nvGrpSpPr>
        <p:grpSpPr>
          <a:xfrm flipH="1">
            <a:off x="-618447" y="3058255"/>
            <a:ext cx="1331677" cy="1545752"/>
            <a:chOff x="5294125" y="884300"/>
            <a:chExt cx="399675" cy="463925"/>
          </a:xfrm>
        </p:grpSpPr>
        <p:sp>
          <p:nvSpPr>
            <p:cNvPr id="666" name="Google Shape;666;p16"/>
            <p:cNvSpPr/>
            <p:nvPr/>
          </p:nvSpPr>
          <p:spPr>
            <a:xfrm>
              <a:off x="5472100" y="901250"/>
              <a:ext cx="6950" cy="170200"/>
            </a:xfrm>
            <a:custGeom>
              <a:avLst/>
              <a:gdLst/>
              <a:ahLst/>
              <a:cxnLst/>
              <a:rect l="l" t="t" r="r" b="b"/>
              <a:pathLst>
                <a:path w="278" h="6808" extrusionOk="0">
                  <a:moveTo>
                    <a:pt x="0" y="0"/>
                  </a:moveTo>
                  <a:lnTo>
                    <a:pt x="0" y="6807"/>
                  </a:lnTo>
                  <a:lnTo>
                    <a:pt x="277" y="6807"/>
                  </a:lnTo>
                  <a:lnTo>
                    <a:pt x="2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16"/>
            <p:cNvSpPr/>
            <p:nvPr/>
          </p:nvSpPr>
          <p:spPr>
            <a:xfrm>
              <a:off x="5412550" y="884300"/>
              <a:ext cx="126025" cy="80750"/>
            </a:xfrm>
            <a:custGeom>
              <a:avLst/>
              <a:gdLst/>
              <a:ahLst/>
              <a:cxnLst/>
              <a:rect l="l" t="t" r="r" b="b"/>
              <a:pathLst>
                <a:path w="5041" h="3230" extrusionOk="0">
                  <a:moveTo>
                    <a:pt x="1044" y="0"/>
                  </a:moveTo>
                  <a:lnTo>
                    <a:pt x="1" y="3230"/>
                  </a:lnTo>
                  <a:lnTo>
                    <a:pt x="5041" y="3230"/>
                  </a:lnTo>
                  <a:lnTo>
                    <a:pt x="39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16"/>
            <p:cNvSpPr/>
            <p:nvPr/>
          </p:nvSpPr>
          <p:spPr>
            <a:xfrm>
              <a:off x="5378875" y="1055800"/>
              <a:ext cx="148325" cy="39950"/>
            </a:xfrm>
            <a:custGeom>
              <a:avLst/>
              <a:gdLst/>
              <a:ahLst/>
              <a:cxnLst/>
              <a:rect l="l" t="t" r="r" b="b"/>
              <a:pathLst>
                <a:path w="5933" h="1598" extrusionOk="0">
                  <a:moveTo>
                    <a:pt x="0" y="1"/>
                  </a:moveTo>
                  <a:lnTo>
                    <a:pt x="0" y="1597"/>
                  </a:lnTo>
                  <a:lnTo>
                    <a:pt x="5933" y="1597"/>
                  </a:lnTo>
                  <a:lnTo>
                    <a:pt x="593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16"/>
            <p:cNvSpPr/>
            <p:nvPr/>
          </p:nvSpPr>
          <p:spPr>
            <a:xfrm>
              <a:off x="5492850" y="1055800"/>
              <a:ext cx="17200" cy="39950"/>
            </a:xfrm>
            <a:custGeom>
              <a:avLst/>
              <a:gdLst/>
              <a:ahLst/>
              <a:cxnLst/>
              <a:rect l="l" t="t" r="r" b="b"/>
              <a:pathLst>
                <a:path w="688" h="1598" extrusionOk="0">
                  <a:moveTo>
                    <a:pt x="0" y="1"/>
                  </a:moveTo>
                  <a:lnTo>
                    <a:pt x="0" y="1597"/>
                  </a:lnTo>
                  <a:lnTo>
                    <a:pt x="687" y="1597"/>
                  </a:lnTo>
                  <a:lnTo>
                    <a:pt x="68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16"/>
            <p:cNvSpPr/>
            <p:nvPr/>
          </p:nvSpPr>
          <p:spPr>
            <a:xfrm>
              <a:off x="5390250" y="1095725"/>
              <a:ext cx="153700" cy="31025"/>
            </a:xfrm>
            <a:custGeom>
              <a:avLst/>
              <a:gdLst/>
              <a:ahLst/>
              <a:cxnLst/>
              <a:rect l="l" t="t" r="r" b="b"/>
              <a:pathLst>
                <a:path w="6148" h="1241" extrusionOk="0">
                  <a:moveTo>
                    <a:pt x="0" y="0"/>
                  </a:moveTo>
                  <a:lnTo>
                    <a:pt x="0" y="1241"/>
                  </a:lnTo>
                  <a:lnTo>
                    <a:pt x="6147" y="1241"/>
                  </a:lnTo>
                  <a:lnTo>
                    <a:pt x="61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16"/>
            <p:cNvSpPr/>
            <p:nvPr/>
          </p:nvSpPr>
          <p:spPr>
            <a:xfrm>
              <a:off x="5406525" y="1095725"/>
              <a:ext cx="14750" cy="31025"/>
            </a:xfrm>
            <a:custGeom>
              <a:avLst/>
              <a:gdLst/>
              <a:ahLst/>
              <a:cxnLst/>
              <a:rect l="l" t="t" r="r" b="b"/>
              <a:pathLst>
                <a:path w="590" h="1241" extrusionOk="0">
                  <a:moveTo>
                    <a:pt x="1" y="0"/>
                  </a:moveTo>
                  <a:lnTo>
                    <a:pt x="1" y="1241"/>
                  </a:lnTo>
                  <a:lnTo>
                    <a:pt x="589" y="1241"/>
                  </a:lnTo>
                  <a:lnTo>
                    <a:pt x="5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16"/>
            <p:cNvSpPr/>
            <p:nvPr/>
          </p:nvSpPr>
          <p:spPr>
            <a:xfrm>
              <a:off x="5428600" y="1095725"/>
              <a:ext cx="10300" cy="31025"/>
            </a:xfrm>
            <a:custGeom>
              <a:avLst/>
              <a:gdLst/>
              <a:ahLst/>
              <a:cxnLst/>
              <a:rect l="l" t="t" r="r" b="b"/>
              <a:pathLst>
                <a:path w="412" h="1241" extrusionOk="0">
                  <a:moveTo>
                    <a:pt x="1" y="0"/>
                  </a:moveTo>
                  <a:lnTo>
                    <a:pt x="1" y="1241"/>
                  </a:lnTo>
                  <a:lnTo>
                    <a:pt x="411" y="1241"/>
                  </a:lnTo>
                  <a:lnTo>
                    <a:pt x="41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16"/>
            <p:cNvSpPr/>
            <p:nvPr/>
          </p:nvSpPr>
          <p:spPr>
            <a:xfrm>
              <a:off x="5299700" y="1138550"/>
              <a:ext cx="53100" cy="209675"/>
            </a:xfrm>
            <a:custGeom>
              <a:avLst/>
              <a:gdLst/>
              <a:ahLst/>
              <a:cxnLst/>
              <a:rect l="l" t="t" r="r" b="b"/>
              <a:pathLst>
                <a:path w="2124" h="8387" extrusionOk="0">
                  <a:moveTo>
                    <a:pt x="866" y="0"/>
                  </a:moveTo>
                  <a:lnTo>
                    <a:pt x="9" y="8110"/>
                  </a:lnTo>
                  <a:cubicBezTo>
                    <a:pt x="1" y="8181"/>
                    <a:pt x="18" y="8252"/>
                    <a:pt x="63" y="8306"/>
                  </a:cubicBezTo>
                  <a:cubicBezTo>
                    <a:pt x="108" y="8359"/>
                    <a:pt x="179" y="8386"/>
                    <a:pt x="250" y="8386"/>
                  </a:cubicBezTo>
                  <a:cubicBezTo>
                    <a:pt x="357" y="8386"/>
                    <a:pt x="455" y="8315"/>
                    <a:pt x="482" y="8199"/>
                  </a:cubicBezTo>
                  <a:lnTo>
                    <a:pt x="2124" y="27"/>
                  </a:lnTo>
                  <a:lnTo>
                    <a:pt x="1981" y="0"/>
                  </a:lnTo>
                  <a:lnTo>
                    <a:pt x="340" y="8172"/>
                  </a:lnTo>
                  <a:cubicBezTo>
                    <a:pt x="328" y="8211"/>
                    <a:pt x="285" y="8236"/>
                    <a:pt x="244" y="8236"/>
                  </a:cubicBezTo>
                  <a:cubicBezTo>
                    <a:pt x="219" y="8236"/>
                    <a:pt x="196" y="8228"/>
                    <a:pt x="179" y="8208"/>
                  </a:cubicBezTo>
                  <a:cubicBezTo>
                    <a:pt x="161" y="8190"/>
                    <a:pt x="152" y="8163"/>
                    <a:pt x="161" y="8127"/>
                  </a:cubicBezTo>
                  <a:lnTo>
                    <a:pt x="1018" y="18"/>
                  </a:lnTo>
                  <a:lnTo>
                    <a:pt x="86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16"/>
            <p:cNvSpPr/>
            <p:nvPr/>
          </p:nvSpPr>
          <p:spPr>
            <a:xfrm>
              <a:off x="5634900" y="1138550"/>
              <a:ext cx="53125" cy="209675"/>
            </a:xfrm>
            <a:custGeom>
              <a:avLst/>
              <a:gdLst/>
              <a:ahLst/>
              <a:cxnLst/>
              <a:rect l="l" t="t" r="r" b="b"/>
              <a:pathLst>
                <a:path w="2125" h="8387" extrusionOk="0">
                  <a:moveTo>
                    <a:pt x="144" y="0"/>
                  </a:moveTo>
                  <a:lnTo>
                    <a:pt x="1" y="27"/>
                  </a:lnTo>
                  <a:lnTo>
                    <a:pt x="1642" y="8208"/>
                  </a:lnTo>
                  <a:cubicBezTo>
                    <a:pt x="1669" y="8315"/>
                    <a:pt x="1767" y="8386"/>
                    <a:pt x="1874" y="8386"/>
                  </a:cubicBezTo>
                  <a:cubicBezTo>
                    <a:pt x="1946" y="8386"/>
                    <a:pt x="2017" y="8359"/>
                    <a:pt x="2062" y="8306"/>
                  </a:cubicBezTo>
                  <a:cubicBezTo>
                    <a:pt x="2106" y="8252"/>
                    <a:pt x="2124" y="8181"/>
                    <a:pt x="2115" y="8110"/>
                  </a:cubicBezTo>
                  <a:lnTo>
                    <a:pt x="1259" y="0"/>
                  </a:lnTo>
                  <a:lnTo>
                    <a:pt x="1116" y="18"/>
                  </a:lnTo>
                  <a:lnTo>
                    <a:pt x="1972" y="8136"/>
                  </a:lnTo>
                  <a:cubicBezTo>
                    <a:pt x="1972" y="8163"/>
                    <a:pt x="1963" y="8190"/>
                    <a:pt x="1946" y="8208"/>
                  </a:cubicBezTo>
                  <a:cubicBezTo>
                    <a:pt x="1929" y="8228"/>
                    <a:pt x="1905" y="8236"/>
                    <a:pt x="1881" y="8236"/>
                  </a:cubicBezTo>
                  <a:cubicBezTo>
                    <a:pt x="1840" y="8236"/>
                    <a:pt x="1800" y="8211"/>
                    <a:pt x="1794" y="8172"/>
                  </a:cubicBezTo>
                  <a:lnTo>
                    <a:pt x="1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16"/>
            <p:cNvSpPr/>
            <p:nvPr/>
          </p:nvSpPr>
          <p:spPr>
            <a:xfrm>
              <a:off x="5294125" y="1126725"/>
              <a:ext cx="399675" cy="16300"/>
            </a:xfrm>
            <a:custGeom>
              <a:avLst/>
              <a:gdLst/>
              <a:ahLst/>
              <a:cxnLst/>
              <a:rect l="l" t="t" r="r" b="b"/>
              <a:pathLst>
                <a:path w="15987" h="652" extrusionOk="0">
                  <a:moveTo>
                    <a:pt x="0" y="1"/>
                  </a:moveTo>
                  <a:lnTo>
                    <a:pt x="0" y="652"/>
                  </a:lnTo>
                  <a:lnTo>
                    <a:pt x="15987" y="652"/>
                  </a:lnTo>
                  <a:lnTo>
                    <a:pt x="1598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16"/>
            <p:cNvSpPr/>
            <p:nvPr/>
          </p:nvSpPr>
          <p:spPr>
            <a:xfrm>
              <a:off x="5313750" y="1065175"/>
              <a:ext cx="47525" cy="57775"/>
            </a:xfrm>
            <a:custGeom>
              <a:avLst/>
              <a:gdLst/>
              <a:ahLst/>
              <a:cxnLst/>
              <a:rect l="l" t="t" r="r" b="b"/>
              <a:pathLst>
                <a:path w="1901" h="2311" extrusionOk="0">
                  <a:moveTo>
                    <a:pt x="1892" y="0"/>
                  </a:moveTo>
                  <a:lnTo>
                    <a:pt x="1" y="9"/>
                  </a:lnTo>
                  <a:lnTo>
                    <a:pt x="9" y="1651"/>
                  </a:lnTo>
                  <a:cubicBezTo>
                    <a:pt x="9" y="2016"/>
                    <a:pt x="313" y="2311"/>
                    <a:pt x="679" y="2311"/>
                  </a:cubicBezTo>
                  <a:lnTo>
                    <a:pt x="1241" y="2311"/>
                  </a:lnTo>
                  <a:cubicBezTo>
                    <a:pt x="1606" y="2302"/>
                    <a:pt x="1901" y="2008"/>
                    <a:pt x="1901" y="1642"/>
                  </a:cubicBezTo>
                  <a:lnTo>
                    <a:pt x="189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16"/>
            <p:cNvSpPr/>
            <p:nvPr/>
          </p:nvSpPr>
          <p:spPr>
            <a:xfrm>
              <a:off x="5326025" y="1120250"/>
              <a:ext cx="23000" cy="6500"/>
            </a:xfrm>
            <a:custGeom>
              <a:avLst/>
              <a:gdLst/>
              <a:ahLst/>
              <a:cxnLst/>
              <a:rect l="l" t="t" r="r" b="b"/>
              <a:pathLst>
                <a:path w="920" h="260" extrusionOk="0">
                  <a:moveTo>
                    <a:pt x="0" y="1"/>
                  </a:moveTo>
                  <a:lnTo>
                    <a:pt x="0" y="260"/>
                  </a:lnTo>
                  <a:lnTo>
                    <a:pt x="919" y="260"/>
                  </a:lnTo>
                  <a:lnTo>
                    <a:pt x="91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16"/>
            <p:cNvSpPr/>
            <p:nvPr/>
          </p:nvSpPr>
          <p:spPr>
            <a:xfrm>
              <a:off x="5297250" y="1072300"/>
              <a:ext cx="40400" cy="43525"/>
            </a:xfrm>
            <a:custGeom>
              <a:avLst/>
              <a:gdLst/>
              <a:ahLst/>
              <a:cxnLst/>
              <a:rect l="l" t="t" r="r" b="b"/>
              <a:pathLst>
                <a:path w="1616" h="1741" extrusionOk="0">
                  <a:moveTo>
                    <a:pt x="1312" y="295"/>
                  </a:moveTo>
                  <a:lnTo>
                    <a:pt x="1312" y="1446"/>
                  </a:lnTo>
                  <a:lnTo>
                    <a:pt x="509" y="1446"/>
                  </a:lnTo>
                  <a:cubicBezTo>
                    <a:pt x="393" y="1446"/>
                    <a:pt x="304" y="1348"/>
                    <a:pt x="304" y="1241"/>
                  </a:cubicBezTo>
                  <a:lnTo>
                    <a:pt x="304" y="509"/>
                  </a:lnTo>
                  <a:cubicBezTo>
                    <a:pt x="304" y="393"/>
                    <a:pt x="393" y="295"/>
                    <a:pt x="509" y="295"/>
                  </a:cubicBezTo>
                  <a:close/>
                  <a:moveTo>
                    <a:pt x="509" y="1"/>
                  </a:moveTo>
                  <a:cubicBezTo>
                    <a:pt x="232" y="1"/>
                    <a:pt x="0" y="224"/>
                    <a:pt x="0" y="509"/>
                  </a:cubicBezTo>
                  <a:lnTo>
                    <a:pt x="0" y="1241"/>
                  </a:lnTo>
                  <a:cubicBezTo>
                    <a:pt x="0" y="1517"/>
                    <a:pt x="232" y="1740"/>
                    <a:pt x="509" y="1740"/>
                  </a:cubicBezTo>
                  <a:lnTo>
                    <a:pt x="1615" y="1740"/>
                  </a:lnTo>
                  <a:lnTo>
                    <a:pt x="161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9" name="Google Shape;679;p16"/>
          <p:cNvGrpSpPr/>
          <p:nvPr/>
        </p:nvGrpSpPr>
        <p:grpSpPr>
          <a:xfrm>
            <a:off x="8430764" y="2356208"/>
            <a:ext cx="1039145" cy="1212593"/>
            <a:chOff x="8430764" y="2356208"/>
            <a:chExt cx="1039145" cy="1212593"/>
          </a:xfrm>
        </p:grpSpPr>
        <p:grpSp>
          <p:nvGrpSpPr>
            <p:cNvPr id="680" name="Google Shape;680;p16"/>
            <p:cNvGrpSpPr/>
            <p:nvPr/>
          </p:nvGrpSpPr>
          <p:grpSpPr>
            <a:xfrm>
              <a:off x="8942309" y="2862231"/>
              <a:ext cx="527600" cy="706571"/>
              <a:chOff x="197225" y="2855625"/>
              <a:chExt cx="522790" cy="700199"/>
            </a:xfrm>
          </p:grpSpPr>
          <p:sp>
            <p:nvSpPr>
              <p:cNvPr id="681" name="Google Shape;681;p16"/>
              <p:cNvSpPr/>
              <p:nvPr/>
            </p:nvSpPr>
            <p:spPr>
              <a:xfrm>
                <a:off x="197225" y="2855625"/>
                <a:ext cx="522790" cy="700199"/>
              </a:xfrm>
              <a:custGeom>
                <a:avLst/>
                <a:gdLst/>
                <a:ahLst/>
                <a:cxnLst/>
                <a:rect l="l" t="t" r="r" b="b"/>
                <a:pathLst>
                  <a:path w="16871" h="22598" extrusionOk="0">
                    <a:moveTo>
                      <a:pt x="15291" y="1579"/>
                    </a:moveTo>
                    <a:lnTo>
                      <a:pt x="15291" y="21018"/>
                    </a:lnTo>
                    <a:lnTo>
                      <a:pt x="1579" y="21018"/>
                    </a:lnTo>
                    <a:lnTo>
                      <a:pt x="1579" y="1579"/>
                    </a:lnTo>
                    <a:close/>
                    <a:moveTo>
                      <a:pt x="0" y="0"/>
                    </a:moveTo>
                    <a:lnTo>
                      <a:pt x="0" y="22597"/>
                    </a:lnTo>
                    <a:lnTo>
                      <a:pt x="16870" y="22597"/>
                    </a:lnTo>
                    <a:lnTo>
                      <a:pt x="1687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Google Shape;682;p16"/>
              <p:cNvSpPr/>
              <p:nvPr/>
            </p:nvSpPr>
            <p:spPr>
              <a:xfrm>
                <a:off x="246153" y="2904552"/>
                <a:ext cx="424932" cy="602348"/>
              </a:xfrm>
              <a:custGeom>
                <a:avLst/>
                <a:gdLst/>
                <a:ahLst/>
                <a:cxnLst/>
                <a:rect l="l" t="t" r="r" b="b"/>
                <a:pathLst>
                  <a:path w="13713" h="19440" extrusionOk="0">
                    <a:moveTo>
                      <a:pt x="0" y="0"/>
                    </a:moveTo>
                    <a:lnTo>
                      <a:pt x="0" y="19439"/>
                    </a:lnTo>
                    <a:lnTo>
                      <a:pt x="13712" y="19439"/>
                    </a:lnTo>
                    <a:lnTo>
                      <a:pt x="1371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Google Shape;683;p16"/>
              <p:cNvSpPr/>
              <p:nvPr/>
            </p:nvSpPr>
            <p:spPr>
              <a:xfrm>
                <a:off x="271035" y="2974674"/>
                <a:ext cx="387313" cy="483025"/>
              </a:xfrm>
              <a:custGeom>
                <a:avLst/>
                <a:gdLst/>
                <a:ahLst/>
                <a:cxnLst/>
                <a:rect l="l" t="t" r="r" b="b"/>
                <a:pathLst>
                  <a:path w="12499" h="15589" extrusionOk="0">
                    <a:moveTo>
                      <a:pt x="9215" y="1"/>
                    </a:moveTo>
                    <a:cubicBezTo>
                      <a:pt x="9173" y="1"/>
                      <a:pt x="9138" y="17"/>
                      <a:pt x="9109" y="39"/>
                    </a:cubicBezTo>
                    <a:cubicBezTo>
                      <a:pt x="8440" y="628"/>
                      <a:pt x="7985" y="1430"/>
                      <a:pt x="7815" y="2305"/>
                    </a:cubicBezTo>
                    <a:cubicBezTo>
                      <a:pt x="7655" y="3152"/>
                      <a:pt x="7771" y="4044"/>
                      <a:pt x="8145" y="4829"/>
                    </a:cubicBezTo>
                    <a:cubicBezTo>
                      <a:pt x="8190" y="5481"/>
                      <a:pt x="7940" y="6052"/>
                      <a:pt x="7574" y="6533"/>
                    </a:cubicBezTo>
                    <a:cubicBezTo>
                      <a:pt x="7556" y="5748"/>
                      <a:pt x="7298" y="4963"/>
                      <a:pt x="6843" y="4321"/>
                    </a:cubicBezTo>
                    <a:cubicBezTo>
                      <a:pt x="6334" y="3589"/>
                      <a:pt x="5585" y="3045"/>
                      <a:pt x="4746" y="2778"/>
                    </a:cubicBezTo>
                    <a:cubicBezTo>
                      <a:pt x="4733" y="2775"/>
                      <a:pt x="4720" y="2774"/>
                      <a:pt x="4708" y="2774"/>
                    </a:cubicBezTo>
                    <a:cubicBezTo>
                      <a:pt x="4670" y="2774"/>
                      <a:pt x="4637" y="2784"/>
                      <a:pt x="4604" y="2804"/>
                    </a:cubicBezTo>
                    <a:cubicBezTo>
                      <a:pt x="4568" y="2831"/>
                      <a:pt x="4541" y="2876"/>
                      <a:pt x="4541" y="2929"/>
                    </a:cubicBezTo>
                    <a:cubicBezTo>
                      <a:pt x="4541" y="4696"/>
                      <a:pt x="5603" y="6248"/>
                      <a:pt x="7253" y="6908"/>
                    </a:cubicBezTo>
                    <a:cubicBezTo>
                      <a:pt x="6771" y="7416"/>
                      <a:pt x="6209" y="7782"/>
                      <a:pt x="5853" y="7987"/>
                    </a:cubicBezTo>
                    <a:cubicBezTo>
                      <a:pt x="5603" y="8130"/>
                      <a:pt x="5353" y="8273"/>
                      <a:pt x="5094" y="8407"/>
                    </a:cubicBezTo>
                    <a:cubicBezTo>
                      <a:pt x="4943" y="8496"/>
                      <a:pt x="4782" y="8585"/>
                      <a:pt x="4621" y="8674"/>
                    </a:cubicBezTo>
                    <a:cubicBezTo>
                      <a:pt x="4898" y="7871"/>
                      <a:pt x="4925" y="6988"/>
                      <a:pt x="4675" y="6168"/>
                    </a:cubicBezTo>
                    <a:cubicBezTo>
                      <a:pt x="4425" y="5320"/>
                      <a:pt x="3890" y="4571"/>
                      <a:pt x="3167" y="4044"/>
                    </a:cubicBezTo>
                    <a:cubicBezTo>
                      <a:pt x="3144" y="4027"/>
                      <a:pt x="3114" y="4017"/>
                      <a:pt x="3083" y="4017"/>
                    </a:cubicBezTo>
                    <a:cubicBezTo>
                      <a:pt x="3066" y="4017"/>
                      <a:pt x="3049" y="4020"/>
                      <a:pt x="3033" y="4026"/>
                    </a:cubicBezTo>
                    <a:cubicBezTo>
                      <a:pt x="2989" y="4044"/>
                      <a:pt x="2953" y="4080"/>
                      <a:pt x="2935" y="4125"/>
                    </a:cubicBezTo>
                    <a:cubicBezTo>
                      <a:pt x="2364" y="5837"/>
                      <a:pt x="2917" y="7684"/>
                      <a:pt x="4336" y="8835"/>
                    </a:cubicBezTo>
                    <a:cubicBezTo>
                      <a:pt x="3560" y="9281"/>
                      <a:pt x="2828" y="9798"/>
                      <a:pt x="2347" y="10557"/>
                    </a:cubicBezTo>
                    <a:cubicBezTo>
                      <a:pt x="2543" y="9825"/>
                      <a:pt x="2534" y="9058"/>
                      <a:pt x="2320" y="8335"/>
                    </a:cubicBezTo>
                    <a:cubicBezTo>
                      <a:pt x="2070" y="7488"/>
                      <a:pt x="1535" y="6730"/>
                      <a:pt x="812" y="6212"/>
                    </a:cubicBezTo>
                    <a:cubicBezTo>
                      <a:pt x="789" y="6195"/>
                      <a:pt x="759" y="6185"/>
                      <a:pt x="728" y="6185"/>
                    </a:cubicBezTo>
                    <a:cubicBezTo>
                      <a:pt x="711" y="6185"/>
                      <a:pt x="694" y="6188"/>
                      <a:pt x="678" y="6194"/>
                    </a:cubicBezTo>
                    <a:cubicBezTo>
                      <a:pt x="625" y="6203"/>
                      <a:pt x="589" y="6239"/>
                      <a:pt x="571" y="6292"/>
                    </a:cubicBezTo>
                    <a:cubicBezTo>
                      <a:pt x="0" y="8005"/>
                      <a:pt x="553" y="9852"/>
                      <a:pt x="1990" y="11003"/>
                    </a:cubicBezTo>
                    <a:cubicBezTo>
                      <a:pt x="2016" y="11021"/>
                      <a:pt x="2052" y="11029"/>
                      <a:pt x="2088" y="11029"/>
                    </a:cubicBezTo>
                    <a:cubicBezTo>
                      <a:pt x="1481" y="12394"/>
                      <a:pt x="1740" y="14018"/>
                      <a:pt x="1981" y="15463"/>
                    </a:cubicBezTo>
                    <a:cubicBezTo>
                      <a:pt x="1999" y="15535"/>
                      <a:pt x="2052" y="15579"/>
                      <a:pt x="2124" y="15588"/>
                    </a:cubicBezTo>
                    <a:cubicBezTo>
                      <a:pt x="2132" y="15588"/>
                      <a:pt x="2141" y="15588"/>
                      <a:pt x="2150" y="15579"/>
                    </a:cubicBezTo>
                    <a:cubicBezTo>
                      <a:pt x="2231" y="15570"/>
                      <a:pt x="2293" y="15490"/>
                      <a:pt x="2275" y="15410"/>
                    </a:cubicBezTo>
                    <a:cubicBezTo>
                      <a:pt x="2052" y="14063"/>
                      <a:pt x="1802" y="12546"/>
                      <a:pt x="2302" y="11288"/>
                    </a:cubicBezTo>
                    <a:cubicBezTo>
                      <a:pt x="3096" y="11920"/>
                      <a:pt x="4044" y="12243"/>
                      <a:pt x="4998" y="12243"/>
                    </a:cubicBezTo>
                    <a:cubicBezTo>
                      <a:pt x="5727" y="12243"/>
                      <a:pt x="6460" y="12054"/>
                      <a:pt x="7128" y="11672"/>
                    </a:cubicBezTo>
                    <a:cubicBezTo>
                      <a:pt x="7164" y="11645"/>
                      <a:pt x="7191" y="11600"/>
                      <a:pt x="7200" y="11556"/>
                    </a:cubicBezTo>
                    <a:cubicBezTo>
                      <a:pt x="7209" y="11502"/>
                      <a:pt x="7191" y="11458"/>
                      <a:pt x="7155" y="11422"/>
                    </a:cubicBezTo>
                    <a:cubicBezTo>
                      <a:pt x="6504" y="10824"/>
                      <a:pt x="5656" y="10450"/>
                      <a:pt x="4773" y="10369"/>
                    </a:cubicBezTo>
                    <a:cubicBezTo>
                      <a:pt x="4652" y="10358"/>
                      <a:pt x="4531" y="10353"/>
                      <a:pt x="4410" y="10353"/>
                    </a:cubicBezTo>
                    <a:cubicBezTo>
                      <a:pt x="3755" y="10353"/>
                      <a:pt x="3106" y="10514"/>
                      <a:pt x="2534" y="10815"/>
                    </a:cubicBezTo>
                    <a:cubicBezTo>
                      <a:pt x="2534" y="10806"/>
                      <a:pt x="2534" y="10806"/>
                      <a:pt x="2543" y="10798"/>
                    </a:cubicBezTo>
                    <a:cubicBezTo>
                      <a:pt x="3007" y="10021"/>
                      <a:pt x="3765" y="9504"/>
                      <a:pt x="4568" y="9040"/>
                    </a:cubicBezTo>
                    <a:cubicBezTo>
                      <a:pt x="4577" y="9049"/>
                      <a:pt x="4577" y="9058"/>
                      <a:pt x="4586" y="9067"/>
                    </a:cubicBezTo>
                    <a:cubicBezTo>
                      <a:pt x="5391" y="9739"/>
                      <a:pt x="6371" y="10084"/>
                      <a:pt x="7357" y="10084"/>
                    </a:cubicBezTo>
                    <a:cubicBezTo>
                      <a:pt x="8085" y="10084"/>
                      <a:pt x="8816" y="9896"/>
                      <a:pt x="9483" y="9513"/>
                    </a:cubicBezTo>
                    <a:cubicBezTo>
                      <a:pt x="9528" y="9486"/>
                      <a:pt x="9555" y="9442"/>
                      <a:pt x="9564" y="9388"/>
                    </a:cubicBezTo>
                    <a:cubicBezTo>
                      <a:pt x="9564" y="9343"/>
                      <a:pt x="9546" y="9299"/>
                      <a:pt x="9510" y="9263"/>
                    </a:cubicBezTo>
                    <a:cubicBezTo>
                      <a:pt x="8859" y="8656"/>
                      <a:pt x="8011" y="8282"/>
                      <a:pt x="7128" y="8202"/>
                    </a:cubicBezTo>
                    <a:cubicBezTo>
                      <a:pt x="7014" y="8191"/>
                      <a:pt x="6898" y="8186"/>
                      <a:pt x="6783" y="8186"/>
                    </a:cubicBezTo>
                    <a:cubicBezTo>
                      <a:pt x="6503" y="8186"/>
                      <a:pt x="6222" y="8216"/>
                      <a:pt x="5951" y="8273"/>
                    </a:cubicBezTo>
                    <a:cubicBezTo>
                      <a:pt x="5968" y="8264"/>
                      <a:pt x="5986" y="8255"/>
                      <a:pt x="6004" y="8246"/>
                    </a:cubicBezTo>
                    <a:cubicBezTo>
                      <a:pt x="6397" y="8014"/>
                      <a:pt x="7048" y="7586"/>
                      <a:pt x="7574" y="6997"/>
                    </a:cubicBezTo>
                    <a:cubicBezTo>
                      <a:pt x="7583" y="6997"/>
                      <a:pt x="7583" y="7006"/>
                      <a:pt x="7583" y="7006"/>
                    </a:cubicBezTo>
                    <a:cubicBezTo>
                      <a:pt x="7601" y="7051"/>
                      <a:pt x="7628" y="7077"/>
                      <a:pt x="7672" y="7095"/>
                    </a:cubicBezTo>
                    <a:cubicBezTo>
                      <a:pt x="8199" y="7302"/>
                      <a:pt x="8742" y="7402"/>
                      <a:pt x="9277" y="7402"/>
                    </a:cubicBezTo>
                    <a:cubicBezTo>
                      <a:pt x="10471" y="7402"/>
                      <a:pt x="11622" y="6902"/>
                      <a:pt x="12454" y="5971"/>
                    </a:cubicBezTo>
                    <a:cubicBezTo>
                      <a:pt x="12490" y="5927"/>
                      <a:pt x="12499" y="5882"/>
                      <a:pt x="12490" y="5829"/>
                    </a:cubicBezTo>
                    <a:cubicBezTo>
                      <a:pt x="12481" y="5784"/>
                      <a:pt x="12454" y="5748"/>
                      <a:pt x="12409" y="5721"/>
                    </a:cubicBezTo>
                    <a:cubicBezTo>
                      <a:pt x="11880" y="5489"/>
                      <a:pt x="11305" y="5370"/>
                      <a:pt x="10728" y="5370"/>
                    </a:cubicBezTo>
                    <a:cubicBezTo>
                      <a:pt x="10421" y="5370"/>
                      <a:pt x="10114" y="5403"/>
                      <a:pt x="9813" y="5472"/>
                    </a:cubicBezTo>
                    <a:cubicBezTo>
                      <a:pt x="9135" y="5632"/>
                      <a:pt x="8511" y="5971"/>
                      <a:pt x="8002" y="6435"/>
                    </a:cubicBezTo>
                    <a:cubicBezTo>
                      <a:pt x="8288" y="5989"/>
                      <a:pt x="8466" y="5463"/>
                      <a:pt x="8440" y="4892"/>
                    </a:cubicBezTo>
                    <a:cubicBezTo>
                      <a:pt x="9724" y="3607"/>
                      <a:pt x="10081" y="1734"/>
                      <a:pt x="9350" y="92"/>
                    </a:cubicBezTo>
                    <a:cubicBezTo>
                      <a:pt x="9332" y="48"/>
                      <a:pt x="9287" y="12"/>
                      <a:pt x="9243" y="3"/>
                    </a:cubicBezTo>
                    <a:cubicBezTo>
                      <a:pt x="9233" y="2"/>
                      <a:pt x="9224" y="1"/>
                      <a:pt x="921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Google Shape;684;p16"/>
              <p:cNvSpPr/>
              <p:nvPr/>
            </p:nvSpPr>
            <p:spPr>
              <a:xfrm>
                <a:off x="246153" y="2904552"/>
                <a:ext cx="184407" cy="117216"/>
              </a:xfrm>
              <a:custGeom>
                <a:avLst/>
                <a:gdLst/>
                <a:ahLst/>
                <a:cxnLst/>
                <a:rect l="l" t="t" r="r" b="b"/>
                <a:pathLst>
                  <a:path w="5951" h="3783" extrusionOk="0">
                    <a:moveTo>
                      <a:pt x="5567" y="0"/>
                    </a:moveTo>
                    <a:cubicBezTo>
                      <a:pt x="5523" y="27"/>
                      <a:pt x="5487" y="63"/>
                      <a:pt x="5442" y="89"/>
                    </a:cubicBezTo>
                    <a:cubicBezTo>
                      <a:pt x="4934" y="535"/>
                      <a:pt x="4845" y="1053"/>
                      <a:pt x="4764" y="1552"/>
                    </a:cubicBezTo>
                    <a:cubicBezTo>
                      <a:pt x="4648" y="2204"/>
                      <a:pt x="4541" y="2819"/>
                      <a:pt x="3551" y="3337"/>
                    </a:cubicBezTo>
                    <a:cubicBezTo>
                      <a:pt x="3230" y="3504"/>
                      <a:pt x="2906" y="3588"/>
                      <a:pt x="2580" y="3588"/>
                    </a:cubicBezTo>
                    <a:cubicBezTo>
                      <a:pt x="2091" y="3588"/>
                      <a:pt x="1596" y="3399"/>
                      <a:pt x="1098" y="3024"/>
                    </a:cubicBezTo>
                    <a:cubicBezTo>
                      <a:pt x="669" y="2694"/>
                      <a:pt x="304" y="2284"/>
                      <a:pt x="0" y="1856"/>
                    </a:cubicBezTo>
                    <a:lnTo>
                      <a:pt x="0" y="2186"/>
                    </a:lnTo>
                    <a:cubicBezTo>
                      <a:pt x="45" y="2239"/>
                      <a:pt x="81" y="2293"/>
                      <a:pt x="125" y="2337"/>
                    </a:cubicBezTo>
                    <a:cubicBezTo>
                      <a:pt x="910" y="3292"/>
                      <a:pt x="1758" y="3783"/>
                      <a:pt x="2588" y="3783"/>
                    </a:cubicBezTo>
                    <a:cubicBezTo>
                      <a:pt x="2944" y="3783"/>
                      <a:pt x="3301" y="3693"/>
                      <a:pt x="3649" y="3515"/>
                    </a:cubicBezTo>
                    <a:cubicBezTo>
                      <a:pt x="4720" y="2944"/>
                      <a:pt x="4845" y="2248"/>
                      <a:pt x="4961" y="1588"/>
                    </a:cubicBezTo>
                    <a:cubicBezTo>
                      <a:pt x="5041" y="1097"/>
                      <a:pt x="5121" y="642"/>
                      <a:pt x="5576" y="241"/>
                    </a:cubicBezTo>
                    <a:cubicBezTo>
                      <a:pt x="5683" y="143"/>
                      <a:pt x="5817" y="63"/>
                      <a:pt x="595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Google Shape;685;p16"/>
              <p:cNvSpPr/>
              <p:nvPr/>
            </p:nvSpPr>
            <p:spPr>
              <a:xfrm>
                <a:off x="392100" y="3219681"/>
                <a:ext cx="278980" cy="287231"/>
              </a:xfrm>
              <a:custGeom>
                <a:avLst/>
                <a:gdLst/>
                <a:ahLst/>
                <a:cxnLst/>
                <a:rect l="l" t="t" r="r" b="b"/>
                <a:pathLst>
                  <a:path w="9003" h="9270" extrusionOk="0">
                    <a:moveTo>
                      <a:pt x="9002" y="0"/>
                    </a:moveTo>
                    <a:cubicBezTo>
                      <a:pt x="8565" y="143"/>
                      <a:pt x="8021" y="437"/>
                      <a:pt x="7459" y="1169"/>
                    </a:cubicBezTo>
                    <a:cubicBezTo>
                      <a:pt x="6834" y="1990"/>
                      <a:pt x="6852" y="2864"/>
                      <a:pt x="6870" y="3702"/>
                    </a:cubicBezTo>
                    <a:cubicBezTo>
                      <a:pt x="6897" y="4639"/>
                      <a:pt x="6915" y="5513"/>
                      <a:pt x="6058" y="6254"/>
                    </a:cubicBezTo>
                    <a:cubicBezTo>
                      <a:pt x="5549" y="6693"/>
                      <a:pt x="4966" y="6942"/>
                      <a:pt x="4412" y="6942"/>
                    </a:cubicBezTo>
                    <a:cubicBezTo>
                      <a:pt x="4392" y="6942"/>
                      <a:pt x="4373" y="6941"/>
                      <a:pt x="4354" y="6941"/>
                    </a:cubicBezTo>
                    <a:cubicBezTo>
                      <a:pt x="4042" y="6932"/>
                      <a:pt x="3721" y="6860"/>
                      <a:pt x="3409" y="6789"/>
                    </a:cubicBezTo>
                    <a:cubicBezTo>
                      <a:pt x="3077" y="6714"/>
                      <a:pt x="2732" y="6638"/>
                      <a:pt x="2380" y="6638"/>
                    </a:cubicBezTo>
                    <a:cubicBezTo>
                      <a:pt x="2316" y="6638"/>
                      <a:pt x="2251" y="6641"/>
                      <a:pt x="2186" y="6646"/>
                    </a:cubicBezTo>
                    <a:cubicBezTo>
                      <a:pt x="1036" y="6744"/>
                      <a:pt x="251" y="7788"/>
                      <a:pt x="54" y="8752"/>
                    </a:cubicBezTo>
                    <a:cubicBezTo>
                      <a:pt x="19" y="8930"/>
                      <a:pt x="1" y="9100"/>
                      <a:pt x="1" y="9269"/>
                    </a:cubicBezTo>
                    <a:lnTo>
                      <a:pt x="197" y="9269"/>
                    </a:lnTo>
                    <a:cubicBezTo>
                      <a:pt x="206" y="9108"/>
                      <a:pt x="215" y="8957"/>
                      <a:pt x="251" y="8796"/>
                    </a:cubicBezTo>
                    <a:cubicBezTo>
                      <a:pt x="429" y="7895"/>
                      <a:pt x="1152" y="6932"/>
                      <a:pt x="2204" y="6843"/>
                    </a:cubicBezTo>
                    <a:cubicBezTo>
                      <a:pt x="2264" y="6837"/>
                      <a:pt x="2323" y="6834"/>
                      <a:pt x="2382" y="6834"/>
                    </a:cubicBezTo>
                    <a:cubicBezTo>
                      <a:pt x="2707" y="6834"/>
                      <a:pt x="3032" y="6910"/>
                      <a:pt x="3364" y="6985"/>
                    </a:cubicBezTo>
                    <a:cubicBezTo>
                      <a:pt x="3685" y="7057"/>
                      <a:pt x="4015" y="7128"/>
                      <a:pt x="4354" y="7137"/>
                    </a:cubicBezTo>
                    <a:cubicBezTo>
                      <a:pt x="4364" y="7137"/>
                      <a:pt x="4375" y="7137"/>
                      <a:pt x="4385" y="7137"/>
                    </a:cubicBezTo>
                    <a:cubicBezTo>
                      <a:pt x="4991" y="7137"/>
                      <a:pt x="5631" y="6879"/>
                      <a:pt x="6192" y="6396"/>
                    </a:cubicBezTo>
                    <a:cubicBezTo>
                      <a:pt x="7111" y="5603"/>
                      <a:pt x="7093" y="4639"/>
                      <a:pt x="7066" y="3702"/>
                    </a:cubicBezTo>
                    <a:cubicBezTo>
                      <a:pt x="7048" y="2891"/>
                      <a:pt x="7031" y="2052"/>
                      <a:pt x="7619" y="1294"/>
                    </a:cubicBezTo>
                    <a:cubicBezTo>
                      <a:pt x="8128" y="625"/>
                      <a:pt x="8601" y="348"/>
                      <a:pt x="9002" y="205"/>
                    </a:cubicBezTo>
                    <a:lnTo>
                      <a:pt x="900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86" name="Google Shape;686;p16"/>
            <p:cNvGrpSpPr/>
            <p:nvPr/>
          </p:nvGrpSpPr>
          <p:grpSpPr>
            <a:xfrm>
              <a:off x="8430764" y="2356208"/>
              <a:ext cx="429648" cy="572686"/>
              <a:chOff x="-244350" y="2480775"/>
              <a:chExt cx="379648" cy="506086"/>
            </a:xfrm>
          </p:grpSpPr>
          <p:sp>
            <p:nvSpPr>
              <p:cNvPr id="687" name="Google Shape;687;p16"/>
              <p:cNvSpPr/>
              <p:nvPr/>
            </p:nvSpPr>
            <p:spPr>
              <a:xfrm>
                <a:off x="-244350" y="2480775"/>
                <a:ext cx="379648" cy="506086"/>
              </a:xfrm>
              <a:custGeom>
                <a:avLst/>
                <a:gdLst/>
                <a:ahLst/>
                <a:cxnLst/>
                <a:rect l="l" t="t" r="r" b="b"/>
                <a:pathLst>
                  <a:path w="7897" h="10527" extrusionOk="0">
                    <a:moveTo>
                      <a:pt x="7031" y="866"/>
                    </a:moveTo>
                    <a:lnTo>
                      <a:pt x="7031" y="9671"/>
                    </a:lnTo>
                    <a:lnTo>
                      <a:pt x="866" y="9671"/>
                    </a:lnTo>
                    <a:lnTo>
                      <a:pt x="866" y="866"/>
                    </a:lnTo>
                    <a:close/>
                    <a:moveTo>
                      <a:pt x="1" y="0"/>
                    </a:moveTo>
                    <a:lnTo>
                      <a:pt x="1" y="10527"/>
                    </a:lnTo>
                    <a:lnTo>
                      <a:pt x="7896" y="10527"/>
                    </a:lnTo>
                    <a:lnTo>
                      <a:pt x="789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Google Shape;688;p16"/>
              <p:cNvSpPr/>
              <p:nvPr/>
            </p:nvSpPr>
            <p:spPr>
              <a:xfrm>
                <a:off x="-202718" y="2522359"/>
                <a:ext cx="296382" cy="423348"/>
              </a:xfrm>
              <a:custGeom>
                <a:avLst/>
                <a:gdLst/>
                <a:ahLst/>
                <a:cxnLst/>
                <a:rect l="l" t="t" r="r" b="b"/>
                <a:pathLst>
                  <a:path w="6165" h="8806" extrusionOk="0">
                    <a:moveTo>
                      <a:pt x="0" y="1"/>
                    </a:moveTo>
                    <a:lnTo>
                      <a:pt x="0" y="8806"/>
                    </a:lnTo>
                    <a:lnTo>
                      <a:pt x="6165" y="8806"/>
                    </a:lnTo>
                    <a:lnTo>
                      <a:pt x="616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Google Shape;689;p16"/>
              <p:cNvSpPr/>
              <p:nvPr/>
            </p:nvSpPr>
            <p:spPr>
              <a:xfrm>
                <a:off x="-67630" y="2618411"/>
                <a:ext cx="37354" cy="305853"/>
              </a:xfrm>
              <a:custGeom>
                <a:avLst/>
                <a:gdLst/>
                <a:ahLst/>
                <a:cxnLst/>
                <a:rect l="l" t="t" r="r" b="b"/>
                <a:pathLst>
                  <a:path w="777" h="6362" extrusionOk="0">
                    <a:moveTo>
                      <a:pt x="509" y="1"/>
                    </a:moveTo>
                    <a:cubicBezTo>
                      <a:pt x="491" y="10"/>
                      <a:pt x="482" y="28"/>
                      <a:pt x="482" y="45"/>
                    </a:cubicBezTo>
                    <a:cubicBezTo>
                      <a:pt x="678" y="768"/>
                      <a:pt x="562" y="1526"/>
                      <a:pt x="429" y="2178"/>
                    </a:cubicBezTo>
                    <a:cubicBezTo>
                      <a:pt x="384" y="2374"/>
                      <a:pt x="339" y="2561"/>
                      <a:pt x="295" y="2748"/>
                    </a:cubicBezTo>
                    <a:cubicBezTo>
                      <a:pt x="179" y="3257"/>
                      <a:pt x="54" y="3783"/>
                      <a:pt x="27" y="4310"/>
                    </a:cubicBezTo>
                    <a:cubicBezTo>
                      <a:pt x="0" y="5130"/>
                      <a:pt x="250" y="5871"/>
                      <a:pt x="705" y="6353"/>
                    </a:cubicBezTo>
                    <a:cubicBezTo>
                      <a:pt x="714" y="6361"/>
                      <a:pt x="723" y="6361"/>
                      <a:pt x="732" y="6361"/>
                    </a:cubicBezTo>
                    <a:cubicBezTo>
                      <a:pt x="741" y="6361"/>
                      <a:pt x="759" y="6361"/>
                      <a:pt x="759" y="6353"/>
                    </a:cubicBezTo>
                    <a:cubicBezTo>
                      <a:pt x="777" y="6335"/>
                      <a:pt x="777" y="6317"/>
                      <a:pt x="759" y="6299"/>
                    </a:cubicBezTo>
                    <a:cubicBezTo>
                      <a:pt x="313" y="5835"/>
                      <a:pt x="72" y="5113"/>
                      <a:pt x="107" y="4319"/>
                    </a:cubicBezTo>
                    <a:cubicBezTo>
                      <a:pt x="125" y="3792"/>
                      <a:pt x="250" y="3275"/>
                      <a:pt x="366" y="2766"/>
                    </a:cubicBezTo>
                    <a:cubicBezTo>
                      <a:pt x="411" y="2579"/>
                      <a:pt x="455" y="2383"/>
                      <a:pt x="500" y="2195"/>
                    </a:cubicBezTo>
                    <a:cubicBezTo>
                      <a:pt x="634" y="1535"/>
                      <a:pt x="750" y="768"/>
                      <a:pt x="553" y="28"/>
                    </a:cubicBezTo>
                    <a:cubicBezTo>
                      <a:pt x="553" y="10"/>
                      <a:pt x="527" y="1"/>
                      <a:pt x="50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Google Shape;690;p16"/>
              <p:cNvSpPr/>
              <p:nvPr/>
            </p:nvSpPr>
            <p:spPr>
              <a:xfrm>
                <a:off x="-101955" y="2545290"/>
                <a:ext cx="107688" cy="85189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1772" extrusionOk="0">
                    <a:moveTo>
                      <a:pt x="1600" y="1"/>
                    </a:moveTo>
                    <a:cubicBezTo>
                      <a:pt x="1552" y="1"/>
                      <a:pt x="1509" y="31"/>
                      <a:pt x="1473" y="68"/>
                    </a:cubicBezTo>
                    <a:cubicBezTo>
                      <a:pt x="1437" y="112"/>
                      <a:pt x="1419" y="175"/>
                      <a:pt x="1401" y="237"/>
                    </a:cubicBezTo>
                    <a:cubicBezTo>
                      <a:pt x="1392" y="273"/>
                      <a:pt x="1366" y="380"/>
                      <a:pt x="1330" y="523"/>
                    </a:cubicBezTo>
                    <a:cubicBezTo>
                      <a:pt x="1321" y="398"/>
                      <a:pt x="1321" y="309"/>
                      <a:pt x="1312" y="273"/>
                    </a:cubicBezTo>
                    <a:cubicBezTo>
                      <a:pt x="1303" y="210"/>
                      <a:pt x="1294" y="148"/>
                      <a:pt x="1267" y="94"/>
                    </a:cubicBezTo>
                    <a:cubicBezTo>
                      <a:pt x="1232" y="50"/>
                      <a:pt x="1178" y="5"/>
                      <a:pt x="1116" y="5"/>
                    </a:cubicBezTo>
                    <a:cubicBezTo>
                      <a:pt x="1062" y="5"/>
                      <a:pt x="1009" y="59"/>
                      <a:pt x="982" y="103"/>
                    </a:cubicBezTo>
                    <a:cubicBezTo>
                      <a:pt x="955" y="157"/>
                      <a:pt x="955" y="219"/>
                      <a:pt x="946" y="282"/>
                    </a:cubicBezTo>
                    <a:cubicBezTo>
                      <a:pt x="946" y="380"/>
                      <a:pt x="946" y="478"/>
                      <a:pt x="946" y="576"/>
                    </a:cubicBezTo>
                    <a:cubicBezTo>
                      <a:pt x="893" y="425"/>
                      <a:pt x="839" y="317"/>
                      <a:pt x="821" y="282"/>
                    </a:cubicBezTo>
                    <a:cubicBezTo>
                      <a:pt x="804" y="219"/>
                      <a:pt x="768" y="166"/>
                      <a:pt x="723" y="130"/>
                    </a:cubicBezTo>
                    <a:cubicBezTo>
                      <a:pt x="691" y="98"/>
                      <a:pt x="649" y="75"/>
                      <a:pt x="608" y="75"/>
                    </a:cubicBezTo>
                    <a:cubicBezTo>
                      <a:pt x="593" y="75"/>
                      <a:pt x="577" y="78"/>
                      <a:pt x="563" y="86"/>
                    </a:cubicBezTo>
                    <a:cubicBezTo>
                      <a:pt x="500" y="103"/>
                      <a:pt x="474" y="166"/>
                      <a:pt x="465" y="219"/>
                    </a:cubicBezTo>
                    <a:cubicBezTo>
                      <a:pt x="456" y="282"/>
                      <a:pt x="465" y="335"/>
                      <a:pt x="482" y="398"/>
                    </a:cubicBezTo>
                    <a:cubicBezTo>
                      <a:pt x="500" y="487"/>
                      <a:pt x="536" y="576"/>
                      <a:pt x="563" y="665"/>
                    </a:cubicBezTo>
                    <a:cubicBezTo>
                      <a:pt x="474" y="558"/>
                      <a:pt x="402" y="469"/>
                      <a:pt x="375" y="442"/>
                    </a:cubicBezTo>
                    <a:cubicBezTo>
                      <a:pt x="331" y="398"/>
                      <a:pt x="295" y="353"/>
                      <a:pt x="233" y="326"/>
                    </a:cubicBezTo>
                    <a:cubicBezTo>
                      <a:pt x="208" y="314"/>
                      <a:pt x="179" y="307"/>
                      <a:pt x="151" y="307"/>
                    </a:cubicBezTo>
                    <a:cubicBezTo>
                      <a:pt x="119" y="307"/>
                      <a:pt x="87" y="316"/>
                      <a:pt x="63" y="335"/>
                    </a:cubicBezTo>
                    <a:cubicBezTo>
                      <a:pt x="19" y="371"/>
                      <a:pt x="1" y="442"/>
                      <a:pt x="10" y="496"/>
                    </a:cubicBezTo>
                    <a:cubicBezTo>
                      <a:pt x="19" y="558"/>
                      <a:pt x="54" y="612"/>
                      <a:pt x="81" y="656"/>
                    </a:cubicBezTo>
                    <a:cubicBezTo>
                      <a:pt x="215" y="871"/>
                      <a:pt x="375" y="1067"/>
                      <a:pt x="545" y="1245"/>
                    </a:cubicBezTo>
                    <a:cubicBezTo>
                      <a:pt x="598" y="1298"/>
                      <a:pt x="1106" y="1772"/>
                      <a:pt x="1229" y="1772"/>
                    </a:cubicBezTo>
                    <a:cubicBezTo>
                      <a:pt x="1230" y="1772"/>
                      <a:pt x="1231" y="1772"/>
                      <a:pt x="1232" y="1772"/>
                    </a:cubicBezTo>
                    <a:cubicBezTo>
                      <a:pt x="1348" y="1763"/>
                      <a:pt x="1776" y="1210"/>
                      <a:pt x="1821" y="1147"/>
                    </a:cubicBezTo>
                    <a:cubicBezTo>
                      <a:pt x="1972" y="942"/>
                      <a:pt x="2088" y="728"/>
                      <a:pt x="2195" y="496"/>
                    </a:cubicBezTo>
                    <a:cubicBezTo>
                      <a:pt x="2213" y="442"/>
                      <a:pt x="2240" y="389"/>
                      <a:pt x="2240" y="326"/>
                    </a:cubicBezTo>
                    <a:cubicBezTo>
                      <a:pt x="2240" y="264"/>
                      <a:pt x="2213" y="202"/>
                      <a:pt x="2160" y="175"/>
                    </a:cubicBezTo>
                    <a:cubicBezTo>
                      <a:pt x="2138" y="164"/>
                      <a:pt x="2116" y="159"/>
                      <a:pt x="2093" y="159"/>
                    </a:cubicBezTo>
                    <a:cubicBezTo>
                      <a:pt x="2058" y="159"/>
                      <a:pt x="2023" y="171"/>
                      <a:pt x="1990" y="193"/>
                    </a:cubicBezTo>
                    <a:cubicBezTo>
                      <a:pt x="1937" y="228"/>
                      <a:pt x="1901" y="273"/>
                      <a:pt x="1874" y="326"/>
                    </a:cubicBezTo>
                    <a:cubicBezTo>
                      <a:pt x="1847" y="362"/>
                      <a:pt x="1785" y="451"/>
                      <a:pt x="1714" y="576"/>
                    </a:cubicBezTo>
                    <a:cubicBezTo>
                      <a:pt x="1731" y="487"/>
                      <a:pt x="1749" y="389"/>
                      <a:pt x="1758" y="300"/>
                    </a:cubicBezTo>
                    <a:cubicBezTo>
                      <a:pt x="1767" y="237"/>
                      <a:pt x="1767" y="175"/>
                      <a:pt x="1749" y="121"/>
                    </a:cubicBezTo>
                    <a:cubicBezTo>
                      <a:pt x="1731" y="68"/>
                      <a:pt x="1696" y="14"/>
                      <a:pt x="1633" y="5"/>
                    </a:cubicBezTo>
                    <a:cubicBezTo>
                      <a:pt x="1622" y="2"/>
                      <a:pt x="1611" y="1"/>
                      <a:pt x="16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Google Shape;691;p16"/>
              <p:cNvSpPr/>
              <p:nvPr/>
            </p:nvSpPr>
            <p:spPr>
              <a:xfrm>
                <a:off x="-107099" y="2734173"/>
                <a:ext cx="117591" cy="89708"/>
              </a:xfrm>
              <a:custGeom>
                <a:avLst/>
                <a:gdLst/>
                <a:ahLst/>
                <a:cxnLst/>
                <a:rect l="l" t="t" r="r" b="b"/>
                <a:pathLst>
                  <a:path w="2446" h="1866" extrusionOk="0">
                    <a:moveTo>
                      <a:pt x="43" y="1"/>
                    </a:moveTo>
                    <a:cubicBezTo>
                      <a:pt x="32" y="1"/>
                      <a:pt x="21" y="8"/>
                      <a:pt x="10" y="19"/>
                    </a:cubicBezTo>
                    <a:cubicBezTo>
                      <a:pt x="1" y="37"/>
                      <a:pt x="1" y="55"/>
                      <a:pt x="18" y="73"/>
                    </a:cubicBezTo>
                    <a:cubicBezTo>
                      <a:pt x="233" y="225"/>
                      <a:pt x="456" y="385"/>
                      <a:pt x="607" y="608"/>
                    </a:cubicBezTo>
                    <a:cubicBezTo>
                      <a:pt x="830" y="929"/>
                      <a:pt x="875" y="1741"/>
                      <a:pt x="866" y="1821"/>
                    </a:cubicBezTo>
                    <a:lnTo>
                      <a:pt x="857" y="1821"/>
                    </a:lnTo>
                    <a:cubicBezTo>
                      <a:pt x="857" y="1839"/>
                      <a:pt x="857" y="1848"/>
                      <a:pt x="875" y="1857"/>
                    </a:cubicBezTo>
                    <a:cubicBezTo>
                      <a:pt x="884" y="1866"/>
                      <a:pt x="884" y="1866"/>
                      <a:pt x="893" y="1866"/>
                    </a:cubicBezTo>
                    <a:lnTo>
                      <a:pt x="911" y="1866"/>
                    </a:lnTo>
                    <a:cubicBezTo>
                      <a:pt x="920" y="1857"/>
                      <a:pt x="928" y="1848"/>
                      <a:pt x="937" y="1839"/>
                    </a:cubicBezTo>
                    <a:cubicBezTo>
                      <a:pt x="1000" y="1634"/>
                      <a:pt x="1205" y="1527"/>
                      <a:pt x="1321" y="1482"/>
                    </a:cubicBezTo>
                    <a:cubicBezTo>
                      <a:pt x="1446" y="1429"/>
                      <a:pt x="1589" y="1411"/>
                      <a:pt x="1713" y="1384"/>
                    </a:cubicBezTo>
                    <a:cubicBezTo>
                      <a:pt x="1776" y="1375"/>
                      <a:pt x="1838" y="1366"/>
                      <a:pt x="1892" y="1349"/>
                    </a:cubicBezTo>
                    <a:cubicBezTo>
                      <a:pt x="2052" y="1322"/>
                      <a:pt x="2284" y="1259"/>
                      <a:pt x="2436" y="1090"/>
                    </a:cubicBezTo>
                    <a:cubicBezTo>
                      <a:pt x="2445" y="1072"/>
                      <a:pt x="2445" y="1045"/>
                      <a:pt x="2436" y="1036"/>
                    </a:cubicBezTo>
                    <a:cubicBezTo>
                      <a:pt x="2427" y="1027"/>
                      <a:pt x="2416" y="1023"/>
                      <a:pt x="2406" y="1023"/>
                    </a:cubicBezTo>
                    <a:cubicBezTo>
                      <a:pt x="2396" y="1023"/>
                      <a:pt x="2387" y="1027"/>
                      <a:pt x="2383" y="1036"/>
                    </a:cubicBezTo>
                    <a:cubicBezTo>
                      <a:pt x="2276" y="1152"/>
                      <a:pt x="2115" y="1233"/>
                      <a:pt x="1874" y="1277"/>
                    </a:cubicBezTo>
                    <a:cubicBezTo>
                      <a:pt x="1821" y="1295"/>
                      <a:pt x="1758" y="1304"/>
                      <a:pt x="1705" y="1313"/>
                    </a:cubicBezTo>
                    <a:cubicBezTo>
                      <a:pt x="1571" y="1340"/>
                      <a:pt x="1428" y="1357"/>
                      <a:pt x="1294" y="1411"/>
                    </a:cubicBezTo>
                    <a:cubicBezTo>
                      <a:pt x="1196" y="1447"/>
                      <a:pt x="1035" y="1527"/>
                      <a:pt x="928" y="1670"/>
                    </a:cubicBezTo>
                    <a:cubicBezTo>
                      <a:pt x="920" y="1393"/>
                      <a:pt x="857" y="831"/>
                      <a:pt x="670" y="564"/>
                    </a:cubicBezTo>
                    <a:cubicBezTo>
                      <a:pt x="509" y="332"/>
                      <a:pt x="277" y="162"/>
                      <a:pt x="63" y="10"/>
                    </a:cubicBezTo>
                    <a:cubicBezTo>
                      <a:pt x="56" y="4"/>
                      <a:pt x="49" y="1"/>
                      <a:pt x="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Google Shape;692;p16"/>
              <p:cNvSpPr/>
              <p:nvPr/>
            </p:nvSpPr>
            <p:spPr>
              <a:xfrm>
                <a:off x="-10614" y="2704559"/>
                <a:ext cx="92689" cy="89996"/>
              </a:xfrm>
              <a:custGeom>
                <a:avLst/>
                <a:gdLst/>
                <a:ahLst/>
                <a:cxnLst/>
                <a:rect l="l" t="t" r="r" b="b"/>
                <a:pathLst>
                  <a:path w="1928" h="1872" extrusionOk="0">
                    <a:moveTo>
                      <a:pt x="270" y="1"/>
                    </a:moveTo>
                    <a:cubicBezTo>
                      <a:pt x="220" y="1"/>
                      <a:pt x="168" y="34"/>
                      <a:pt x="144" y="82"/>
                    </a:cubicBezTo>
                    <a:cubicBezTo>
                      <a:pt x="108" y="127"/>
                      <a:pt x="90" y="189"/>
                      <a:pt x="81" y="243"/>
                    </a:cubicBezTo>
                    <a:cubicBezTo>
                      <a:pt x="28" y="493"/>
                      <a:pt x="1" y="742"/>
                      <a:pt x="1" y="992"/>
                    </a:cubicBezTo>
                    <a:cubicBezTo>
                      <a:pt x="1" y="1064"/>
                      <a:pt x="37" y="1768"/>
                      <a:pt x="126" y="1840"/>
                    </a:cubicBezTo>
                    <a:cubicBezTo>
                      <a:pt x="151" y="1863"/>
                      <a:pt x="227" y="1871"/>
                      <a:pt x="323" y="1871"/>
                    </a:cubicBezTo>
                    <a:cubicBezTo>
                      <a:pt x="563" y="1871"/>
                      <a:pt x="931" y="1819"/>
                      <a:pt x="982" y="1813"/>
                    </a:cubicBezTo>
                    <a:cubicBezTo>
                      <a:pt x="1232" y="1768"/>
                      <a:pt x="1473" y="1697"/>
                      <a:pt x="1705" y="1599"/>
                    </a:cubicBezTo>
                    <a:cubicBezTo>
                      <a:pt x="1758" y="1572"/>
                      <a:pt x="1812" y="1554"/>
                      <a:pt x="1856" y="1510"/>
                    </a:cubicBezTo>
                    <a:cubicBezTo>
                      <a:pt x="1901" y="1465"/>
                      <a:pt x="1928" y="1403"/>
                      <a:pt x="1910" y="1349"/>
                    </a:cubicBezTo>
                    <a:cubicBezTo>
                      <a:pt x="1892" y="1287"/>
                      <a:pt x="1830" y="1251"/>
                      <a:pt x="1776" y="1242"/>
                    </a:cubicBezTo>
                    <a:cubicBezTo>
                      <a:pt x="1757" y="1236"/>
                      <a:pt x="1737" y="1234"/>
                      <a:pt x="1718" y="1234"/>
                    </a:cubicBezTo>
                    <a:cubicBezTo>
                      <a:pt x="1676" y="1234"/>
                      <a:pt x="1635" y="1245"/>
                      <a:pt x="1598" y="1251"/>
                    </a:cubicBezTo>
                    <a:cubicBezTo>
                      <a:pt x="1553" y="1260"/>
                      <a:pt x="1446" y="1287"/>
                      <a:pt x="1303" y="1322"/>
                    </a:cubicBezTo>
                    <a:cubicBezTo>
                      <a:pt x="1384" y="1269"/>
                      <a:pt x="1464" y="1215"/>
                      <a:pt x="1535" y="1153"/>
                    </a:cubicBezTo>
                    <a:cubicBezTo>
                      <a:pt x="1580" y="1117"/>
                      <a:pt x="1625" y="1072"/>
                      <a:pt x="1651" y="1019"/>
                    </a:cubicBezTo>
                    <a:cubicBezTo>
                      <a:pt x="1678" y="974"/>
                      <a:pt x="1687" y="903"/>
                      <a:pt x="1651" y="858"/>
                    </a:cubicBezTo>
                    <a:cubicBezTo>
                      <a:pt x="1621" y="814"/>
                      <a:pt x="1573" y="794"/>
                      <a:pt x="1521" y="794"/>
                    </a:cubicBezTo>
                    <a:cubicBezTo>
                      <a:pt x="1511" y="794"/>
                      <a:pt x="1501" y="794"/>
                      <a:pt x="1491" y="796"/>
                    </a:cubicBezTo>
                    <a:cubicBezTo>
                      <a:pt x="1428" y="796"/>
                      <a:pt x="1375" y="832"/>
                      <a:pt x="1321" y="858"/>
                    </a:cubicBezTo>
                    <a:cubicBezTo>
                      <a:pt x="1286" y="876"/>
                      <a:pt x="1196" y="939"/>
                      <a:pt x="1071" y="1019"/>
                    </a:cubicBezTo>
                    <a:cubicBezTo>
                      <a:pt x="1152" y="930"/>
                      <a:pt x="1205" y="849"/>
                      <a:pt x="1232" y="823"/>
                    </a:cubicBezTo>
                    <a:cubicBezTo>
                      <a:pt x="1268" y="778"/>
                      <a:pt x="1303" y="725"/>
                      <a:pt x="1321" y="671"/>
                    </a:cubicBezTo>
                    <a:cubicBezTo>
                      <a:pt x="1330" y="609"/>
                      <a:pt x="1321" y="537"/>
                      <a:pt x="1277" y="502"/>
                    </a:cubicBezTo>
                    <a:cubicBezTo>
                      <a:pt x="1249" y="474"/>
                      <a:pt x="1212" y="464"/>
                      <a:pt x="1175" y="464"/>
                    </a:cubicBezTo>
                    <a:cubicBezTo>
                      <a:pt x="1151" y="464"/>
                      <a:pt x="1128" y="468"/>
                      <a:pt x="1107" y="475"/>
                    </a:cubicBezTo>
                    <a:cubicBezTo>
                      <a:pt x="1054" y="502"/>
                      <a:pt x="1009" y="537"/>
                      <a:pt x="964" y="573"/>
                    </a:cubicBezTo>
                    <a:cubicBezTo>
                      <a:pt x="893" y="644"/>
                      <a:pt x="822" y="716"/>
                      <a:pt x="759" y="787"/>
                    </a:cubicBezTo>
                    <a:cubicBezTo>
                      <a:pt x="822" y="644"/>
                      <a:pt x="866" y="528"/>
                      <a:pt x="875" y="493"/>
                    </a:cubicBezTo>
                    <a:cubicBezTo>
                      <a:pt x="902" y="430"/>
                      <a:pt x="920" y="377"/>
                      <a:pt x="911" y="314"/>
                    </a:cubicBezTo>
                    <a:cubicBezTo>
                      <a:pt x="911" y="252"/>
                      <a:pt x="875" y="189"/>
                      <a:pt x="822" y="163"/>
                    </a:cubicBezTo>
                    <a:cubicBezTo>
                      <a:pt x="807" y="158"/>
                      <a:pt x="792" y="156"/>
                      <a:pt x="777" y="156"/>
                    </a:cubicBezTo>
                    <a:cubicBezTo>
                      <a:pt x="735" y="156"/>
                      <a:pt x="691" y="172"/>
                      <a:pt x="652" y="198"/>
                    </a:cubicBezTo>
                    <a:cubicBezTo>
                      <a:pt x="608" y="234"/>
                      <a:pt x="581" y="287"/>
                      <a:pt x="545" y="332"/>
                    </a:cubicBezTo>
                    <a:cubicBezTo>
                      <a:pt x="500" y="412"/>
                      <a:pt x="465" y="502"/>
                      <a:pt x="420" y="591"/>
                    </a:cubicBezTo>
                    <a:cubicBezTo>
                      <a:pt x="438" y="448"/>
                      <a:pt x="438" y="332"/>
                      <a:pt x="438" y="296"/>
                    </a:cubicBezTo>
                    <a:cubicBezTo>
                      <a:pt x="447" y="234"/>
                      <a:pt x="447" y="171"/>
                      <a:pt x="420" y="118"/>
                    </a:cubicBezTo>
                    <a:cubicBezTo>
                      <a:pt x="402" y="55"/>
                      <a:pt x="349" y="11"/>
                      <a:pt x="286" y="2"/>
                    </a:cubicBezTo>
                    <a:cubicBezTo>
                      <a:pt x="281" y="1"/>
                      <a:pt x="275" y="1"/>
                      <a:pt x="27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Google Shape;693;p16"/>
              <p:cNvSpPr/>
              <p:nvPr/>
            </p:nvSpPr>
            <p:spPr>
              <a:xfrm>
                <a:off x="-177864" y="2659514"/>
                <a:ext cx="92256" cy="90333"/>
              </a:xfrm>
              <a:custGeom>
                <a:avLst/>
                <a:gdLst/>
                <a:ahLst/>
                <a:cxnLst/>
                <a:rect l="l" t="t" r="r" b="b"/>
                <a:pathLst>
                  <a:path w="1919" h="1879" extrusionOk="0">
                    <a:moveTo>
                      <a:pt x="1521" y="1"/>
                    </a:moveTo>
                    <a:cubicBezTo>
                      <a:pt x="1513" y="1"/>
                      <a:pt x="1506" y="1"/>
                      <a:pt x="1499" y="2"/>
                    </a:cubicBezTo>
                    <a:cubicBezTo>
                      <a:pt x="1437" y="11"/>
                      <a:pt x="1392" y="65"/>
                      <a:pt x="1375" y="127"/>
                    </a:cubicBezTo>
                    <a:cubicBezTo>
                      <a:pt x="1357" y="181"/>
                      <a:pt x="1366" y="243"/>
                      <a:pt x="1375" y="306"/>
                    </a:cubicBezTo>
                    <a:cubicBezTo>
                      <a:pt x="1375" y="341"/>
                      <a:pt x="1392" y="457"/>
                      <a:pt x="1419" y="600"/>
                    </a:cubicBezTo>
                    <a:cubicBezTo>
                      <a:pt x="1375" y="520"/>
                      <a:pt x="1321" y="430"/>
                      <a:pt x="1267" y="359"/>
                    </a:cubicBezTo>
                    <a:cubicBezTo>
                      <a:pt x="1232" y="306"/>
                      <a:pt x="1196" y="261"/>
                      <a:pt x="1151" y="225"/>
                    </a:cubicBezTo>
                    <a:cubicBezTo>
                      <a:pt x="1120" y="210"/>
                      <a:pt x="1086" y="200"/>
                      <a:pt x="1053" y="200"/>
                    </a:cubicBezTo>
                    <a:cubicBezTo>
                      <a:pt x="1028" y="200"/>
                      <a:pt x="1004" y="205"/>
                      <a:pt x="982" y="216"/>
                    </a:cubicBezTo>
                    <a:cubicBezTo>
                      <a:pt x="928" y="243"/>
                      <a:pt x="902" y="306"/>
                      <a:pt x="902" y="368"/>
                    </a:cubicBezTo>
                    <a:cubicBezTo>
                      <a:pt x="911" y="430"/>
                      <a:pt x="928" y="484"/>
                      <a:pt x="955" y="546"/>
                    </a:cubicBezTo>
                    <a:cubicBezTo>
                      <a:pt x="973" y="582"/>
                      <a:pt x="1027" y="680"/>
                      <a:pt x="1089" y="805"/>
                    </a:cubicBezTo>
                    <a:cubicBezTo>
                      <a:pt x="1009" y="716"/>
                      <a:pt x="937" y="653"/>
                      <a:pt x="911" y="627"/>
                    </a:cubicBezTo>
                    <a:cubicBezTo>
                      <a:pt x="866" y="591"/>
                      <a:pt x="821" y="546"/>
                      <a:pt x="768" y="529"/>
                    </a:cubicBezTo>
                    <a:cubicBezTo>
                      <a:pt x="744" y="522"/>
                      <a:pt x="718" y="517"/>
                      <a:pt x="693" y="517"/>
                    </a:cubicBezTo>
                    <a:cubicBezTo>
                      <a:pt x="654" y="517"/>
                      <a:pt x="617" y="528"/>
                      <a:pt x="589" y="555"/>
                    </a:cubicBezTo>
                    <a:cubicBezTo>
                      <a:pt x="554" y="600"/>
                      <a:pt x="545" y="662"/>
                      <a:pt x="554" y="725"/>
                    </a:cubicBezTo>
                    <a:cubicBezTo>
                      <a:pt x="572" y="778"/>
                      <a:pt x="607" y="823"/>
                      <a:pt x="643" y="876"/>
                    </a:cubicBezTo>
                    <a:cubicBezTo>
                      <a:pt x="705" y="948"/>
                      <a:pt x="768" y="1028"/>
                      <a:pt x="839" y="1100"/>
                    </a:cubicBezTo>
                    <a:cubicBezTo>
                      <a:pt x="697" y="1028"/>
                      <a:pt x="589" y="966"/>
                      <a:pt x="554" y="957"/>
                    </a:cubicBezTo>
                    <a:cubicBezTo>
                      <a:pt x="491" y="930"/>
                      <a:pt x="438" y="903"/>
                      <a:pt x="375" y="903"/>
                    </a:cubicBezTo>
                    <a:cubicBezTo>
                      <a:pt x="313" y="903"/>
                      <a:pt x="250" y="930"/>
                      <a:pt x="224" y="984"/>
                    </a:cubicBezTo>
                    <a:cubicBezTo>
                      <a:pt x="197" y="1028"/>
                      <a:pt x="206" y="1100"/>
                      <a:pt x="242" y="1144"/>
                    </a:cubicBezTo>
                    <a:cubicBezTo>
                      <a:pt x="268" y="1198"/>
                      <a:pt x="322" y="1233"/>
                      <a:pt x="366" y="1269"/>
                    </a:cubicBezTo>
                    <a:cubicBezTo>
                      <a:pt x="447" y="1323"/>
                      <a:pt x="527" y="1367"/>
                      <a:pt x="607" y="1421"/>
                    </a:cubicBezTo>
                    <a:cubicBezTo>
                      <a:pt x="465" y="1394"/>
                      <a:pt x="358" y="1376"/>
                      <a:pt x="313" y="1367"/>
                    </a:cubicBezTo>
                    <a:cubicBezTo>
                      <a:pt x="286" y="1367"/>
                      <a:pt x="257" y="1365"/>
                      <a:pt x="227" y="1365"/>
                    </a:cubicBezTo>
                    <a:cubicBezTo>
                      <a:pt x="197" y="1365"/>
                      <a:pt x="166" y="1367"/>
                      <a:pt x="134" y="1376"/>
                    </a:cubicBezTo>
                    <a:cubicBezTo>
                      <a:pt x="81" y="1394"/>
                      <a:pt x="27" y="1439"/>
                      <a:pt x="10" y="1492"/>
                    </a:cubicBezTo>
                    <a:cubicBezTo>
                      <a:pt x="1" y="1554"/>
                      <a:pt x="36" y="1617"/>
                      <a:pt x="81" y="1653"/>
                    </a:cubicBezTo>
                    <a:cubicBezTo>
                      <a:pt x="126" y="1688"/>
                      <a:pt x="179" y="1706"/>
                      <a:pt x="242" y="1724"/>
                    </a:cubicBezTo>
                    <a:cubicBezTo>
                      <a:pt x="473" y="1795"/>
                      <a:pt x="723" y="1849"/>
                      <a:pt x="973" y="1867"/>
                    </a:cubicBezTo>
                    <a:cubicBezTo>
                      <a:pt x="1009" y="1871"/>
                      <a:pt x="1167" y="1878"/>
                      <a:pt x="1338" y="1878"/>
                    </a:cubicBezTo>
                    <a:cubicBezTo>
                      <a:pt x="1552" y="1878"/>
                      <a:pt x="1785" y="1867"/>
                      <a:pt x="1829" y="1822"/>
                    </a:cubicBezTo>
                    <a:cubicBezTo>
                      <a:pt x="1919" y="1733"/>
                      <a:pt x="1883" y="1037"/>
                      <a:pt x="1874" y="957"/>
                    </a:cubicBezTo>
                    <a:cubicBezTo>
                      <a:pt x="1847" y="707"/>
                      <a:pt x="1803" y="466"/>
                      <a:pt x="1722" y="225"/>
                    </a:cubicBezTo>
                    <a:cubicBezTo>
                      <a:pt x="1705" y="172"/>
                      <a:pt x="1687" y="109"/>
                      <a:pt x="1651" y="65"/>
                    </a:cubicBezTo>
                    <a:cubicBezTo>
                      <a:pt x="1620" y="26"/>
                      <a:pt x="1569" y="1"/>
                      <a:pt x="152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17"/>
          <p:cNvSpPr/>
          <p:nvPr/>
        </p:nvSpPr>
        <p:spPr>
          <a:xfrm flipH="1">
            <a:off x="6515139" y="-623007"/>
            <a:ext cx="4473599" cy="2154074"/>
          </a:xfrm>
          <a:custGeom>
            <a:avLst/>
            <a:gdLst/>
            <a:ahLst/>
            <a:cxnLst/>
            <a:rect l="l" t="t" r="r" b="b"/>
            <a:pathLst>
              <a:path w="26606" h="12811" extrusionOk="0">
                <a:moveTo>
                  <a:pt x="681" y="0"/>
                </a:moveTo>
                <a:cubicBezTo>
                  <a:pt x="681" y="0"/>
                  <a:pt x="0" y="3029"/>
                  <a:pt x="3131" y="4181"/>
                </a:cubicBezTo>
                <a:cubicBezTo>
                  <a:pt x="6258" y="5333"/>
                  <a:pt x="8503" y="6644"/>
                  <a:pt x="8948" y="8790"/>
                </a:cubicBezTo>
                <a:cubicBezTo>
                  <a:pt x="9301" y="10474"/>
                  <a:pt x="12290" y="12810"/>
                  <a:pt x="16574" y="12810"/>
                </a:cubicBezTo>
                <a:cubicBezTo>
                  <a:pt x="17749" y="12810"/>
                  <a:pt x="19022" y="12634"/>
                  <a:pt x="20364" y="12221"/>
                </a:cubicBezTo>
                <a:cubicBezTo>
                  <a:pt x="26605" y="10302"/>
                  <a:pt x="25770" y="7677"/>
                  <a:pt x="23067" y="6404"/>
                </a:cubicBezTo>
                <a:cubicBezTo>
                  <a:pt x="20364" y="5136"/>
                  <a:pt x="21520" y="3457"/>
                  <a:pt x="21598" y="2686"/>
                </a:cubicBezTo>
                <a:cubicBezTo>
                  <a:pt x="21679" y="1915"/>
                  <a:pt x="21195" y="159"/>
                  <a:pt x="20480" y="0"/>
                </a:cubicBezTo>
                <a:close/>
              </a:path>
            </a:pathLst>
          </a:custGeom>
          <a:solidFill>
            <a:srgbClr val="FFFFFF">
              <a:alpha val="226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" name="Google Shape;696;p17"/>
          <p:cNvSpPr/>
          <p:nvPr/>
        </p:nvSpPr>
        <p:spPr>
          <a:xfrm>
            <a:off x="-2331386" y="-623007"/>
            <a:ext cx="4473599" cy="2154074"/>
          </a:xfrm>
          <a:custGeom>
            <a:avLst/>
            <a:gdLst/>
            <a:ahLst/>
            <a:cxnLst/>
            <a:rect l="l" t="t" r="r" b="b"/>
            <a:pathLst>
              <a:path w="26606" h="12811" extrusionOk="0">
                <a:moveTo>
                  <a:pt x="681" y="0"/>
                </a:moveTo>
                <a:cubicBezTo>
                  <a:pt x="681" y="0"/>
                  <a:pt x="0" y="3029"/>
                  <a:pt x="3131" y="4181"/>
                </a:cubicBezTo>
                <a:cubicBezTo>
                  <a:pt x="6258" y="5333"/>
                  <a:pt x="8503" y="6644"/>
                  <a:pt x="8948" y="8790"/>
                </a:cubicBezTo>
                <a:cubicBezTo>
                  <a:pt x="9301" y="10474"/>
                  <a:pt x="12290" y="12810"/>
                  <a:pt x="16574" y="12810"/>
                </a:cubicBezTo>
                <a:cubicBezTo>
                  <a:pt x="17749" y="12810"/>
                  <a:pt x="19022" y="12634"/>
                  <a:pt x="20364" y="12221"/>
                </a:cubicBezTo>
                <a:cubicBezTo>
                  <a:pt x="26605" y="10302"/>
                  <a:pt x="25770" y="7677"/>
                  <a:pt x="23067" y="6404"/>
                </a:cubicBezTo>
                <a:cubicBezTo>
                  <a:pt x="20364" y="5136"/>
                  <a:pt x="21520" y="3457"/>
                  <a:pt x="21598" y="2686"/>
                </a:cubicBezTo>
                <a:cubicBezTo>
                  <a:pt x="21679" y="1915"/>
                  <a:pt x="21195" y="159"/>
                  <a:pt x="20480" y="0"/>
                </a:cubicBezTo>
                <a:close/>
              </a:path>
            </a:pathLst>
          </a:custGeom>
          <a:solidFill>
            <a:srgbClr val="FFFFFF">
              <a:alpha val="226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97" name="Google Shape;697;p17"/>
          <p:cNvGrpSpPr/>
          <p:nvPr/>
        </p:nvGrpSpPr>
        <p:grpSpPr>
          <a:xfrm>
            <a:off x="-763801" y="109177"/>
            <a:ext cx="1473050" cy="1052579"/>
            <a:chOff x="8427567" y="122992"/>
            <a:chExt cx="1320411" cy="943509"/>
          </a:xfrm>
        </p:grpSpPr>
        <p:sp>
          <p:nvSpPr>
            <p:cNvPr id="698" name="Google Shape;698;p17"/>
            <p:cNvSpPr/>
            <p:nvPr/>
          </p:nvSpPr>
          <p:spPr>
            <a:xfrm>
              <a:off x="8493440" y="190091"/>
              <a:ext cx="809534" cy="809534"/>
            </a:xfrm>
            <a:custGeom>
              <a:avLst/>
              <a:gdLst/>
              <a:ahLst/>
              <a:cxnLst/>
              <a:rect l="l" t="t" r="r" b="b"/>
              <a:pathLst>
                <a:path w="14526" h="14526" extrusionOk="0">
                  <a:moveTo>
                    <a:pt x="7261" y="0"/>
                  </a:moveTo>
                  <a:cubicBezTo>
                    <a:pt x="3252" y="0"/>
                    <a:pt x="1" y="3252"/>
                    <a:pt x="1" y="7261"/>
                  </a:cubicBezTo>
                  <a:cubicBezTo>
                    <a:pt x="1" y="11275"/>
                    <a:pt x="3252" y="14526"/>
                    <a:pt x="7261" y="14526"/>
                  </a:cubicBezTo>
                  <a:cubicBezTo>
                    <a:pt x="11275" y="14526"/>
                    <a:pt x="14526" y="11275"/>
                    <a:pt x="14526" y="7261"/>
                  </a:cubicBezTo>
                  <a:cubicBezTo>
                    <a:pt x="14526" y="3252"/>
                    <a:pt x="11275" y="0"/>
                    <a:pt x="72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17"/>
            <p:cNvSpPr/>
            <p:nvPr/>
          </p:nvSpPr>
          <p:spPr>
            <a:xfrm>
              <a:off x="8427567" y="122992"/>
              <a:ext cx="1320411" cy="943509"/>
            </a:xfrm>
            <a:custGeom>
              <a:avLst/>
              <a:gdLst/>
              <a:ahLst/>
              <a:cxnLst/>
              <a:rect l="l" t="t" r="r" b="b"/>
              <a:pathLst>
                <a:path w="23693" h="16930" extrusionOk="0">
                  <a:moveTo>
                    <a:pt x="8495" y="2151"/>
                  </a:moveTo>
                  <a:cubicBezTo>
                    <a:pt x="11981" y="2151"/>
                    <a:pt x="14808" y="4978"/>
                    <a:pt x="14808" y="8465"/>
                  </a:cubicBezTo>
                  <a:cubicBezTo>
                    <a:pt x="14808" y="11952"/>
                    <a:pt x="11981" y="14779"/>
                    <a:pt x="8495" y="14779"/>
                  </a:cubicBezTo>
                  <a:cubicBezTo>
                    <a:pt x="5008" y="14779"/>
                    <a:pt x="2181" y="11952"/>
                    <a:pt x="2181" y="8465"/>
                  </a:cubicBezTo>
                  <a:cubicBezTo>
                    <a:pt x="2181" y="4978"/>
                    <a:pt x="5008" y="2151"/>
                    <a:pt x="8495" y="2151"/>
                  </a:cubicBezTo>
                  <a:close/>
                  <a:moveTo>
                    <a:pt x="1435" y="1"/>
                  </a:moveTo>
                  <a:cubicBezTo>
                    <a:pt x="643" y="1"/>
                    <a:pt x="0" y="643"/>
                    <a:pt x="0" y="1436"/>
                  </a:cubicBezTo>
                  <a:lnTo>
                    <a:pt x="0" y="15499"/>
                  </a:lnTo>
                  <a:cubicBezTo>
                    <a:pt x="0" y="16291"/>
                    <a:pt x="643" y="16929"/>
                    <a:pt x="1435" y="16929"/>
                  </a:cubicBezTo>
                  <a:lnTo>
                    <a:pt x="22258" y="16929"/>
                  </a:lnTo>
                  <a:cubicBezTo>
                    <a:pt x="23050" y="16929"/>
                    <a:pt x="23693" y="16291"/>
                    <a:pt x="23693" y="15499"/>
                  </a:cubicBezTo>
                  <a:lnTo>
                    <a:pt x="23693" y="1436"/>
                  </a:lnTo>
                  <a:cubicBezTo>
                    <a:pt x="23693" y="643"/>
                    <a:pt x="23050" y="1"/>
                    <a:pt x="222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17"/>
            <p:cNvSpPr/>
            <p:nvPr/>
          </p:nvSpPr>
          <p:spPr>
            <a:xfrm>
              <a:off x="8771311" y="293193"/>
              <a:ext cx="251454" cy="253627"/>
            </a:xfrm>
            <a:custGeom>
              <a:avLst/>
              <a:gdLst/>
              <a:ahLst/>
              <a:cxnLst/>
              <a:rect l="l" t="t" r="r" b="b"/>
              <a:pathLst>
                <a:path w="4512" h="4551" extrusionOk="0">
                  <a:moveTo>
                    <a:pt x="2275" y="1"/>
                  </a:moveTo>
                  <a:cubicBezTo>
                    <a:pt x="1020" y="1"/>
                    <a:pt x="1" y="1016"/>
                    <a:pt x="1" y="2275"/>
                  </a:cubicBezTo>
                  <a:cubicBezTo>
                    <a:pt x="1" y="3531"/>
                    <a:pt x="1358" y="4546"/>
                    <a:pt x="2275" y="4550"/>
                  </a:cubicBezTo>
                  <a:cubicBezTo>
                    <a:pt x="3072" y="3132"/>
                    <a:pt x="4511" y="3089"/>
                    <a:pt x="4511" y="1834"/>
                  </a:cubicBezTo>
                  <a:cubicBezTo>
                    <a:pt x="4511" y="579"/>
                    <a:pt x="3534" y="1"/>
                    <a:pt x="22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17"/>
            <p:cNvSpPr/>
            <p:nvPr/>
          </p:nvSpPr>
          <p:spPr>
            <a:xfrm>
              <a:off x="8598937" y="581653"/>
              <a:ext cx="280099" cy="232394"/>
            </a:xfrm>
            <a:custGeom>
              <a:avLst/>
              <a:gdLst/>
              <a:ahLst/>
              <a:cxnLst/>
              <a:rect l="l" t="t" r="r" b="b"/>
              <a:pathLst>
                <a:path w="5026" h="4170" extrusionOk="0">
                  <a:moveTo>
                    <a:pt x="1737" y="1"/>
                  </a:moveTo>
                  <a:cubicBezTo>
                    <a:pt x="1532" y="1"/>
                    <a:pt x="1324" y="52"/>
                    <a:pt x="1102" y="179"/>
                  </a:cubicBezTo>
                  <a:cubicBezTo>
                    <a:pt x="14" y="809"/>
                    <a:pt x="1" y="1944"/>
                    <a:pt x="631" y="3032"/>
                  </a:cubicBezTo>
                  <a:cubicBezTo>
                    <a:pt x="1053" y="3761"/>
                    <a:pt x="1817" y="4169"/>
                    <a:pt x="2603" y="4169"/>
                  </a:cubicBezTo>
                  <a:cubicBezTo>
                    <a:pt x="2990" y="4169"/>
                    <a:pt x="3382" y="4071"/>
                    <a:pt x="3740" y="3863"/>
                  </a:cubicBezTo>
                  <a:cubicBezTo>
                    <a:pt x="4828" y="3238"/>
                    <a:pt x="5025" y="1554"/>
                    <a:pt x="4571" y="758"/>
                  </a:cubicBezTo>
                  <a:lnTo>
                    <a:pt x="4571" y="758"/>
                  </a:lnTo>
                  <a:cubicBezTo>
                    <a:pt x="4560" y="758"/>
                    <a:pt x="4549" y="758"/>
                    <a:pt x="4538" y="758"/>
                  </a:cubicBezTo>
                  <a:cubicBezTo>
                    <a:pt x="3266" y="758"/>
                    <a:pt x="2528" y="1"/>
                    <a:pt x="17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17"/>
            <p:cNvSpPr/>
            <p:nvPr/>
          </p:nvSpPr>
          <p:spPr>
            <a:xfrm>
              <a:off x="8942737" y="563541"/>
              <a:ext cx="254742" cy="258420"/>
            </a:xfrm>
            <a:custGeom>
              <a:avLst/>
              <a:gdLst/>
              <a:ahLst/>
              <a:cxnLst/>
              <a:rect l="l" t="t" r="r" b="b"/>
              <a:pathLst>
                <a:path w="4571" h="4637" extrusionOk="0">
                  <a:moveTo>
                    <a:pt x="2130" y="1"/>
                  </a:moveTo>
                  <a:cubicBezTo>
                    <a:pt x="1242" y="1"/>
                    <a:pt x="335" y="509"/>
                    <a:pt x="0" y="1083"/>
                  </a:cubicBezTo>
                  <a:cubicBezTo>
                    <a:pt x="827" y="2479"/>
                    <a:pt x="146" y="3743"/>
                    <a:pt x="1234" y="4372"/>
                  </a:cubicBezTo>
                  <a:cubicBezTo>
                    <a:pt x="1547" y="4554"/>
                    <a:pt x="1853" y="4637"/>
                    <a:pt x="2144" y="4637"/>
                  </a:cubicBezTo>
                  <a:cubicBezTo>
                    <a:pt x="2862" y="4637"/>
                    <a:pt x="3493" y="4131"/>
                    <a:pt x="3941" y="3357"/>
                  </a:cubicBezTo>
                  <a:cubicBezTo>
                    <a:pt x="4571" y="2269"/>
                    <a:pt x="4198" y="877"/>
                    <a:pt x="3106" y="247"/>
                  </a:cubicBezTo>
                  <a:cubicBezTo>
                    <a:pt x="2805" y="75"/>
                    <a:pt x="2469" y="1"/>
                    <a:pt x="21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17"/>
            <p:cNvSpPr/>
            <p:nvPr/>
          </p:nvSpPr>
          <p:spPr>
            <a:xfrm>
              <a:off x="8825481" y="525477"/>
              <a:ext cx="145455" cy="145232"/>
            </a:xfrm>
            <a:custGeom>
              <a:avLst/>
              <a:gdLst/>
              <a:ahLst/>
              <a:cxnLst/>
              <a:rect l="l" t="t" r="r" b="b"/>
              <a:pathLst>
                <a:path w="2610" h="2606" extrusionOk="0">
                  <a:moveTo>
                    <a:pt x="1303" y="1"/>
                  </a:moveTo>
                  <a:cubicBezTo>
                    <a:pt x="584" y="1"/>
                    <a:pt x="1" y="583"/>
                    <a:pt x="1" y="1303"/>
                  </a:cubicBezTo>
                  <a:cubicBezTo>
                    <a:pt x="1" y="2023"/>
                    <a:pt x="584" y="2605"/>
                    <a:pt x="1303" y="2605"/>
                  </a:cubicBezTo>
                  <a:cubicBezTo>
                    <a:pt x="2027" y="2605"/>
                    <a:pt x="2610" y="2023"/>
                    <a:pt x="2610" y="1303"/>
                  </a:cubicBezTo>
                  <a:cubicBezTo>
                    <a:pt x="2610" y="583"/>
                    <a:pt x="2027" y="1"/>
                    <a:pt x="13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17"/>
            <p:cNvSpPr/>
            <p:nvPr/>
          </p:nvSpPr>
          <p:spPr>
            <a:xfrm>
              <a:off x="8857024" y="557020"/>
              <a:ext cx="82425" cy="82425"/>
            </a:xfrm>
            <a:custGeom>
              <a:avLst/>
              <a:gdLst/>
              <a:ahLst/>
              <a:cxnLst/>
              <a:rect l="l" t="t" r="r" b="b"/>
              <a:pathLst>
                <a:path w="1479" h="1479" extrusionOk="0">
                  <a:moveTo>
                    <a:pt x="737" y="0"/>
                  </a:moveTo>
                  <a:cubicBezTo>
                    <a:pt x="330" y="0"/>
                    <a:pt x="0" y="330"/>
                    <a:pt x="0" y="737"/>
                  </a:cubicBezTo>
                  <a:cubicBezTo>
                    <a:pt x="0" y="1144"/>
                    <a:pt x="330" y="1478"/>
                    <a:pt x="737" y="1478"/>
                  </a:cubicBezTo>
                  <a:cubicBezTo>
                    <a:pt x="1148" y="1478"/>
                    <a:pt x="1478" y="1144"/>
                    <a:pt x="1478" y="737"/>
                  </a:cubicBezTo>
                  <a:cubicBezTo>
                    <a:pt x="1478" y="330"/>
                    <a:pt x="1148" y="0"/>
                    <a:pt x="7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17"/>
            <p:cNvSpPr/>
            <p:nvPr/>
          </p:nvSpPr>
          <p:spPr>
            <a:xfrm>
              <a:off x="8879483" y="579424"/>
              <a:ext cx="37283" cy="37339"/>
            </a:xfrm>
            <a:custGeom>
              <a:avLst/>
              <a:gdLst/>
              <a:ahLst/>
              <a:cxnLst/>
              <a:rect l="l" t="t" r="r" b="b"/>
              <a:pathLst>
                <a:path w="669" h="670" extrusionOk="0">
                  <a:moveTo>
                    <a:pt x="334" y="1"/>
                  </a:moveTo>
                  <a:cubicBezTo>
                    <a:pt x="150" y="1"/>
                    <a:pt x="0" y="151"/>
                    <a:pt x="0" y="335"/>
                  </a:cubicBezTo>
                  <a:cubicBezTo>
                    <a:pt x="0" y="519"/>
                    <a:pt x="150" y="669"/>
                    <a:pt x="334" y="669"/>
                  </a:cubicBezTo>
                  <a:cubicBezTo>
                    <a:pt x="518" y="669"/>
                    <a:pt x="668" y="519"/>
                    <a:pt x="668" y="335"/>
                  </a:cubicBezTo>
                  <a:cubicBezTo>
                    <a:pt x="668" y="151"/>
                    <a:pt x="518" y="1"/>
                    <a:pt x="3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17"/>
            <p:cNvSpPr/>
            <p:nvPr/>
          </p:nvSpPr>
          <p:spPr>
            <a:xfrm>
              <a:off x="8532340" y="228991"/>
              <a:ext cx="731735" cy="731512"/>
            </a:xfrm>
            <a:custGeom>
              <a:avLst/>
              <a:gdLst/>
              <a:ahLst/>
              <a:cxnLst/>
              <a:rect l="l" t="t" r="r" b="b"/>
              <a:pathLst>
                <a:path w="13130" h="13126" extrusionOk="0">
                  <a:moveTo>
                    <a:pt x="6563" y="442"/>
                  </a:moveTo>
                  <a:cubicBezTo>
                    <a:pt x="9943" y="442"/>
                    <a:pt x="12689" y="3188"/>
                    <a:pt x="12689" y="6563"/>
                  </a:cubicBezTo>
                  <a:cubicBezTo>
                    <a:pt x="12689" y="9943"/>
                    <a:pt x="9943" y="12688"/>
                    <a:pt x="6563" y="12688"/>
                  </a:cubicBezTo>
                  <a:cubicBezTo>
                    <a:pt x="3188" y="12688"/>
                    <a:pt x="442" y="9943"/>
                    <a:pt x="442" y="6563"/>
                  </a:cubicBezTo>
                  <a:cubicBezTo>
                    <a:pt x="442" y="3188"/>
                    <a:pt x="3188" y="442"/>
                    <a:pt x="6563" y="442"/>
                  </a:cubicBezTo>
                  <a:close/>
                  <a:moveTo>
                    <a:pt x="6563" y="1"/>
                  </a:moveTo>
                  <a:cubicBezTo>
                    <a:pt x="2948" y="1"/>
                    <a:pt x="1" y="2948"/>
                    <a:pt x="1" y="6563"/>
                  </a:cubicBezTo>
                  <a:cubicBezTo>
                    <a:pt x="1" y="10183"/>
                    <a:pt x="2948" y="13125"/>
                    <a:pt x="6563" y="13125"/>
                  </a:cubicBezTo>
                  <a:cubicBezTo>
                    <a:pt x="10183" y="13125"/>
                    <a:pt x="13130" y="10183"/>
                    <a:pt x="13130" y="6563"/>
                  </a:cubicBezTo>
                  <a:cubicBezTo>
                    <a:pt x="13130" y="2948"/>
                    <a:pt x="10183" y="1"/>
                    <a:pt x="65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17"/>
            <p:cNvSpPr/>
            <p:nvPr/>
          </p:nvSpPr>
          <p:spPr>
            <a:xfrm>
              <a:off x="9338756" y="341678"/>
              <a:ext cx="323513" cy="43971"/>
            </a:xfrm>
            <a:custGeom>
              <a:avLst/>
              <a:gdLst/>
              <a:ahLst/>
              <a:cxnLst/>
              <a:rect l="l" t="t" r="r" b="b"/>
              <a:pathLst>
                <a:path w="5805" h="789" extrusionOk="0">
                  <a:moveTo>
                    <a:pt x="395" y="0"/>
                  </a:moveTo>
                  <a:cubicBezTo>
                    <a:pt x="176" y="0"/>
                    <a:pt x="1" y="176"/>
                    <a:pt x="1" y="395"/>
                  </a:cubicBezTo>
                  <a:cubicBezTo>
                    <a:pt x="1" y="613"/>
                    <a:pt x="176" y="789"/>
                    <a:pt x="395" y="789"/>
                  </a:cubicBezTo>
                  <a:lnTo>
                    <a:pt x="5411" y="789"/>
                  </a:lnTo>
                  <a:cubicBezTo>
                    <a:pt x="5629" y="789"/>
                    <a:pt x="5805" y="613"/>
                    <a:pt x="5805" y="395"/>
                  </a:cubicBezTo>
                  <a:cubicBezTo>
                    <a:pt x="5805" y="176"/>
                    <a:pt x="5629" y="0"/>
                    <a:pt x="54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17"/>
            <p:cNvSpPr/>
            <p:nvPr/>
          </p:nvSpPr>
          <p:spPr>
            <a:xfrm>
              <a:off x="9324656" y="327578"/>
              <a:ext cx="351712" cy="72170"/>
            </a:xfrm>
            <a:custGeom>
              <a:avLst/>
              <a:gdLst/>
              <a:ahLst/>
              <a:cxnLst/>
              <a:rect l="l" t="t" r="r" b="b"/>
              <a:pathLst>
                <a:path w="6311" h="1295" extrusionOk="0">
                  <a:moveTo>
                    <a:pt x="5664" y="506"/>
                  </a:moveTo>
                  <a:cubicBezTo>
                    <a:pt x="5745" y="506"/>
                    <a:pt x="5809" y="570"/>
                    <a:pt x="5809" y="648"/>
                  </a:cubicBezTo>
                  <a:cubicBezTo>
                    <a:pt x="5809" y="729"/>
                    <a:pt x="5745" y="793"/>
                    <a:pt x="5664" y="793"/>
                  </a:cubicBezTo>
                  <a:lnTo>
                    <a:pt x="648" y="793"/>
                  </a:lnTo>
                  <a:cubicBezTo>
                    <a:pt x="566" y="793"/>
                    <a:pt x="502" y="729"/>
                    <a:pt x="502" y="648"/>
                  </a:cubicBezTo>
                  <a:cubicBezTo>
                    <a:pt x="502" y="570"/>
                    <a:pt x="566" y="506"/>
                    <a:pt x="648" y="506"/>
                  </a:cubicBezTo>
                  <a:close/>
                  <a:moveTo>
                    <a:pt x="648" y="1"/>
                  </a:moveTo>
                  <a:cubicBezTo>
                    <a:pt x="292" y="1"/>
                    <a:pt x="1" y="292"/>
                    <a:pt x="1" y="648"/>
                  </a:cubicBezTo>
                  <a:cubicBezTo>
                    <a:pt x="1" y="1003"/>
                    <a:pt x="292" y="1294"/>
                    <a:pt x="648" y="1294"/>
                  </a:cubicBezTo>
                  <a:lnTo>
                    <a:pt x="5664" y="1294"/>
                  </a:lnTo>
                  <a:cubicBezTo>
                    <a:pt x="6019" y="1294"/>
                    <a:pt x="6310" y="1003"/>
                    <a:pt x="6310" y="648"/>
                  </a:cubicBezTo>
                  <a:cubicBezTo>
                    <a:pt x="6310" y="292"/>
                    <a:pt x="6019" y="1"/>
                    <a:pt x="566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17"/>
            <p:cNvSpPr/>
            <p:nvPr/>
          </p:nvSpPr>
          <p:spPr>
            <a:xfrm>
              <a:off x="9338756" y="494435"/>
              <a:ext cx="323513" cy="44027"/>
            </a:xfrm>
            <a:custGeom>
              <a:avLst/>
              <a:gdLst/>
              <a:ahLst/>
              <a:cxnLst/>
              <a:rect l="l" t="t" r="r" b="b"/>
              <a:pathLst>
                <a:path w="5805" h="790" extrusionOk="0">
                  <a:moveTo>
                    <a:pt x="395" y="1"/>
                  </a:moveTo>
                  <a:cubicBezTo>
                    <a:pt x="176" y="1"/>
                    <a:pt x="1" y="177"/>
                    <a:pt x="1" y="395"/>
                  </a:cubicBezTo>
                  <a:cubicBezTo>
                    <a:pt x="1" y="613"/>
                    <a:pt x="176" y="789"/>
                    <a:pt x="395" y="789"/>
                  </a:cubicBezTo>
                  <a:lnTo>
                    <a:pt x="5411" y="789"/>
                  </a:lnTo>
                  <a:cubicBezTo>
                    <a:pt x="5629" y="789"/>
                    <a:pt x="5805" y="613"/>
                    <a:pt x="5805" y="395"/>
                  </a:cubicBezTo>
                  <a:cubicBezTo>
                    <a:pt x="5805" y="177"/>
                    <a:pt x="5629" y="1"/>
                    <a:pt x="54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17"/>
            <p:cNvSpPr/>
            <p:nvPr/>
          </p:nvSpPr>
          <p:spPr>
            <a:xfrm>
              <a:off x="9324656" y="480614"/>
              <a:ext cx="351712" cy="71892"/>
            </a:xfrm>
            <a:custGeom>
              <a:avLst/>
              <a:gdLst/>
              <a:ahLst/>
              <a:cxnLst/>
              <a:rect l="l" t="t" r="r" b="b"/>
              <a:pathLst>
                <a:path w="6311" h="1290" extrusionOk="0">
                  <a:moveTo>
                    <a:pt x="5664" y="502"/>
                  </a:moveTo>
                  <a:cubicBezTo>
                    <a:pt x="5745" y="502"/>
                    <a:pt x="5809" y="566"/>
                    <a:pt x="5809" y="643"/>
                  </a:cubicBezTo>
                  <a:cubicBezTo>
                    <a:pt x="5809" y="720"/>
                    <a:pt x="5745" y="789"/>
                    <a:pt x="5664" y="789"/>
                  </a:cubicBezTo>
                  <a:lnTo>
                    <a:pt x="648" y="789"/>
                  </a:lnTo>
                  <a:cubicBezTo>
                    <a:pt x="566" y="789"/>
                    <a:pt x="502" y="720"/>
                    <a:pt x="502" y="643"/>
                  </a:cubicBezTo>
                  <a:cubicBezTo>
                    <a:pt x="502" y="566"/>
                    <a:pt x="566" y="502"/>
                    <a:pt x="648" y="502"/>
                  </a:cubicBezTo>
                  <a:close/>
                  <a:moveTo>
                    <a:pt x="648" y="1"/>
                  </a:moveTo>
                  <a:cubicBezTo>
                    <a:pt x="292" y="1"/>
                    <a:pt x="1" y="287"/>
                    <a:pt x="1" y="643"/>
                  </a:cubicBezTo>
                  <a:cubicBezTo>
                    <a:pt x="1" y="999"/>
                    <a:pt x="292" y="1290"/>
                    <a:pt x="648" y="1290"/>
                  </a:cubicBezTo>
                  <a:lnTo>
                    <a:pt x="5664" y="1290"/>
                  </a:lnTo>
                  <a:cubicBezTo>
                    <a:pt x="6019" y="1290"/>
                    <a:pt x="6310" y="999"/>
                    <a:pt x="6310" y="643"/>
                  </a:cubicBezTo>
                  <a:cubicBezTo>
                    <a:pt x="6310" y="287"/>
                    <a:pt x="6019" y="1"/>
                    <a:pt x="566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17"/>
            <p:cNvSpPr/>
            <p:nvPr/>
          </p:nvSpPr>
          <p:spPr>
            <a:xfrm>
              <a:off x="9338756" y="647248"/>
              <a:ext cx="323513" cy="43971"/>
            </a:xfrm>
            <a:custGeom>
              <a:avLst/>
              <a:gdLst/>
              <a:ahLst/>
              <a:cxnLst/>
              <a:rect l="l" t="t" r="r" b="b"/>
              <a:pathLst>
                <a:path w="5805" h="789" extrusionOk="0">
                  <a:moveTo>
                    <a:pt x="395" y="0"/>
                  </a:moveTo>
                  <a:cubicBezTo>
                    <a:pt x="176" y="0"/>
                    <a:pt x="1" y="176"/>
                    <a:pt x="1" y="394"/>
                  </a:cubicBezTo>
                  <a:cubicBezTo>
                    <a:pt x="1" y="613"/>
                    <a:pt x="176" y="789"/>
                    <a:pt x="395" y="789"/>
                  </a:cubicBezTo>
                  <a:lnTo>
                    <a:pt x="5411" y="789"/>
                  </a:lnTo>
                  <a:cubicBezTo>
                    <a:pt x="5629" y="789"/>
                    <a:pt x="5805" y="613"/>
                    <a:pt x="5805" y="394"/>
                  </a:cubicBezTo>
                  <a:cubicBezTo>
                    <a:pt x="5805" y="176"/>
                    <a:pt x="5629" y="0"/>
                    <a:pt x="54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17"/>
            <p:cNvSpPr/>
            <p:nvPr/>
          </p:nvSpPr>
          <p:spPr>
            <a:xfrm>
              <a:off x="9324656" y="633148"/>
              <a:ext cx="351712" cy="72170"/>
            </a:xfrm>
            <a:custGeom>
              <a:avLst/>
              <a:gdLst/>
              <a:ahLst/>
              <a:cxnLst/>
              <a:rect l="l" t="t" r="r" b="b"/>
              <a:pathLst>
                <a:path w="6311" h="1295" extrusionOk="0">
                  <a:moveTo>
                    <a:pt x="5664" y="502"/>
                  </a:moveTo>
                  <a:cubicBezTo>
                    <a:pt x="5745" y="502"/>
                    <a:pt x="5809" y="566"/>
                    <a:pt x="5809" y="647"/>
                  </a:cubicBezTo>
                  <a:cubicBezTo>
                    <a:pt x="5809" y="725"/>
                    <a:pt x="5745" y="789"/>
                    <a:pt x="5664" y="789"/>
                  </a:cubicBezTo>
                  <a:lnTo>
                    <a:pt x="648" y="789"/>
                  </a:lnTo>
                  <a:cubicBezTo>
                    <a:pt x="566" y="789"/>
                    <a:pt x="502" y="725"/>
                    <a:pt x="502" y="647"/>
                  </a:cubicBezTo>
                  <a:cubicBezTo>
                    <a:pt x="502" y="566"/>
                    <a:pt x="566" y="502"/>
                    <a:pt x="648" y="502"/>
                  </a:cubicBezTo>
                  <a:close/>
                  <a:moveTo>
                    <a:pt x="648" y="1"/>
                  </a:moveTo>
                  <a:cubicBezTo>
                    <a:pt x="292" y="1"/>
                    <a:pt x="1" y="292"/>
                    <a:pt x="1" y="647"/>
                  </a:cubicBezTo>
                  <a:cubicBezTo>
                    <a:pt x="1" y="1003"/>
                    <a:pt x="292" y="1294"/>
                    <a:pt x="648" y="1294"/>
                  </a:cubicBezTo>
                  <a:lnTo>
                    <a:pt x="5664" y="1294"/>
                  </a:lnTo>
                  <a:cubicBezTo>
                    <a:pt x="6019" y="1294"/>
                    <a:pt x="6310" y="1003"/>
                    <a:pt x="6310" y="647"/>
                  </a:cubicBezTo>
                  <a:cubicBezTo>
                    <a:pt x="6310" y="292"/>
                    <a:pt x="6019" y="1"/>
                    <a:pt x="566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17"/>
            <p:cNvSpPr/>
            <p:nvPr/>
          </p:nvSpPr>
          <p:spPr>
            <a:xfrm>
              <a:off x="9338756" y="800005"/>
              <a:ext cx="323513" cy="43971"/>
            </a:xfrm>
            <a:custGeom>
              <a:avLst/>
              <a:gdLst/>
              <a:ahLst/>
              <a:cxnLst/>
              <a:rect l="l" t="t" r="r" b="b"/>
              <a:pathLst>
                <a:path w="5805" h="789" extrusionOk="0">
                  <a:moveTo>
                    <a:pt x="395" y="1"/>
                  </a:moveTo>
                  <a:cubicBezTo>
                    <a:pt x="176" y="1"/>
                    <a:pt x="1" y="176"/>
                    <a:pt x="1" y="395"/>
                  </a:cubicBezTo>
                  <a:cubicBezTo>
                    <a:pt x="1" y="613"/>
                    <a:pt x="176" y="789"/>
                    <a:pt x="395" y="789"/>
                  </a:cubicBezTo>
                  <a:lnTo>
                    <a:pt x="5411" y="789"/>
                  </a:lnTo>
                  <a:cubicBezTo>
                    <a:pt x="5629" y="789"/>
                    <a:pt x="5805" y="613"/>
                    <a:pt x="5805" y="395"/>
                  </a:cubicBezTo>
                  <a:cubicBezTo>
                    <a:pt x="5805" y="176"/>
                    <a:pt x="5629" y="1"/>
                    <a:pt x="54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17"/>
            <p:cNvSpPr/>
            <p:nvPr/>
          </p:nvSpPr>
          <p:spPr>
            <a:xfrm>
              <a:off x="9324656" y="785961"/>
              <a:ext cx="351712" cy="71892"/>
            </a:xfrm>
            <a:custGeom>
              <a:avLst/>
              <a:gdLst/>
              <a:ahLst/>
              <a:cxnLst/>
              <a:rect l="l" t="t" r="r" b="b"/>
              <a:pathLst>
                <a:path w="6311" h="1290" extrusionOk="0">
                  <a:moveTo>
                    <a:pt x="5664" y="501"/>
                  </a:moveTo>
                  <a:cubicBezTo>
                    <a:pt x="5745" y="501"/>
                    <a:pt x="5809" y="566"/>
                    <a:pt x="5809" y="647"/>
                  </a:cubicBezTo>
                  <a:cubicBezTo>
                    <a:pt x="5809" y="724"/>
                    <a:pt x="5745" y="788"/>
                    <a:pt x="5664" y="788"/>
                  </a:cubicBezTo>
                  <a:lnTo>
                    <a:pt x="648" y="788"/>
                  </a:lnTo>
                  <a:cubicBezTo>
                    <a:pt x="566" y="788"/>
                    <a:pt x="502" y="724"/>
                    <a:pt x="502" y="647"/>
                  </a:cubicBezTo>
                  <a:cubicBezTo>
                    <a:pt x="502" y="566"/>
                    <a:pt x="566" y="501"/>
                    <a:pt x="648" y="501"/>
                  </a:cubicBezTo>
                  <a:close/>
                  <a:moveTo>
                    <a:pt x="648" y="0"/>
                  </a:moveTo>
                  <a:cubicBezTo>
                    <a:pt x="292" y="0"/>
                    <a:pt x="1" y="291"/>
                    <a:pt x="1" y="647"/>
                  </a:cubicBezTo>
                  <a:cubicBezTo>
                    <a:pt x="1" y="1002"/>
                    <a:pt x="292" y="1289"/>
                    <a:pt x="648" y="1289"/>
                  </a:cubicBezTo>
                  <a:lnTo>
                    <a:pt x="5664" y="1289"/>
                  </a:lnTo>
                  <a:cubicBezTo>
                    <a:pt x="6019" y="1289"/>
                    <a:pt x="6310" y="1002"/>
                    <a:pt x="6310" y="647"/>
                  </a:cubicBezTo>
                  <a:cubicBezTo>
                    <a:pt x="6310" y="291"/>
                    <a:pt x="6019" y="0"/>
                    <a:pt x="56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17"/>
            <p:cNvSpPr/>
            <p:nvPr/>
          </p:nvSpPr>
          <p:spPr>
            <a:xfrm>
              <a:off x="8516847" y="215393"/>
              <a:ext cx="761105" cy="760882"/>
            </a:xfrm>
            <a:custGeom>
              <a:avLst/>
              <a:gdLst/>
              <a:ahLst/>
              <a:cxnLst/>
              <a:rect l="l" t="t" r="r" b="b"/>
              <a:pathLst>
                <a:path w="13657" h="13653" extrusionOk="0">
                  <a:moveTo>
                    <a:pt x="12080" y="283"/>
                  </a:moveTo>
                  <a:cubicBezTo>
                    <a:pt x="12791" y="283"/>
                    <a:pt x="13369" y="866"/>
                    <a:pt x="13369" y="1577"/>
                  </a:cubicBezTo>
                  <a:lnTo>
                    <a:pt x="13369" y="12071"/>
                  </a:lnTo>
                  <a:cubicBezTo>
                    <a:pt x="13369" y="12787"/>
                    <a:pt x="12791" y="13365"/>
                    <a:pt x="12080" y="13365"/>
                  </a:cubicBezTo>
                  <a:lnTo>
                    <a:pt x="1577" y="13365"/>
                  </a:lnTo>
                  <a:cubicBezTo>
                    <a:pt x="866" y="13365"/>
                    <a:pt x="287" y="12787"/>
                    <a:pt x="287" y="12071"/>
                  </a:cubicBezTo>
                  <a:lnTo>
                    <a:pt x="287" y="1577"/>
                  </a:lnTo>
                  <a:cubicBezTo>
                    <a:pt x="287" y="866"/>
                    <a:pt x="866" y="283"/>
                    <a:pt x="1577" y="283"/>
                  </a:cubicBezTo>
                  <a:close/>
                  <a:moveTo>
                    <a:pt x="1577" y="1"/>
                  </a:moveTo>
                  <a:cubicBezTo>
                    <a:pt x="707" y="1"/>
                    <a:pt x="0" y="707"/>
                    <a:pt x="0" y="1577"/>
                  </a:cubicBezTo>
                  <a:lnTo>
                    <a:pt x="0" y="12071"/>
                  </a:lnTo>
                  <a:cubicBezTo>
                    <a:pt x="0" y="12941"/>
                    <a:pt x="707" y="13652"/>
                    <a:pt x="1577" y="13652"/>
                  </a:cubicBezTo>
                  <a:lnTo>
                    <a:pt x="12080" y="13652"/>
                  </a:lnTo>
                  <a:cubicBezTo>
                    <a:pt x="12949" y="13652"/>
                    <a:pt x="13656" y="12941"/>
                    <a:pt x="13656" y="12071"/>
                  </a:cubicBezTo>
                  <a:lnTo>
                    <a:pt x="13656" y="1577"/>
                  </a:lnTo>
                  <a:cubicBezTo>
                    <a:pt x="13656" y="707"/>
                    <a:pt x="12949" y="1"/>
                    <a:pt x="120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17"/>
            <p:cNvSpPr/>
            <p:nvPr/>
          </p:nvSpPr>
          <p:spPr>
            <a:xfrm>
              <a:off x="8524927" y="299880"/>
              <a:ext cx="744887" cy="17499"/>
            </a:xfrm>
            <a:custGeom>
              <a:avLst/>
              <a:gdLst/>
              <a:ahLst/>
              <a:cxnLst/>
              <a:rect l="l" t="t" r="r" b="b"/>
              <a:pathLst>
                <a:path w="13366" h="314" extrusionOk="0">
                  <a:moveTo>
                    <a:pt x="1" y="1"/>
                  </a:moveTo>
                  <a:lnTo>
                    <a:pt x="1" y="314"/>
                  </a:lnTo>
                  <a:lnTo>
                    <a:pt x="13366" y="314"/>
                  </a:lnTo>
                  <a:lnTo>
                    <a:pt x="1336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17"/>
            <p:cNvSpPr/>
            <p:nvPr/>
          </p:nvSpPr>
          <p:spPr>
            <a:xfrm>
              <a:off x="8524927" y="415688"/>
              <a:ext cx="744887" cy="17499"/>
            </a:xfrm>
            <a:custGeom>
              <a:avLst/>
              <a:gdLst/>
              <a:ahLst/>
              <a:cxnLst/>
              <a:rect l="l" t="t" r="r" b="b"/>
              <a:pathLst>
                <a:path w="13366" h="314" extrusionOk="0">
                  <a:moveTo>
                    <a:pt x="1" y="0"/>
                  </a:moveTo>
                  <a:lnTo>
                    <a:pt x="1" y="313"/>
                  </a:lnTo>
                  <a:lnTo>
                    <a:pt x="13366" y="313"/>
                  </a:lnTo>
                  <a:lnTo>
                    <a:pt x="133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17"/>
            <p:cNvSpPr/>
            <p:nvPr/>
          </p:nvSpPr>
          <p:spPr>
            <a:xfrm>
              <a:off x="8524927" y="531440"/>
              <a:ext cx="744887" cy="17276"/>
            </a:xfrm>
            <a:custGeom>
              <a:avLst/>
              <a:gdLst/>
              <a:ahLst/>
              <a:cxnLst/>
              <a:rect l="l" t="t" r="r" b="b"/>
              <a:pathLst>
                <a:path w="13366" h="310" extrusionOk="0">
                  <a:moveTo>
                    <a:pt x="1" y="1"/>
                  </a:moveTo>
                  <a:lnTo>
                    <a:pt x="1" y="309"/>
                  </a:lnTo>
                  <a:lnTo>
                    <a:pt x="13366" y="309"/>
                  </a:lnTo>
                  <a:lnTo>
                    <a:pt x="1336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17"/>
            <p:cNvSpPr/>
            <p:nvPr/>
          </p:nvSpPr>
          <p:spPr>
            <a:xfrm>
              <a:off x="8524927" y="647025"/>
              <a:ext cx="744887" cy="17443"/>
            </a:xfrm>
            <a:custGeom>
              <a:avLst/>
              <a:gdLst/>
              <a:ahLst/>
              <a:cxnLst/>
              <a:rect l="l" t="t" r="r" b="b"/>
              <a:pathLst>
                <a:path w="13366" h="313" extrusionOk="0">
                  <a:moveTo>
                    <a:pt x="1" y="0"/>
                  </a:moveTo>
                  <a:lnTo>
                    <a:pt x="1" y="313"/>
                  </a:lnTo>
                  <a:lnTo>
                    <a:pt x="13366" y="313"/>
                  </a:lnTo>
                  <a:lnTo>
                    <a:pt x="133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17"/>
            <p:cNvSpPr/>
            <p:nvPr/>
          </p:nvSpPr>
          <p:spPr>
            <a:xfrm>
              <a:off x="8524927" y="762777"/>
              <a:ext cx="744887" cy="17276"/>
            </a:xfrm>
            <a:custGeom>
              <a:avLst/>
              <a:gdLst/>
              <a:ahLst/>
              <a:cxnLst/>
              <a:rect l="l" t="t" r="r" b="b"/>
              <a:pathLst>
                <a:path w="13366" h="310" extrusionOk="0">
                  <a:moveTo>
                    <a:pt x="1" y="1"/>
                  </a:moveTo>
                  <a:lnTo>
                    <a:pt x="1" y="309"/>
                  </a:lnTo>
                  <a:lnTo>
                    <a:pt x="13366" y="309"/>
                  </a:lnTo>
                  <a:lnTo>
                    <a:pt x="1336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17"/>
            <p:cNvSpPr/>
            <p:nvPr/>
          </p:nvSpPr>
          <p:spPr>
            <a:xfrm>
              <a:off x="8524927" y="878585"/>
              <a:ext cx="744887" cy="17221"/>
            </a:xfrm>
            <a:custGeom>
              <a:avLst/>
              <a:gdLst/>
              <a:ahLst/>
              <a:cxnLst/>
              <a:rect l="l" t="t" r="r" b="b"/>
              <a:pathLst>
                <a:path w="13366" h="309" extrusionOk="0">
                  <a:moveTo>
                    <a:pt x="1" y="0"/>
                  </a:moveTo>
                  <a:lnTo>
                    <a:pt x="1" y="309"/>
                  </a:lnTo>
                  <a:lnTo>
                    <a:pt x="13366" y="309"/>
                  </a:lnTo>
                  <a:lnTo>
                    <a:pt x="133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17"/>
            <p:cNvSpPr/>
            <p:nvPr/>
          </p:nvSpPr>
          <p:spPr>
            <a:xfrm>
              <a:off x="8599439" y="231387"/>
              <a:ext cx="17499" cy="744887"/>
            </a:xfrm>
            <a:custGeom>
              <a:avLst/>
              <a:gdLst/>
              <a:ahLst/>
              <a:cxnLst/>
              <a:rect l="l" t="t" r="r" b="b"/>
              <a:pathLst>
                <a:path w="314" h="13366" extrusionOk="0">
                  <a:moveTo>
                    <a:pt x="0" y="1"/>
                  </a:moveTo>
                  <a:lnTo>
                    <a:pt x="0" y="13365"/>
                  </a:lnTo>
                  <a:lnTo>
                    <a:pt x="313" y="13365"/>
                  </a:lnTo>
                  <a:lnTo>
                    <a:pt x="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17"/>
            <p:cNvSpPr/>
            <p:nvPr/>
          </p:nvSpPr>
          <p:spPr>
            <a:xfrm>
              <a:off x="8715190" y="231387"/>
              <a:ext cx="17499" cy="744887"/>
            </a:xfrm>
            <a:custGeom>
              <a:avLst/>
              <a:gdLst/>
              <a:ahLst/>
              <a:cxnLst/>
              <a:rect l="l" t="t" r="r" b="b"/>
              <a:pathLst>
                <a:path w="314" h="13366" extrusionOk="0">
                  <a:moveTo>
                    <a:pt x="1" y="1"/>
                  </a:moveTo>
                  <a:lnTo>
                    <a:pt x="1" y="13365"/>
                  </a:lnTo>
                  <a:lnTo>
                    <a:pt x="314" y="13365"/>
                  </a:lnTo>
                  <a:lnTo>
                    <a:pt x="31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17"/>
            <p:cNvSpPr/>
            <p:nvPr/>
          </p:nvSpPr>
          <p:spPr>
            <a:xfrm>
              <a:off x="8830998" y="231387"/>
              <a:ext cx="17221" cy="744887"/>
            </a:xfrm>
            <a:custGeom>
              <a:avLst/>
              <a:gdLst/>
              <a:ahLst/>
              <a:cxnLst/>
              <a:rect l="l" t="t" r="r" b="b"/>
              <a:pathLst>
                <a:path w="309" h="13366" extrusionOk="0">
                  <a:moveTo>
                    <a:pt x="0" y="1"/>
                  </a:moveTo>
                  <a:lnTo>
                    <a:pt x="0" y="13365"/>
                  </a:lnTo>
                  <a:lnTo>
                    <a:pt x="309" y="13365"/>
                  </a:lnTo>
                  <a:lnTo>
                    <a:pt x="30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17"/>
            <p:cNvSpPr/>
            <p:nvPr/>
          </p:nvSpPr>
          <p:spPr>
            <a:xfrm>
              <a:off x="8946527" y="231387"/>
              <a:ext cx="17499" cy="744887"/>
            </a:xfrm>
            <a:custGeom>
              <a:avLst/>
              <a:gdLst/>
              <a:ahLst/>
              <a:cxnLst/>
              <a:rect l="l" t="t" r="r" b="b"/>
              <a:pathLst>
                <a:path w="314" h="13366" extrusionOk="0">
                  <a:moveTo>
                    <a:pt x="1" y="1"/>
                  </a:moveTo>
                  <a:lnTo>
                    <a:pt x="1" y="13365"/>
                  </a:lnTo>
                  <a:lnTo>
                    <a:pt x="313" y="13365"/>
                  </a:lnTo>
                  <a:lnTo>
                    <a:pt x="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17"/>
            <p:cNvSpPr/>
            <p:nvPr/>
          </p:nvSpPr>
          <p:spPr>
            <a:xfrm>
              <a:off x="9062334" y="231387"/>
              <a:ext cx="17443" cy="744887"/>
            </a:xfrm>
            <a:custGeom>
              <a:avLst/>
              <a:gdLst/>
              <a:ahLst/>
              <a:cxnLst/>
              <a:rect l="l" t="t" r="r" b="b"/>
              <a:pathLst>
                <a:path w="313" h="13366" extrusionOk="0">
                  <a:moveTo>
                    <a:pt x="0" y="1"/>
                  </a:moveTo>
                  <a:lnTo>
                    <a:pt x="0" y="13365"/>
                  </a:lnTo>
                  <a:lnTo>
                    <a:pt x="313" y="13365"/>
                  </a:lnTo>
                  <a:lnTo>
                    <a:pt x="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17"/>
            <p:cNvSpPr/>
            <p:nvPr/>
          </p:nvSpPr>
          <p:spPr>
            <a:xfrm>
              <a:off x="9178086" y="231387"/>
              <a:ext cx="17276" cy="744887"/>
            </a:xfrm>
            <a:custGeom>
              <a:avLst/>
              <a:gdLst/>
              <a:ahLst/>
              <a:cxnLst/>
              <a:rect l="l" t="t" r="r" b="b"/>
              <a:pathLst>
                <a:path w="310" h="13366" extrusionOk="0">
                  <a:moveTo>
                    <a:pt x="1" y="1"/>
                  </a:moveTo>
                  <a:lnTo>
                    <a:pt x="1" y="13365"/>
                  </a:lnTo>
                  <a:lnTo>
                    <a:pt x="309" y="13365"/>
                  </a:lnTo>
                  <a:lnTo>
                    <a:pt x="30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8" name="Google Shape;728;p17"/>
          <p:cNvGrpSpPr/>
          <p:nvPr/>
        </p:nvGrpSpPr>
        <p:grpSpPr>
          <a:xfrm>
            <a:off x="8439529" y="830847"/>
            <a:ext cx="734697" cy="500041"/>
            <a:chOff x="6864100" y="3366850"/>
            <a:chExt cx="195450" cy="133025"/>
          </a:xfrm>
        </p:grpSpPr>
        <p:sp>
          <p:nvSpPr>
            <p:cNvPr id="729" name="Google Shape;729;p17"/>
            <p:cNvSpPr/>
            <p:nvPr/>
          </p:nvSpPr>
          <p:spPr>
            <a:xfrm>
              <a:off x="6887975" y="3366850"/>
              <a:ext cx="23800" cy="125325"/>
            </a:xfrm>
            <a:custGeom>
              <a:avLst/>
              <a:gdLst/>
              <a:ahLst/>
              <a:cxnLst/>
              <a:rect l="l" t="t" r="r" b="b"/>
              <a:pathLst>
                <a:path w="952" h="5013" extrusionOk="0">
                  <a:moveTo>
                    <a:pt x="0" y="1"/>
                  </a:moveTo>
                  <a:lnTo>
                    <a:pt x="0" y="5012"/>
                  </a:lnTo>
                  <a:lnTo>
                    <a:pt x="951" y="5012"/>
                  </a:lnTo>
                  <a:lnTo>
                    <a:pt x="95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17"/>
            <p:cNvSpPr/>
            <p:nvPr/>
          </p:nvSpPr>
          <p:spPr>
            <a:xfrm>
              <a:off x="6887975" y="3380975"/>
              <a:ext cx="23800" cy="8600"/>
            </a:xfrm>
            <a:custGeom>
              <a:avLst/>
              <a:gdLst/>
              <a:ahLst/>
              <a:cxnLst/>
              <a:rect l="l" t="t" r="r" b="b"/>
              <a:pathLst>
                <a:path w="952" h="344" extrusionOk="0">
                  <a:moveTo>
                    <a:pt x="0" y="1"/>
                  </a:moveTo>
                  <a:lnTo>
                    <a:pt x="0" y="344"/>
                  </a:lnTo>
                  <a:lnTo>
                    <a:pt x="951" y="344"/>
                  </a:lnTo>
                  <a:lnTo>
                    <a:pt x="95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17"/>
            <p:cNvSpPr/>
            <p:nvPr/>
          </p:nvSpPr>
          <p:spPr>
            <a:xfrm>
              <a:off x="6887975" y="3472000"/>
              <a:ext cx="23800" cy="8600"/>
            </a:xfrm>
            <a:custGeom>
              <a:avLst/>
              <a:gdLst/>
              <a:ahLst/>
              <a:cxnLst/>
              <a:rect l="l" t="t" r="r" b="b"/>
              <a:pathLst>
                <a:path w="952" h="344" extrusionOk="0">
                  <a:moveTo>
                    <a:pt x="0" y="1"/>
                  </a:moveTo>
                  <a:lnTo>
                    <a:pt x="0" y="344"/>
                  </a:lnTo>
                  <a:lnTo>
                    <a:pt x="951" y="344"/>
                  </a:lnTo>
                  <a:lnTo>
                    <a:pt x="95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17"/>
            <p:cNvSpPr/>
            <p:nvPr/>
          </p:nvSpPr>
          <p:spPr>
            <a:xfrm>
              <a:off x="6911750" y="3366850"/>
              <a:ext cx="23900" cy="125325"/>
            </a:xfrm>
            <a:custGeom>
              <a:avLst/>
              <a:gdLst/>
              <a:ahLst/>
              <a:cxnLst/>
              <a:rect l="l" t="t" r="r" b="b"/>
              <a:pathLst>
                <a:path w="956" h="5013" extrusionOk="0">
                  <a:moveTo>
                    <a:pt x="0" y="1"/>
                  </a:moveTo>
                  <a:lnTo>
                    <a:pt x="0" y="5012"/>
                  </a:lnTo>
                  <a:lnTo>
                    <a:pt x="956" y="5012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17"/>
            <p:cNvSpPr/>
            <p:nvPr/>
          </p:nvSpPr>
          <p:spPr>
            <a:xfrm>
              <a:off x="6911750" y="3380975"/>
              <a:ext cx="23900" cy="8600"/>
            </a:xfrm>
            <a:custGeom>
              <a:avLst/>
              <a:gdLst/>
              <a:ahLst/>
              <a:cxnLst/>
              <a:rect l="l" t="t" r="r" b="b"/>
              <a:pathLst>
                <a:path w="956" h="344" extrusionOk="0">
                  <a:moveTo>
                    <a:pt x="0" y="1"/>
                  </a:moveTo>
                  <a:lnTo>
                    <a:pt x="0" y="344"/>
                  </a:lnTo>
                  <a:lnTo>
                    <a:pt x="956" y="344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17"/>
            <p:cNvSpPr/>
            <p:nvPr/>
          </p:nvSpPr>
          <p:spPr>
            <a:xfrm>
              <a:off x="6911750" y="3472000"/>
              <a:ext cx="23900" cy="8600"/>
            </a:xfrm>
            <a:custGeom>
              <a:avLst/>
              <a:gdLst/>
              <a:ahLst/>
              <a:cxnLst/>
              <a:rect l="l" t="t" r="r" b="b"/>
              <a:pathLst>
                <a:path w="956" h="344" extrusionOk="0">
                  <a:moveTo>
                    <a:pt x="0" y="1"/>
                  </a:moveTo>
                  <a:lnTo>
                    <a:pt x="0" y="344"/>
                  </a:lnTo>
                  <a:lnTo>
                    <a:pt x="956" y="344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17"/>
            <p:cNvSpPr/>
            <p:nvPr/>
          </p:nvSpPr>
          <p:spPr>
            <a:xfrm>
              <a:off x="6935625" y="3366850"/>
              <a:ext cx="23800" cy="125325"/>
            </a:xfrm>
            <a:custGeom>
              <a:avLst/>
              <a:gdLst/>
              <a:ahLst/>
              <a:cxnLst/>
              <a:rect l="l" t="t" r="r" b="b"/>
              <a:pathLst>
                <a:path w="952" h="5013" extrusionOk="0">
                  <a:moveTo>
                    <a:pt x="1" y="1"/>
                  </a:moveTo>
                  <a:lnTo>
                    <a:pt x="1" y="5012"/>
                  </a:lnTo>
                  <a:lnTo>
                    <a:pt x="951" y="5012"/>
                  </a:lnTo>
                  <a:lnTo>
                    <a:pt x="9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17"/>
            <p:cNvSpPr/>
            <p:nvPr/>
          </p:nvSpPr>
          <p:spPr>
            <a:xfrm>
              <a:off x="6935625" y="3380975"/>
              <a:ext cx="23800" cy="8600"/>
            </a:xfrm>
            <a:custGeom>
              <a:avLst/>
              <a:gdLst/>
              <a:ahLst/>
              <a:cxnLst/>
              <a:rect l="l" t="t" r="r" b="b"/>
              <a:pathLst>
                <a:path w="952" h="344" extrusionOk="0">
                  <a:moveTo>
                    <a:pt x="1" y="1"/>
                  </a:moveTo>
                  <a:lnTo>
                    <a:pt x="1" y="344"/>
                  </a:lnTo>
                  <a:lnTo>
                    <a:pt x="951" y="344"/>
                  </a:lnTo>
                  <a:lnTo>
                    <a:pt x="95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17"/>
            <p:cNvSpPr/>
            <p:nvPr/>
          </p:nvSpPr>
          <p:spPr>
            <a:xfrm>
              <a:off x="6935625" y="3472000"/>
              <a:ext cx="23800" cy="8600"/>
            </a:xfrm>
            <a:custGeom>
              <a:avLst/>
              <a:gdLst/>
              <a:ahLst/>
              <a:cxnLst/>
              <a:rect l="l" t="t" r="r" b="b"/>
              <a:pathLst>
                <a:path w="952" h="344" extrusionOk="0">
                  <a:moveTo>
                    <a:pt x="1" y="1"/>
                  </a:moveTo>
                  <a:lnTo>
                    <a:pt x="1" y="344"/>
                  </a:lnTo>
                  <a:lnTo>
                    <a:pt x="951" y="344"/>
                  </a:lnTo>
                  <a:lnTo>
                    <a:pt x="95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17"/>
            <p:cNvSpPr/>
            <p:nvPr/>
          </p:nvSpPr>
          <p:spPr>
            <a:xfrm>
              <a:off x="6959400" y="3372300"/>
              <a:ext cx="83650" cy="120300"/>
            </a:xfrm>
            <a:custGeom>
              <a:avLst/>
              <a:gdLst/>
              <a:ahLst/>
              <a:cxnLst/>
              <a:rect l="l" t="t" r="r" b="b"/>
              <a:pathLst>
                <a:path w="3346" h="4812" extrusionOk="0">
                  <a:moveTo>
                    <a:pt x="827" y="1"/>
                  </a:moveTo>
                  <a:lnTo>
                    <a:pt x="0" y="481"/>
                  </a:lnTo>
                  <a:lnTo>
                    <a:pt x="2519" y="4811"/>
                  </a:lnTo>
                  <a:lnTo>
                    <a:pt x="3346" y="4332"/>
                  </a:lnTo>
                  <a:lnTo>
                    <a:pt x="82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17"/>
            <p:cNvSpPr/>
            <p:nvPr/>
          </p:nvSpPr>
          <p:spPr>
            <a:xfrm>
              <a:off x="6966575" y="3384525"/>
              <a:ext cx="24875" cy="19400"/>
            </a:xfrm>
            <a:custGeom>
              <a:avLst/>
              <a:gdLst/>
              <a:ahLst/>
              <a:cxnLst/>
              <a:rect l="l" t="t" r="r" b="b"/>
              <a:pathLst>
                <a:path w="995" h="776" extrusionOk="0">
                  <a:moveTo>
                    <a:pt x="823" y="0"/>
                  </a:moveTo>
                  <a:lnTo>
                    <a:pt x="0" y="480"/>
                  </a:lnTo>
                  <a:lnTo>
                    <a:pt x="172" y="776"/>
                  </a:lnTo>
                  <a:lnTo>
                    <a:pt x="994" y="296"/>
                  </a:lnTo>
                  <a:lnTo>
                    <a:pt x="82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17"/>
            <p:cNvSpPr/>
            <p:nvPr/>
          </p:nvSpPr>
          <p:spPr>
            <a:xfrm>
              <a:off x="7012300" y="3463225"/>
              <a:ext cx="24975" cy="19400"/>
            </a:xfrm>
            <a:custGeom>
              <a:avLst/>
              <a:gdLst/>
              <a:ahLst/>
              <a:cxnLst/>
              <a:rect l="l" t="t" r="r" b="b"/>
              <a:pathLst>
                <a:path w="999" h="776" extrusionOk="0">
                  <a:moveTo>
                    <a:pt x="823" y="1"/>
                  </a:moveTo>
                  <a:lnTo>
                    <a:pt x="1" y="480"/>
                  </a:lnTo>
                  <a:lnTo>
                    <a:pt x="172" y="776"/>
                  </a:lnTo>
                  <a:lnTo>
                    <a:pt x="999" y="296"/>
                  </a:lnTo>
                  <a:lnTo>
                    <a:pt x="82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17"/>
            <p:cNvSpPr/>
            <p:nvPr/>
          </p:nvSpPr>
          <p:spPr>
            <a:xfrm>
              <a:off x="6864100" y="3492150"/>
              <a:ext cx="195450" cy="7725"/>
            </a:xfrm>
            <a:custGeom>
              <a:avLst/>
              <a:gdLst/>
              <a:ahLst/>
              <a:cxnLst/>
              <a:rect l="l" t="t" r="r" b="b"/>
              <a:pathLst>
                <a:path w="7818" h="309" extrusionOk="0">
                  <a:moveTo>
                    <a:pt x="0" y="0"/>
                  </a:moveTo>
                  <a:lnTo>
                    <a:pt x="0" y="309"/>
                  </a:lnTo>
                  <a:lnTo>
                    <a:pt x="7818" y="309"/>
                  </a:lnTo>
                  <a:lnTo>
                    <a:pt x="781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2" name="Google Shape;742;p17"/>
          <p:cNvSpPr/>
          <p:nvPr/>
        </p:nvSpPr>
        <p:spPr>
          <a:xfrm>
            <a:off x="4571993" y="4582222"/>
            <a:ext cx="5318609" cy="21779"/>
          </a:xfrm>
          <a:custGeom>
            <a:avLst/>
            <a:gdLst/>
            <a:ahLst/>
            <a:cxnLst/>
            <a:rect l="l" t="t" r="r" b="b"/>
            <a:pathLst>
              <a:path w="65205" h="267" extrusionOk="0">
                <a:moveTo>
                  <a:pt x="1" y="1"/>
                </a:moveTo>
                <a:lnTo>
                  <a:pt x="1" y="267"/>
                </a:lnTo>
                <a:lnTo>
                  <a:pt x="65205" y="267"/>
                </a:lnTo>
                <a:lnTo>
                  <a:pt x="65205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3" name="Google Shape;743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44" name="Google Shape;744;p17"/>
          <p:cNvSpPr txBox="1">
            <a:spLocks noGrp="1"/>
          </p:cNvSpPr>
          <p:nvPr>
            <p:ph type="subTitle" idx="1"/>
          </p:nvPr>
        </p:nvSpPr>
        <p:spPr>
          <a:xfrm>
            <a:off x="1179213" y="1617196"/>
            <a:ext cx="19074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45" name="Google Shape;745;p17"/>
          <p:cNvSpPr txBox="1">
            <a:spLocks noGrp="1"/>
          </p:cNvSpPr>
          <p:nvPr>
            <p:ph type="subTitle" idx="2"/>
          </p:nvPr>
        </p:nvSpPr>
        <p:spPr>
          <a:xfrm>
            <a:off x="3614813" y="1617175"/>
            <a:ext cx="19107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46" name="Google Shape;746;p17"/>
          <p:cNvSpPr txBox="1">
            <a:spLocks noGrp="1"/>
          </p:cNvSpPr>
          <p:nvPr>
            <p:ph type="subTitle" idx="3"/>
          </p:nvPr>
        </p:nvSpPr>
        <p:spPr>
          <a:xfrm>
            <a:off x="1179213" y="3385400"/>
            <a:ext cx="19074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47" name="Google Shape;747;p17"/>
          <p:cNvSpPr txBox="1">
            <a:spLocks noGrp="1"/>
          </p:cNvSpPr>
          <p:nvPr>
            <p:ph type="subTitle" idx="4"/>
          </p:nvPr>
        </p:nvSpPr>
        <p:spPr>
          <a:xfrm>
            <a:off x="3614813" y="3385400"/>
            <a:ext cx="19107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48" name="Google Shape;748;p17"/>
          <p:cNvSpPr txBox="1">
            <a:spLocks noGrp="1"/>
          </p:cNvSpPr>
          <p:nvPr>
            <p:ph type="subTitle" idx="5"/>
          </p:nvPr>
        </p:nvSpPr>
        <p:spPr>
          <a:xfrm>
            <a:off x="6049971" y="1617175"/>
            <a:ext cx="19107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49" name="Google Shape;749;p17"/>
          <p:cNvSpPr txBox="1">
            <a:spLocks noGrp="1"/>
          </p:cNvSpPr>
          <p:nvPr>
            <p:ph type="subTitle" idx="6"/>
          </p:nvPr>
        </p:nvSpPr>
        <p:spPr>
          <a:xfrm>
            <a:off x="6049971" y="3385399"/>
            <a:ext cx="19107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50" name="Google Shape;750;p17"/>
          <p:cNvSpPr txBox="1">
            <a:spLocks noGrp="1"/>
          </p:cNvSpPr>
          <p:nvPr>
            <p:ph type="subTitle" idx="7"/>
          </p:nvPr>
        </p:nvSpPr>
        <p:spPr>
          <a:xfrm>
            <a:off x="1182975" y="1059150"/>
            <a:ext cx="1907400" cy="63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51" name="Google Shape;751;p17"/>
          <p:cNvSpPr txBox="1">
            <a:spLocks noGrp="1"/>
          </p:cNvSpPr>
          <p:nvPr>
            <p:ph type="subTitle" idx="8"/>
          </p:nvPr>
        </p:nvSpPr>
        <p:spPr>
          <a:xfrm>
            <a:off x="3614818" y="1059150"/>
            <a:ext cx="1910700" cy="63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52" name="Google Shape;752;p17"/>
          <p:cNvSpPr txBox="1">
            <a:spLocks noGrp="1"/>
          </p:cNvSpPr>
          <p:nvPr>
            <p:ph type="subTitle" idx="9"/>
          </p:nvPr>
        </p:nvSpPr>
        <p:spPr>
          <a:xfrm>
            <a:off x="6053450" y="1059150"/>
            <a:ext cx="1910700" cy="63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53" name="Google Shape;753;p17"/>
          <p:cNvSpPr txBox="1">
            <a:spLocks noGrp="1"/>
          </p:cNvSpPr>
          <p:nvPr>
            <p:ph type="subTitle" idx="13"/>
          </p:nvPr>
        </p:nvSpPr>
        <p:spPr>
          <a:xfrm>
            <a:off x="1182975" y="2824000"/>
            <a:ext cx="1907400" cy="63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54" name="Google Shape;754;p17"/>
          <p:cNvSpPr txBox="1">
            <a:spLocks noGrp="1"/>
          </p:cNvSpPr>
          <p:nvPr>
            <p:ph type="subTitle" idx="14"/>
          </p:nvPr>
        </p:nvSpPr>
        <p:spPr>
          <a:xfrm>
            <a:off x="3614818" y="2824005"/>
            <a:ext cx="1910700" cy="63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55" name="Google Shape;755;p17"/>
          <p:cNvSpPr txBox="1">
            <a:spLocks noGrp="1"/>
          </p:cNvSpPr>
          <p:nvPr>
            <p:ph type="subTitle" idx="15"/>
          </p:nvPr>
        </p:nvSpPr>
        <p:spPr>
          <a:xfrm>
            <a:off x="6053450" y="2824004"/>
            <a:ext cx="1910700" cy="63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756" name="Google Shape;756;p17"/>
          <p:cNvGrpSpPr/>
          <p:nvPr/>
        </p:nvGrpSpPr>
        <p:grpSpPr>
          <a:xfrm>
            <a:off x="-286811" y="2343108"/>
            <a:ext cx="1000032" cy="1218935"/>
            <a:chOff x="-286811" y="2343108"/>
            <a:chExt cx="1000032" cy="1218935"/>
          </a:xfrm>
        </p:grpSpPr>
        <p:grpSp>
          <p:nvGrpSpPr>
            <p:cNvPr id="757" name="Google Shape;757;p17"/>
            <p:cNvGrpSpPr/>
            <p:nvPr/>
          </p:nvGrpSpPr>
          <p:grpSpPr>
            <a:xfrm>
              <a:off x="185517" y="2855192"/>
              <a:ext cx="527704" cy="706851"/>
              <a:chOff x="197225" y="2855625"/>
              <a:chExt cx="522790" cy="700199"/>
            </a:xfrm>
          </p:grpSpPr>
          <p:sp>
            <p:nvSpPr>
              <p:cNvPr id="758" name="Google Shape;758;p17"/>
              <p:cNvSpPr/>
              <p:nvPr/>
            </p:nvSpPr>
            <p:spPr>
              <a:xfrm>
                <a:off x="197225" y="2855625"/>
                <a:ext cx="522790" cy="700199"/>
              </a:xfrm>
              <a:custGeom>
                <a:avLst/>
                <a:gdLst/>
                <a:ahLst/>
                <a:cxnLst/>
                <a:rect l="l" t="t" r="r" b="b"/>
                <a:pathLst>
                  <a:path w="16871" h="22598" extrusionOk="0">
                    <a:moveTo>
                      <a:pt x="15291" y="1579"/>
                    </a:moveTo>
                    <a:lnTo>
                      <a:pt x="15291" y="21018"/>
                    </a:lnTo>
                    <a:lnTo>
                      <a:pt x="1579" y="21018"/>
                    </a:lnTo>
                    <a:lnTo>
                      <a:pt x="1579" y="1579"/>
                    </a:lnTo>
                    <a:close/>
                    <a:moveTo>
                      <a:pt x="0" y="0"/>
                    </a:moveTo>
                    <a:lnTo>
                      <a:pt x="0" y="22597"/>
                    </a:lnTo>
                    <a:lnTo>
                      <a:pt x="16870" y="22597"/>
                    </a:lnTo>
                    <a:lnTo>
                      <a:pt x="1687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Google Shape;759;p17"/>
              <p:cNvSpPr/>
              <p:nvPr/>
            </p:nvSpPr>
            <p:spPr>
              <a:xfrm>
                <a:off x="246153" y="2904552"/>
                <a:ext cx="424932" cy="602348"/>
              </a:xfrm>
              <a:custGeom>
                <a:avLst/>
                <a:gdLst/>
                <a:ahLst/>
                <a:cxnLst/>
                <a:rect l="l" t="t" r="r" b="b"/>
                <a:pathLst>
                  <a:path w="13713" h="19440" extrusionOk="0">
                    <a:moveTo>
                      <a:pt x="0" y="0"/>
                    </a:moveTo>
                    <a:lnTo>
                      <a:pt x="0" y="19439"/>
                    </a:lnTo>
                    <a:lnTo>
                      <a:pt x="13712" y="19439"/>
                    </a:lnTo>
                    <a:lnTo>
                      <a:pt x="1371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Google Shape;760;p17"/>
              <p:cNvSpPr/>
              <p:nvPr/>
            </p:nvSpPr>
            <p:spPr>
              <a:xfrm>
                <a:off x="271035" y="2974674"/>
                <a:ext cx="387313" cy="483025"/>
              </a:xfrm>
              <a:custGeom>
                <a:avLst/>
                <a:gdLst/>
                <a:ahLst/>
                <a:cxnLst/>
                <a:rect l="l" t="t" r="r" b="b"/>
                <a:pathLst>
                  <a:path w="12499" h="15589" extrusionOk="0">
                    <a:moveTo>
                      <a:pt x="9215" y="1"/>
                    </a:moveTo>
                    <a:cubicBezTo>
                      <a:pt x="9173" y="1"/>
                      <a:pt x="9138" y="17"/>
                      <a:pt x="9109" y="39"/>
                    </a:cubicBezTo>
                    <a:cubicBezTo>
                      <a:pt x="8440" y="628"/>
                      <a:pt x="7985" y="1430"/>
                      <a:pt x="7815" y="2305"/>
                    </a:cubicBezTo>
                    <a:cubicBezTo>
                      <a:pt x="7655" y="3152"/>
                      <a:pt x="7771" y="4044"/>
                      <a:pt x="8145" y="4829"/>
                    </a:cubicBezTo>
                    <a:cubicBezTo>
                      <a:pt x="8190" y="5481"/>
                      <a:pt x="7940" y="6052"/>
                      <a:pt x="7574" y="6533"/>
                    </a:cubicBezTo>
                    <a:cubicBezTo>
                      <a:pt x="7556" y="5748"/>
                      <a:pt x="7298" y="4963"/>
                      <a:pt x="6843" y="4321"/>
                    </a:cubicBezTo>
                    <a:cubicBezTo>
                      <a:pt x="6334" y="3589"/>
                      <a:pt x="5585" y="3045"/>
                      <a:pt x="4746" y="2778"/>
                    </a:cubicBezTo>
                    <a:cubicBezTo>
                      <a:pt x="4733" y="2775"/>
                      <a:pt x="4720" y="2774"/>
                      <a:pt x="4708" y="2774"/>
                    </a:cubicBezTo>
                    <a:cubicBezTo>
                      <a:pt x="4670" y="2774"/>
                      <a:pt x="4637" y="2784"/>
                      <a:pt x="4604" y="2804"/>
                    </a:cubicBezTo>
                    <a:cubicBezTo>
                      <a:pt x="4568" y="2831"/>
                      <a:pt x="4541" y="2876"/>
                      <a:pt x="4541" y="2929"/>
                    </a:cubicBezTo>
                    <a:cubicBezTo>
                      <a:pt x="4541" y="4696"/>
                      <a:pt x="5603" y="6248"/>
                      <a:pt x="7253" y="6908"/>
                    </a:cubicBezTo>
                    <a:cubicBezTo>
                      <a:pt x="6771" y="7416"/>
                      <a:pt x="6209" y="7782"/>
                      <a:pt x="5853" y="7987"/>
                    </a:cubicBezTo>
                    <a:cubicBezTo>
                      <a:pt x="5603" y="8130"/>
                      <a:pt x="5353" y="8273"/>
                      <a:pt x="5094" y="8407"/>
                    </a:cubicBezTo>
                    <a:cubicBezTo>
                      <a:pt x="4943" y="8496"/>
                      <a:pt x="4782" y="8585"/>
                      <a:pt x="4621" y="8674"/>
                    </a:cubicBezTo>
                    <a:cubicBezTo>
                      <a:pt x="4898" y="7871"/>
                      <a:pt x="4925" y="6988"/>
                      <a:pt x="4675" y="6168"/>
                    </a:cubicBezTo>
                    <a:cubicBezTo>
                      <a:pt x="4425" y="5320"/>
                      <a:pt x="3890" y="4571"/>
                      <a:pt x="3167" y="4044"/>
                    </a:cubicBezTo>
                    <a:cubicBezTo>
                      <a:pt x="3144" y="4027"/>
                      <a:pt x="3114" y="4017"/>
                      <a:pt x="3083" y="4017"/>
                    </a:cubicBezTo>
                    <a:cubicBezTo>
                      <a:pt x="3066" y="4017"/>
                      <a:pt x="3049" y="4020"/>
                      <a:pt x="3033" y="4026"/>
                    </a:cubicBezTo>
                    <a:cubicBezTo>
                      <a:pt x="2989" y="4044"/>
                      <a:pt x="2953" y="4080"/>
                      <a:pt x="2935" y="4125"/>
                    </a:cubicBezTo>
                    <a:cubicBezTo>
                      <a:pt x="2364" y="5837"/>
                      <a:pt x="2917" y="7684"/>
                      <a:pt x="4336" y="8835"/>
                    </a:cubicBezTo>
                    <a:cubicBezTo>
                      <a:pt x="3560" y="9281"/>
                      <a:pt x="2828" y="9798"/>
                      <a:pt x="2347" y="10557"/>
                    </a:cubicBezTo>
                    <a:cubicBezTo>
                      <a:pt x="2543" y="9825"/>
                      <a:pt x="2534" y="9058"/>
                      <a:pt x="2320" y="8335"/>
                    </a:cubicBezTo>
                    <a:cubicBezTo>
                      <a:pt x="2070" y="7488"/>
                      <a:pt x="1535" y="6730"/>
                      <a:pt x="812" y="6212"/>
                    </a:cubicBezTo>
                    <a:cubicBezTo>
                      <a:pt x="789" y="6195"/>
                      <a:pt x="759" y="6185"/>
                      <a:pt x="728" y="6185"/>
                    </a:cubicBezTo>
                    <a:cubicBezTo>
                      <a:pt x="711" y="6185"/>
                      <a:pt x="694" y="6188"/>
                      <a:pt x="678" y="6194"/>
                    </a:cubicBezTo>
                    <a:cubicBezTo>
                      <a:pt x="625" y="6203"/>
                      <a:pt x="589" y="6239"/>
                      <a:pt x="571" y="6292"/>
                    </a:cubicBezTo>
                    <a:cubicBezTo>
                      <a:pt x="0" y="8005"/>
                      <a:pt x="553" y="9852"/>
                      <a:pt x="1990" y="11003"/>
                    </a:cubicBezTo>
                    <a:cubicBezTo>
                      <a:pt x="2016" y="11021"/>
                      <a:pt x="2052" y="11029"/>
                      <a:pt x="2088" y="11029"/>
                    </a:cubicBezTo>
                    <a:cubicBezTo>
                      <a:pt x="1481" y="12394"/>
                      <a:pt x="1740" y="14018"/>
                      <a:pt x="1981" y="15463"/>
                    </a:cubicBezTo>
                    <a:cubicBezTo>
                      <a:pt x="1999" y="15535"/>
                      <a:pt x="2052" y="15579"/>
                      <a:pt x="2124" y="15588"/>
                    </a:cubicBezTo>
                    <a:cubicBezTo>
                      <a:pt x="2132" y="15588"/>
                      <a:pt x="2141" y="15588"/>
                      <a:pt x="2150" y="15579"/>
                    </a:cubicBezTo>
                    <a:cubicBezTo>
                      <a:pt x="2231" y="15570"/>
                      <a:pt x="2293" y="15490"/>
                      <a:pt x="2275" y="15410"/>
                    </a:cubicBezTo>
                    <a:cubicBezTo>
                      <a:pt x="2052" y="14063"/>
                      <a:pt x="1802" y="12546"/>
                      <a:pt x="2302" y="11288"/>
                    </a:cubicBezTo>
                    <a:cubicBezTo>
                      <a:pt x="3096" y="11920"/>
                      <a:pt x="4044" y="12243"/>
                      <a:pt x="4998" y="12243"/>
                    </a:cubicBezTo>
                    <a:cubicBezTo>
                      <a:pt x="5727" y="12243"/>
                      <a:pt x="6460" y="12054"/>
                      <a:pt x="7128" y="11672"/>
                    </a:cubicBezTo>
                    <a:cubicBezTo>
                      <a:pt x="7164" y="11645"/>
                      <a:pt x="7191" y="11600"/>
                      <a:pt x="7200" y="11556"/>
                    </a:cubicBezTo>
                    <a:cubicBezTo>
                      <a:pt x="7209" y="11502"/>
                      <a:pt x="7191" y="11458"/>
                      <a:pt x="7155" y="11422"/>
                    </a:cubicBezTo>
                    <a:cubicBezTo>
                      <a:pt x="6504" y="10824"/>
                      <a:pt x="5656" y="10450"/>
                      <a:pt x="4773" y="10369"/>
                    </a:cubicBezTo>
                    <a:cubicBezTo>
                      <a:pt x="4652" y="10358"/>
                      <a:pt x="4531" y="10353"/>
                      <a:pt x="4410" y="10353"/>
                    </a:cubicBezTo>
                    <a:cubicBezTo>
                      <a:pt x="3755" y="10353"/>
                      <a:pt x="3106" y="10514"/>
                      <a:pt x="2534" y="10815"/>
                    </a:cubicBezTo>
                    <a:cubicBezTo>
                      <a:pt x="2534" y="10806"/>
                      <a:pt x="2534" y="10806"/>
                      <a:pt x="2543" y="10798"/>
                    </a:cubicBezTo>
                    <a:cubicBezTo>
                      <a:pt x="3007" y="10021"/>
                      <a:pt x="3765" y="9504"/>
                      <a:pt x="4568" y="9040"/>
                    </a:cubicBezTo>
                    <a:cubicBezTo>
                      <a:pt x="4577" y="9049"/>
                      <a:pt x="4577" y="9058"/>
                      <a:pt x="4586" y="9067"/>
                    </a:cubicBezTo>
                    <a:cubicBezTo>
                      <a:pt x="5391" y="9739"/>
                      <a:pt x="6371" y="10084"/>
                      <a:pt x="7357" y="10084"/>
                    </a:cubicBezTo>
                    <a:cubicBezTo>
                      <a:pt x="8085" y="10084"/>
                      <a:pt x="8816" y="9896"/>
                      <a:pt x="9483" y="9513"/>
                    </a:cubicBezTo>
                    <a:cubicBezTo>
                      <a:pt x="9528" y="9486"/>
                      <a:pt x="9555" y="9442"/>
                      <a:pt x="9564" y="9388"/>
                    </a:cubicBezTo>
                    <a:cubicBezTo>
                      <a:pt x="9564" y="9343"/>
                      <a:pt x="9546" y="9299"/>
                      <a:pt x="9510" y="9263"/>
                    </a:cubicBezTo>
                    <a:cubicBezTo>
                      <a:pt x="8859" y="8656"/>
                      <a:pt x="8011" y="8282"/>
                      <a:pt x="7128" y="8202"/>
                    </a:cubicBezTo>
                    <a:cubicBezTo>
                      <a:pt x="7014" y="8191"/>
                      <a:pt x="6898" y="8186"/>
                      <a:pt x="6783" y="8186"/>
                    </a:cubicBezTo>
                    <a:cubicBezTo>
                      <a:pt x="6503" y="8186"/>
                      <a:pt x="6222" y="8216"/>
                      <a:pt x="5951" y="8273"/>
                    </a:cubicBezTo>
                    <a:cubicBezTo>
                      <a:pt x="5968" y="8264"/>
                      <a:pt x="5986" y="8255"/>
                      <a:pt x="6004" y="8246"/>
                    </a:cubicBezTo>
                    <a:cubicBezTo>
                      <a:pt x="6397" y="8014"/>
                      <a:pt x="7048" y="7586"/>
                      <a:pt x="7574" y="6997"/>
                    </a:cubicBezTo>
                    <a:cubicBezTo>
                      <a:pt x="7583" y="6997"/>
                      <a:pt x="7583" y="7006"/>
                      <a:pt x="7583" y="7006"/>
                    </a:cubicBezTo>
                    <a:cubicBezTo>
                      <a:pt x="7601" y="7051"/>
                      <a:pt x="7628" y="7077"/>
                      <a:pt x="7672" y="7095"/>
                    </a:cubicBezTo>
                    <a:cubicBezTo>
                      <a:pt x="8199" y="7302"/>
                      <a:pt x="8742" y="7402"/>
                      <a:pt x="9277" y="7402"/>
                    </a:cubicBezTo>
                    <a:cubicBezTo>
                      <a:pt x="10471" y="7402"/>
                      <a:pt x="11622" y="6902"/>
                      <a:pt x="12454" y="5971"/>
                    </a:cubicBezTo>
                    <a:cubicBezTo>
                      <a:pt x="12490" y="5927"/>
                      <a:pt x="12499" y="5882"/>
                      <a:pt x="12490" y="5829"/>
                    </a:cubicBezTo>
                    <a:cubicBezTo>
                      <a:pt x="12481" y="5784"/>
                      <a:pt x="12454" y="5748"/>
                      <a:pt x="12409" y="5721"/>
                    </a:cubicBezTo>
                    <a:cubicBezTo>
                      <a:pt x="11880" y="5489"/>
                      <a:pt x="11305" y="5370"/>
                      <a:pt x="10728" y="5370"/>
                    </a:cubicBezTo>
                    <a:cubicBezTo>
                      <a:pt x="10421" y="5370"/>
                      <a:pt x="10114" y="5403"/>
                      <a:pt x="9813" y="5472"/>
                    </a:cubicBezTo>
                    <a:cubicBezTo>
                      <a:pt x="9135" y="5632"/>
                      <a:pt x="8511" y="5971"/>
                      <a:pt x="8002" y="6435"/>
                    </a:cubicBezTo>
                    <a:cubicBezTo>
                      <a:pt x="8288" y="5989"/>
                      <a:pt x="8466" y="5463"/>
                      <a:pt x="8440" y="4892"/>
                    </a:cubicBezTo>
                    <a:cubicBezTo>
                      <a:pt x="9724" y="3607"/>
                      <a:pt x="10081" y="1734"/>
                      <a:pt x="9350" y="92"/>
                    </a:cubicBezTo>
                    <a:cubicBezTo>
                      <a:pt x="9332" y="48"/>
                      <a:pt x="9287" y="12"/>
                      <a:pt x="9243" y="3"/>
                    </a:cubicBezTo>
                    <a:cubicBezTo>
                      <a:pt x="9233" y="2"/>
                      <a:pt x="9224" y="1"/>
                      <a:pt x="921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17"/>
              <p:cNvSpPr/>
              <p:nvPr/>
            </p:nvSpPr>
            <p:spPr>
              <a:xfrm>
                <a:off x="246153" y="2904552"/>
                <a:ext cx="184407" cy="117216"/>
              </a:xfrm>
              <a:custGeom>
                <a:avLst/>
                <a:gdLst/>
                <a:ahLst/>
                <a:cxnLst/>
                <a:rect l="l" t="t" r="r" b="b"/>
                <a:pathLst>
                  <a:path w="5951" h="3783" extrusionOk="0">
                    <a:moveTo>
                      <a:pt x="5567" y="0"/>
                    </a:moveTo>
                    <a:cubicBezTo>
                      <a:pt x="5523" y="27"/>
                      <a:pt x="5487" y="63"/>
                      <a:pt x="5442" y="89"/>
                    </a:cubicBezTo>
                    <a:cubicBezTo>
                      <a:pt x="4934" y="535"/>
                      <a:pt x="4845" y="1053"/>
                      <a:pt x="4764" y="1552"/>
                    </a:cubicBezTo>
                    <a:cubicBezTo>
                      <a:pt x="4648" y="2204"/>
                      <a:pt x="4541" y="2819"/>
                      <a:pt x="3551" y="3337"/>
                    </a:cubicBezTo>
                    <a:cubicBezTo>
                      <a:pt x="3230" y="3504"/>
                      <a:pt x="2906" y="3588"/>
                      <a:pt x="2580" y="3588"/>
                    </a:cubicBezTo>
                    <a:cubicBezTo>
                      <a:pt x="2091" y="3588"/>
                      <a:pt x="1596" y="3399"/>
                      <a:pt x="1098" y="3024"/>
                    </a:cubicBezTo>
                    <a:cubicBezTo>
                      <a:pt x="669" y="2694"/>
                      <a:pt x="304" y="2284"/>
                      <a:pt x="0" y="1856"/>
                    </a:cubicBezTo>
                    <a:lnTo>
                      <a:pt x="0" y="2186"/>
                    </a:lnTo>
                    <a:cubicBezTo>
                      <a:pt x="45" y="2239"/>
                      <a:pt x="81" y="2293"/>
                      <a:pt x="125" y="2337"/>
                    </a:cubicBezTo>
                    <a:cubicBezTo>
                      <a:pt x="910" y="3292"/>
                      <a:pt x="1758" y="3783"/>
                      <a:pt x="2588" y="3783"/>
                    </a:cubicBezTo>
                    <a:cubicBezTo>
                      <a:pt x="2944" y="3783"/>
                      <a:pt x="3301" y="3693"/>
                      <a:pt x="3649" y="3515"/>
                    </a:cubicBezTo>
                    <a:cubicBezTo>
                      <a:pt x="4720" y="2944"/>
                      <a:pt x="4845" y="2248"/>
                      <a:pt x="4961" y="1588"/>
                    </a:cubicBezTo>
                    <a:cubicBezTo>
                      <a:pt x="5041" y="1097"/>
                      <a:pt x="5121" y="642"/>
                      <a:pt x="5576" y="241"/>
                    </a:cubicBezTo>
                    <a:cubicBezTo>
                      <a:pt x="5683" y="143"/>
                      <a:pt x="5817" y="63"/>
                      <a:pt x="595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17"/>
              <p:cNvSpPr/>
              <p:nvPr/>
            </p:nvSpPr>
            <p:spPr>
              <a:xfrm>
                <a:off x="392100" y="3219681"/>
                <a:ext cx="278980" cy="287231"/>
              </a:xfrm>
              <a:custGeom>
                <a:avLst/>
                <a:gdLst/>
                <a:ahLst/>
                <a:cxnLst/>
                <a:rect l="l" t="t" r="r" b="b"/>
                <a:pathLst>
                  <a:path w="9003" h="9270" extrusionOk="0">
                    <a:moveTo>
                      <a:pt x="9002" y="0"/>
                    </a:moveTo>
                    <a:cubicBezTo>
                      <a:pt x="8565" y="143"/>
                      <a:pt x="8021" y="437"/>
                      <a:pt x="7459" y="1169"/>
                    </a:cubicBezTo>
                    <a:cubicBezTo>
                      <a:pt x="6834" y="1990"/>
                      <a:pt x="6852" y="2864"/>
                      <a:pt x="6870" y="3702"/>
                    </a:cubicBezTo>
                    <a:cubicBezTo>
                      <a:pt x="6897" y="4639"/>
                      <a:pt x="6915" y="5513"/>
                      <a:pt x="6058" y="6254"/>
                    </a:cubicBezTo>
                    <a:cubicBezTo>
                      <a:pt x="5549" y="6693"/>
                      <a:pt x="4966" y="6942"/>
                      <a:pt x="4412" y="6942"/>
                    </a:cubicBezTo>
                    <a:cubicBezTo>
                      <a:pt x="4392" y="6942"/>
                      <a:pt x="4373" y="6941"/>
                      <a:pt x="4354" y="6941"/>
                    </a:cubicBezTo>
                    <a:cubicBezTo>
                      <a:pt x="4042" y="6932"/>
                      <a:pt x="3721" y="6860"/>
                      <a:pt x="3409" y="6789"/>
                    </a:cubicBezTo>
                    <a:cubicBezTo>
                      <a:pt x="3077" y="6714"/>
                      <a:pt x="2732" y="6638"/>
                      <a:pt x="2380" y="6638"/>
                    </a:cubicBezTo>
                    <a:cubicBezTo>
                      <a:pt x="2316" y="6638"/>
                      <a:pt x="2251" y="6641"/>
                      <a:pt x="2186" y="6646"/>
                    </a:cubicBezTo>
                    <a:cubicBezTo>
                      <a:pt x="1036" y="6744"/>
                      <a:pt x="251" y="7788"/>
                      <a:pt x="54" y="8752"/>
                    </a:cubicBezTo>
                    <a:cubicBezTo>
                      <a:pt x="19" y="8930"/>
                      <a:pt x="1" y="9100"/>
                      <a:pt x="1" y="9269"/>
                    </a:cubicBezTo>
                    <a:lnTo>
                      <a:pt x="197" y="9269"/>
                    </a:lnTo>
                    <a:cubicBezTo>
                      <a:pt x="206" y="9108"/>
                      <a:pt x="215" y="8957"/>
                      <a:pt x="251" y="8796"/>
                    </a:cubicBezTo>
                    <a:cubicBezTo>
                      <a:pt x="429" y="7895"/>
                      <a:pt x="1152" y="6932"/>
                      <a:pt x="2204" y="6843"/>
                    </a:cubicBezTo>
                    <a:cubicBezTo>
                      <a:pt x="2264" y="6837"/>
                      <a:pt x="2323" y="6834"/>
                      <a:pt x="2382" y="6834"/>
                    </a:cubicBezTo>
                    <a:cubicBezTo>
                      <a:pt x="2707" y="6834"/>
                      <a:pt x="3032" y="6910"/>
                      <a:pt x="3364" y="6985"/>
                    </a:cubicBezTo>
                    <a:cubicBezTo>
                      <a:pt x="3685" y="7057"/>
                      <a:pt x="4015" y="7128"/>
                      <a:pt x="4354" y="7137"/>
                    </a:cubicBezTo>
                    <a:cubicBezTo>
                      <a:pt x="4364" y="7137"/>
                      <a:pt x="4375" y="7137"/>
                      <a:pt x="4385" y="7137"/>
                    </a:cubicBezTo>
                    <a:cubicBezTo>
                      <a:pt x="4991" y="7137"/>
                      <a:pt x="5631" y="6879"/>
                      <a:pt x="6192" y="6396"/>
                    </a:cubicBezTo>
                    <a:cubicBezTo>
                      <a:pt x="7111" y="5603"/>
                      <a:pt x="7093" y="4639"/>
                      <a:pt x="7066" y="3702"/>
                    </a:cubicBezTo>
                    <a:cubicBezTo>
                      <a:pt x="7048" y="2891"/>
                      <a:pt x="7031" y="2052"/>
                      <a:pt x="7619" y="1294"/>
                    </a:cubicBezTo>
                    <a:cubicBezTo>
                      <a:pt x="8128" y="625"/>
                      <a:pt x="8601" y="348"/>
                      <a:pt x="9002" y="205"/>
                    </a:cubicBezTo>
                    <a:lnTo>
                      <a:pt x="900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3" name="Google Shape;763;p17"/>
            <p:cNvGrpSpPr/>
            <p:nvPr/>
          </p:nvGrpSpPr>
          <p:grpSpPr>
            <a:xfrm>
              <a:off x="-286811" y="2343108"/>
              <a:ext cx="429648" cy="572686"/>
              <a:chOff x="-244350" y="2480775"/>
              <a:chExt cx="379648" cy="506086"/>
            </a:xfrm>
          </p:grpSpPr>
          <p:sp>
            <p:nvSpPr>
              <p:cNvPr id="764" name="Google Shape;764;p17"/>
              <p:cNvSpPr/>
              <p:nvPr/>
            </p:nvSpPr>
            <p:spPr>
              <a:xfrm>
                <a:off x="-244350" y="2480775"/>
                <a:ext cx="379648" cy="506086"/>
              </a:xfrm>
              <a:custGeom>
                <a:avLst/>
                <a:gdLst/>
                <a:ahLst/>
                <a:cxnLst/>
                <a:rect l="l" t="t" r="r" b="b"/>
                <a:pathLst>
                  <a:path w="7897" h="10527" extrusionOk="0">
                    <a:moveTo>
                      <a:pt x="7031" y="866"/>
                    </a:moveTo>
                    <a:lnTo>
                      <a:pt x="7031" y="9671"/>
                    </a:lnTo>
                    <a:lnTo>
                      <a:pt x="866" y="9671"/>
                    </a:lnTo>
                    <a:lnTo>
                      <a:pt x="866" y="866"/>
                    </a:lnTo>
                    <a:close/>
                    <a:moveTo>
                      <a:pt x="1" y="0"/>
                    </a:moveTo>
                    <a:lnTo>
                      <a:pt x="1" y="10527"/>
                    </a:lnTo>
                    <a:lnTo>
                      <a:pt x="7896" y="10527"/>
                    </a:lnTo>
                    <a:lnTo>
                      <a:pt x="789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765;p17"/>
              <p:cNvSpPr/>
              <p:nvPr/>
            </p:nvSpPr>
            <p:spPr>
              <a:xfrm>
                <a:off x="-202718" y="2522359"/>
                <a:ext cx="296382" cy="423348"/>
              </a:xfrm>
              <a:custGeom>
                <a:avLst/>
                <a:gdLst/>
                <a:ahLst/>
                <a:cxnLst/>
                <a:rect l="l" t="t" r="r" b="b"/>
                <a:pathLst>
                  <a:path w="6165" h="8806" extrusionOk="0">
                    <a:moveTo>
                      <a:pt x="0" y="1"/>
                    </a:moveTo>
                    <a:lnTo>
                      <a:pt x="0" y="8806"/>
                    </a:lnTo>
                    <a:lnTo>
                      <a:pt x="6165" y="8806"/>
                    </a:lnTo>
                    <a:lnTo>
                      <a:pt x="616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Google Shape;766;p17"/>
              <p:cNvSpPr/>
              <p:nvPr/>
            </p:nvSpPr>
            <p:spPr>
              <a:xfrm>
                <a:off x="-67630" y="2618411"/>
                <a:ext cx="37354" cy="305853"/>
              </a:xfrm>
              <a:custGeom>
                <a:avLst/>
                <a:gdLst/>
                <a:ahLst/>
                <a:cxnLst/>
                <a:rect l="l" t="t" r="r" b="b"/>
                <a:pathLst>
                  <a:path w="777" h="6362" extrusionOk="0">
                    <a:moveTo>
                      <a:pt x="509" y="1"/>
                    </a:moveTo>
                    <a:cubicBezTo>
                      <a:pt x="491" y="10"/>
                      <a:pt x="482" y="28"/>
                      <a:pt x="482" y="45"/>
                    </a:cubicBezTo>
                    <a:cubicBezTo>
                      <a:pt x="678" y="768"/>
                      <a:pt x="562" y="1526"/>
                      <a:pt x="429" y="2178"/>
                    </a:cubicBezTo>
                    <a:cubicBezTo>
                      <a:pt x="384" y="2374"/>
                      <a:pt x="339" y="2561"/>
                      <a:pt x="295" y="2748"/>
                    </a:cubicBezTo>
                    <a:cubicBezTo>
                      <a:pt x="179" y="3257"/>
                      <a:pt x="54" y="3783"/>
                      <a:pt x="27" y="4310"/>
                    </a:cubicBezTo>
                    <a:cubicBezTo>
                      <a:pt x="0" y="5130"/>
                      <a:pt x="250" y="5871"/>
                      <a:pt x="705" y="6353"/>
                    </a:cubicBezTo>
                    <a:cubicBezTo>
                      <a:pt x="714" y="6361"/>
                      <a:pt x="723" y="6361"/>
                      <a:pt x="732" y="6361"/>
                    </a:cubicBezTo>
                    <a:cubicBezTo>
                      <a:pt x="741" y="6361"/>
                      <a:pt x="759" y="6361"/>
                      <a:pt x="759" y="6353"/>
                    </a:cubicBezTo>
                    <a:cubicBezTo>
                      <a:pt x="777" y="6335"/>
                      <a:pt x="777" y="6317"/>
                      <a:pt x="759" y="6299"/>
                    </a:cubicBezTo>
                    <a:cubicBezTo>
                      <a:pt x="313" y="5835"/>
                      <a:pt x="72" y="5113"/>
                      <a:pt x="107" y="4319"/>
                    </a:cubicBezTo>
                    <a:cubicBezTo>
                      <a:pt x="125" y="3792"/>
                      <a:pt x="250" y="3275"/>
                      <a:pt x="366" y="2766"/>
                    </a:cubicBezTo>
                    <a:cubicBezTo>
                      <a:pt x="411" y="2579"/>
                      <a:pt x="455" y="2383"/>
                      <a:pt x="500" y="2195"/>
                    </a:cubicBezTo>
                    <a:cubicBezTo>
                      <a:pt x="634" y="1535"/>
                      <a:pt x="750" y="768"/>
                      <a:pt x="553" y="28"/>
                    </a:cubicBezTo>
                    <a:cubicBezTo>
                      <a:pt x="553" y="10"/>
                      <a:pt x="527" y="1"/>
                      <a:pt x="50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17"/>
              <p:cNvSpPr/>
              <p:nvPr/>
            </p:nvSpPr>
            <p:spPr>
              <a:xfrm>
                <a:off x="-101955" y="2545290"/>
                <a:ext cx="107688" cy="85189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1772" extrusionOk="0">
                    <a:moveTo>
                      <a:pt x="1600" y="1"/>
                    </a:moveTo>
                    <a:cubicBezTo>
                      <a:pt x="1552" y="1"/>
                      <a:pt x="1509" y="31"/>
                      <a:pt x="1473" y="68"/>
                    </a:cubicBezTo>
                    <a:cubicBezTo>
                      <a:pt x="1437" y="112"/>
                      <a:pt x="1419" y="175"/>
                      <a:pt x="1401" y="237"/>
                    </a:cubicBezTo>
                    <a:cubicBezTo>
                      <a:pt x="1392" y="273"/>
                      <a:pt x="1366" y="380"/>
                      <a:pt x="1330" y="523"/>
                    </a:cubicBezTo>
                    <a:cubicBezTo>
                      <a:pt x="1321" y="398"/>
                      <a:pt x="1321" y="309"/>
                      <a:pt x="1312" y="273"/>
                    </a:cubicBezTo>
                    <a:cubicBezTo>
                      <a:pt x="1303" y="210"/>
                      <a:pt x="1294" y="148"/>
                      <a:pt x="1267" y="94"/>
                    </a:cubicBezTo>
                    <a:cubicBezTo>
                      <a:pt x="1232" y="50"/>
                      <a:pt x="1178" y="5"/>
                      <a:pt x="1116" y="5"/>
                    </a:cubicBezTo>
                    <a:cubicBezTo>
                      <a:pt x="1062" y="5"/>
                      <a:pt x="1009" y="59"/>
                      <a:pt x="982" y="103"/>
                    </a:cubicBezTo>
                    <a:cubicBezTo>
                      <a:pt x="955" y="157"/>
                      <a:pt x="955" y="219"/>
                      <a:pt x="946" y="282"/>
                    </a:cubicBezTo>
                    <a:cubicBezTo>
                      <a:pt x="946" y="380"/>
                      <a:pt x="946" y="478"/>
                      <a:pt x="946" y="576"/>
                    </a:cubicBezTo>
                    <a:cubicBezTo>
                      <a:pt x="893" y="425"/>
                      <a:pt x="839" y="317"/>
                      <a:pt x="821" y="282"/>
                    </a:cubicBezTo>
                    <a:cubicBezTo>
                      <a:pt x="804" y="219"/>
                      <a:pt x="768" y="166"/>
                      <a:pt x="723" y="130"/>
                    </a:cubicBezTo>
                    <a:cubicBezTo>
                      <a:pt x="691" y="98"/>
                      <a:pt x="649" y="75"/>
                      <a:pt x="608" y="75"/>
                    </a:cubicBezTo>
                    <a:cubicBezTo>
                      <a:pt x="593" y="75"/>
                      <a:pt x="577" y="78"/>
                      <a:pt x="563" y="86"/>
                    </a:cubicBezTo>
                    <a:cubicBezTo>
                      <a:pt x="500" y="103"/>
                      <a:pt x="474" y="166"/>
                      <a:pt x="465" y="219"/>
                    </a:cubicBezTo>
                    <a:cubicBezTo>
                      <a:pt x="456" y="282"/>
                      <a:pt x="465" y="335"/>
                      <a:pt x="482" y="398"/>
                    </a:cubicBezTo>
                    <a:cubicBezTo>
                      <a:pt x="500" y="487"/>
                      <a:pt x="536" y="576"/>
                      <a:pt x="563" y="665"/>
                    </a:cubicBezTo>
                    <a:cubicBezTo>
                      <a:pt x="474" y="558"/>
                      <a:pt x="402" y="469"/>
                      <a:pt x="375" y="442"/>
                    </a:cubicBezTo>
                    <a:cubicBezTo>
                      <a:pt x="331" y="398"/>
                      <a:pt x="295" y="353"/>
                      <a:pt x="233" y="326"/>
                    </a:cubicBezTo>
                    <a:cubicBezTo>
                      <a:pt x="208" y="314"/>
                      <a:pt x="179" y="307"/>
                      <a:pt x="151" y="307"/>
                    </a:cubicBezTo>
                    <a:cubicBezTo>
                      <a:pt x="119" y="307"/>
                      <a:pt x="87" y="316"/>
                      <a:pt x="63" y="335"/>
                    </a:cubicBezTo>
                    <a:cubicBezTo>
                      <a:pt x="19" y="371"/>
                      <a:pt x="1" y="442"/>
                      <a:pt x="10" y="496"/>
                    </a:cubicBezTo>
                    <a:cubicBezTo>
                      <a:pt x="19" y="558"/>
                      <a:pt x="54" y="612"/>
                      <a:pt x="81" y="656"/>
                    </a:cubicBezTo>
                    <a:cubicBezTo>
                      <a:pt x="215" y="871"/>
                      <a:pt x="375" y="1067"/>
                      <a:pt x="545" y="1245"/>
                    </a:cubicBezTo>
                    <a:cubicBezTo>
                      <a:pt x="598" y="1298"/>
                      <a:pt x="1106" y="1772"/>
                      <a:pt x="1229" y="1772"/>
                    </a:cubicBezTo>
                    <a:cubicBezTo>
                      <a:pt x="1230" y="1772"/>
                      <a:pt x="1231" y="1772"/>
                      <a:pt x="1232" y="1772"/>
                    </a:cubicBezTo>
                    <a:cubicBezTo>
                      <a:pt x="1348" y="1763"/>
                      <a:pt x="1776" y="1210"/>
                      <a:pt x="1821" y="1147"/>
                    </a:cubicBezTo>
                    <a:cubicBezTo>
                      <a:pt x="1972" y="942"/>
                      <a:pt x="2088" y="728"/>
                      <a:pt x="2195" y="496"/>
                    </a:cubicBezTo>
                    <a:cubicBezTo>
                      <a:pt x="2213" y="442"/>
                      <a:pt x="2240" y="389"/>
                      <a:pt x="2240" y="326"/>
                    </a:cubicBezTo>
                    <a:cubicBezTo>
                      <a:pt x="2240" y="264"/>
                      <a:pt x="2213" y="202"/>
                      <a:pt x="2160" y="175"/>
                    </a:cubicBezTo>
                    <a:cubicBezTo>
                      <a:pt x="2138" y="164"/>
                      <a:pt x="2116" y="159"/>
                      <a:pt x="2093" y="159"/>
                    </a:cubicBezTo>
                    <a:cubicBezTo>
                      <a:pt x="2058" y="159"/>
                      <a:pt x="2023" y="171"/>
                      <a:pt x="1990" y="193"/>
                    </a:cubicBezTo>
                    <a:cubicBezTo>
                      <a:pt x="1937" y="228"/>
                      <a:pt x="1901" y="273"/>
                      <a:pt x="1874" y="326"/>
                    </a:cubicBezTo>
                    <a:cubicBezTo>
                      <a:pt x="1847" y="362"/>
                      <a:pt x="1785" y="451"/>
                      <a:pt x="1714" y="576"/>
                    </a:cubicBezTo>
                    <a:cubicBezTo>
                      <a:pt x="1731" y="487"/>
                      <a:pt x="1749" y="389"/>
                      <a:pt x="1758" y="300"/>
                    </a:cubicBezTo>
                    <a:cubicBezTo>
                      <a:pt x="1767" y="237"/>
                      <a:pt x="1767" y="175"/>
                      <a:pt x="1749" y="121"/>
                    </a:cubicBezTo>
                    <a:cubicBezTo>
                      <a:pt x="1731" y="68"/>
                      <a:pt x="1696" y="14"/>
                      <a:pt x="1633" y="5"/>
                    </a:cubicBezTo>
                    <a:cubicBezTo>
                      <a:pt x="1622" y="2"/>
                      <a:pt x="1611" y="1"/>
                      <a:pt x="16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Google Shape;768;p17"/>
              <p:cNvSpPr/>
              <p:nvPr/>
            </p:nvSpPr>
            <p:spPr>
              <a:xfrm>
                <a:off x="-107099" y="2734173"/>
                <a:ext cx="117591" cy="89708"/>
              </a:xfrm>
              <a:custGeom>
                <a:avLst/>
                <a:gdLst/>
                <a:ahLst/>
                <a:cxnLst/>
                <a:rect l="l" t="t" r="r" b="b"/>
                <a:pathLst>
                  <a:path w="2446" h="1866" extrusionOk="0">
                    <a:moveTo>
                      <a:pt x="43" y="1"/>
                    </a:moveTo>
                    <a:cubicBezTo>
                      <a:pt x="32" y="1"/>
                      <a:pt x="21" y="8"/>
                      <a:pt x="10" y="19"/>
                    </a:cubicBezTo>
                    <a:cubicBezTo>
                      <a:pt x="1" y="37"/>
                      <a:pt x="1" y="55"/>
                      <a:pt x="18" y="73"/>
                    </a:cubicBezTo>
                    <a:cubicBezTo>
                      <a:pt x="233" y="225"/>
                      <a:pt x="456" y="385"/>
                      <a:pt x="607" y="608"/>
                    </a:cubicBezTo>
                    <a:cubicBezTo>
                      <a:pt x="830" y="929"/>
                      <a:pt x="875" y="1741"/>
                      <a:pt x="866" y="1821"/>
                    </a:cubicBezTo>
                    <a:lnTo>
                      <a:pt x="857" y="1821"/>
                    </a:lnTo>
                    <a:cubicBezTo>
                      <a:pt x="857" y="1839"/>
                      <a:pt x="857" y="1848"/>
                      <a:pt x="875" y="1857"/>
                    </a:cubicBezTo>
                    <a:cubicBezTo>
                      <a:pt x="884" y="1866"/>
                      <a:pt x="884" y="1866"/>
                      <a:pt x="893" y="1866"/>
                    </a:cubicBezTo>
                    <a:lnTo>
                      <a:pt x="911" y="1866"/>
                    </a:lnTo>
                    <a:cubicBezTo>
                      <a:pt x="920" y="1857"/>
                      <a:pt x="928" y="1848"/>
                      <a:pt x="937" y="1839"/>
                    </a:cubicBezTo>
                    <a:cubicBezTo>
                      <a:pt x="1000" y="1634"/>
                      <a:pt x="1205" y="1527"/>
                      <a:pt x="1321" y="1482"/>
                    </a:cubicBezTo>
                    <a:cubicBezTo>
                      <a:pt x="1446" y="1429"/>
                      <a:pt x="1589" y="1411"/>
                      <a:pt x="1713" y="1384"/>
                    </a:cubicBezTo>
                    <a:cubicBezTo>
                      <a:pt x="1776" y="1375"/>
                      <a:pt x="1838" y="1366"/>
                      <a:pt x="1892" y="1349"/>
                    </a:cubicBezTo>
                    <a:cubicBezTo>
                      <a:pt x="2052" y="1322"/>
                      <a:pt x="2284" y="1259"/>
                      <a:pt x="2436" y="1090"/>
                    </a:cubicBezTo>
                    <a:cubicBezTo>
                      <a:pt x="2445" y="1072"/>
                      <a:pt x="2445" y="1045"/>
                      <a:pt x="2436" y="1036"/>
                    </a:cubicBezTo>
                    <a:cubicBezTo>
                      <a:pt x="2427" y="1027"/>
                      <a:pt x="2416" y="1023"/>
                      <a:pt x="2406" y="1023"/>
                    </a:cubicBezTo>
                    <a:cubicBezTo>
                      <a:pt x="2396" y="1023"/>
                      <a:pt x="2387" y="1027"/>
                      <a:pt x="2383" y="1036"/>
                    </a:cubicBezTo>
                    <a:cubicBezTo>
                      <a:pt x="2276" y="1152"/>
                      <a:pt x="2115" y="1233"/>
                      <a:pt x="1874" y="1277"/>
                    </a:cubicBezTo>
                    <a:cubicBezTo>
                      <a:pt x="1821" y="1295"/>
                      <a:pt x="1758" y="1304"/>
                      <a:pt x="1705" y="1313"/>
                    </a:cubicBezTo>
                    <a:cubicBezTo>
                      <a:pt x="1571" y="1340"/>
                      <a:pt x="1428" y="1357"/>
                      <a:pt x="1294" y="1411"/>
                    </a:cubicBezTo>
                    <a:cubicBezTo>
                      <a:pt x="1196" y="1447"/>
                      <a:pt x="1035" y="1527"/>
                      <a:pt x="928" y="1670"/>
                    </a:cubicBezTo>
                    <a:cubicBezTo>
                      <a:pt x="920" y="1393"/>
                      <a:pt x="857" y="831"/>
                      <a:pt x="670" y="564"/>
                    </a:cubicBezTo>
                    <a:cubicBezTo>
                      <a:pt x="509" y="332"/>
                      <a:pt x="277" y="162"/>
                      <a:pt x="63" y="10"/>
                    </a:cubicBezTo>
                    <a:cubicBezTo>
                      <a:pt x="56" y="4"/>
                      <a:pt x="49" y="1"/>
                      <a:pt x="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Google Shape;769;p17"/>
              <p:cNvSpPr/>
              <p:nvPr/>
            </p:nvSpPr>
            <p:spPr>
              <a:xfrm>
                <a:off x="-10614" y="2704559"/>
                <a:ext cx="92689" cy="89996"/>
              </a:xfrm>
              <a:custGeom>
                <a:avLst/>
                <a:gdLst/>
                <a:ahLst/>
                <a:cxnLst/>
                <a:rect l="l" t="t" r="r" b="b"/>
                <a:pathLst>
                  <a:path w="1928" h="1872" extrusionOk="0">
                    <a:moveTo>
                      <a:pt x="270" y="1"/>
                    </a:moveTo>
                    <a:cubicBezTo>
                      <a:pt x="220" y="1"/>
                      <a:pt x="168" y="34"/>
                      <a:pt x="144" y="82"/>
                    </a:cubicBezTo>
                    <a:cubicBezTo>
                      <a:pt x="108" y="127"/>
                      <a:pt x="90" y="189"/>
                      <a:pt x="81" y="243"/>
                    </a:cubicBezTo>
                    <a:cubicBezTo>
                      <a:pt x="28" y="493"/>
                      <a:pt x="1" y="742"/>
                      <a:pt x="1" y="992"/>
                    </a:cubicBezTo>
                    <a:cubicBezTo>
                      <a:pt x="1" y="1064"/>
                      <a:pt x="37" y="1768"/>
                      <a:pt x="126" y="1840"/>
                    </a:cubicBezTo>
                    <a:cubicBezTo>
                      <a:pt x="151" y="1863"/>
                      <a:pt x="227" y="1871"/>
                      <a:pt x="323" y="1871"/>
                    </a:cubicBezTo>
                    <a:cubicBezTo>
                      <a:pt x="563" y="1871"/>
                      <a:pt x="931" y="1819"/>
                      <a:pt x="982" y="1813"/>
                    </a:cubicBezTo>
                    <a:cubicBezTo>
                      <a:pt x="1232" y="1768"/>
                      <a:pt x="1473" y="1697"/>
                      <a:pt x="1705" y="1599"/>
                    </a:cubicBezTo>
                    <a:cubicBezTo>
                      <a:pt x="1758" y="1572"/>
                      <a:pt x="1812" y="1554"/>
                      <a:pt x="1856" y="1510"/>
                    </a:cubicBezTo>
                    <a:cubicBezTo>
                      <a:pt x="1901" y="1465"/>
                      <a:pt x="1928" y="1403"/>
                      <a:pt x="1910" y="1349"/>
                    </a:cubicBezTo>
                    <a:cubicBezTo>
                      <a:pt x="1892" y="1287"/>
                      <a:pt x="1830" y="1251"/>
                      <a:pt x="1776" y="1242"/>
                    </a:cubicBezTo>
                    <a:cubicBezTo>
                      <a:pt x="1757" y="1236"/>
                      <a:pt x="1737" y="1234"/>
                      <a:pt x="1718" y="1234"/>
                    </a:cubicBezTo>
                    <a:cubicBezTo>
                      <a:pt x="1676" y="1234"/>
                      <a:pt x="1635" y="1245"/>
                      <a:pt x="1598" y="1251"/>
                    </a:cubicBezTo>
                    <a:cubicBezTo>
                      <a:pt x="1553" y="1260"/>
                      <a:pt x="1446" y="1287"/>
                      <a:pt x="1303" y="1322"/>
                    </a:cubicBezTo>
                    <a:cubicBezTo>
                      <a:pt x="1384" y="1269"/>
                      <a:pt x="1464" y="1215"/>
                      <a:pt x="1535" y="1153"/>
                    </a:cubicBezTo>
                    <a:cubicBezTo>
                      <a:pt x="1580" y="1117"/>
                      <a:pt x="1625" y="1072"/>
                      <a:pt x="1651" y="1019"/>
                    </a:cubicBezTo>
                    <a:cubicBezTo>
                      <a:pt x="1678" y="974"/>
                      <a:pt x="1687" y="903"/>
                      <a:pt x="1651" y="858"/>
                    </a:cubicBezTo>
                    <a:cubicBezTo>
                      <a:pt x="1621" y="814"/>
                      <a:pt x="1573" y="794"/>
                      <a:pt x="1521" y="794"/>
                    </a:cubicBezTo>
                    <a:cubicBezTo>
                      <a:pt x="1511" y="794"/>
                      <a:pt x="1501" y="794"/>
                      <a:pt x="1491" y="796"/>
                    </a:cubicBezTo>
                    <a:cubicBezTo>
                      <a:pt x="1428" y="796"/>
                      <a:pt x="1375" y="832"/>
                      <a:pt x="1321" y="858"/>
                    </a:cubicBezTo>
                    <a:cubicBezTo>
                      <a:pt x="1286" y="876"/>
                      <a:pt x="1196" y="939"/>
                      <a:pt x="1071" y="1019"/>
                    </a:cubicBezTo>
                    <a:cubicBezTo>
                      <a:pt x="1152" y="930"/>
                      <a:pt x="1205" y="849"/>
                      <a:pt x="1232" y="823"/>
                    </a:cubicBezTo>
                    <a:cubicBezTo>
                      <a:pt x="1268" y="778"/>
                      <a:pt x="1303" y="725"/>
                      <a:pt x="1321" y="671"/>
                    </a:cubicBezTo>
                    <a:cubicBezTo>
                      <a:pt x="1330" y="609"/>
                      <a:pt x="1321" y="537"/>
                      <a:pt x="1277" y="502"/>
                    </a:cubicBezTo>
                    <a:cubicBezTo>
                      <a:pt x="1249" y="474"/>
                      <a:pt x="1212" y="464"/>
                      <a:pt x="1175" y="464"/>
                    </a:cubicBezTo>
                    <a:cubicBezTo>
                      <a:pt x="1151" y="464"/>
                      <a:pt x="1128" y="468"/>
                      <a:pt x="1107" y="475"/>
                    </a:cubicBezTo>
                    <a:cubicBezTo>
                      <a:pt x="1054" y="502"/>
                      <a:pt x="1009" y="537"/>
                      <a:pt x="964" y="573"/>
                    </a:cubicBezTo>
                    <a:cubicBezTo>
                      <a:pt x="893" y="644"/>
                      <a:pt x="822" y="716"/>
                      <a:pt x="759" y="787"/>
                    </a:cubicBezTo>
                    <a:cubicBezTo>
                      <a:pt x="822" y="644"/>
                      <a:pt x="866" y="528"/>
                      <a:pt x="875" y="493"/>
                    </a:cubicBezTo>
                    <a:cubicBezTo>
                      <a:pt x="902" y="430"/>
                      <a:pt x="920" y="377"/>
                      <a:pt x="911" y="314"/>
                    </a:cubicBezTo>
                    <a:cubicBezTo>
                      <a:pt x="911" y="252"/>
                      <a:pt x="875" y="189"/>
                      <a:pt x="822" y="163"/>
                    </a:cubicBezTo>
                    <a:cubicBezTo>
                      <a:pt x="807" y="158"/>
                      <a:pt x="792" y="156"/>
                      <a:pt x="777" y="156"/>
                    </a:cubicBezTo>
                    <a:cubicBezTo>
                      <a:pt x="735" y="156"/>
                      <a:pt x="691" y="172"/>
                      <a:pt x="652" y="198"/>
                    </a:cubicBezTo>
                    <a:cubicBezTo>
                      <a:pt x="608" y="234"/>
                      <a:pt x="581" y="287"/>
                      <a:pt x="545" y="332"/>
                    </a:cubicBezTo>
                    <a:cubicBezTo>
                      <a:pt x="500" y="412"/>
                      <a:pt x="465" y="502"/>
                      <a:pt x="420" y="591"/>
                    </a:cubicBezTo>
                    <a:cubicBezTo>
                      <a:pt x="438" y="448"/>
                      <a:pt x="438" y="332"/>
                      <a:pt x="438" y="296"/>
                    </a:cubicBezTo>
                    <a:cubicBezTo>
                      <a:pt x="447" y="234"/>
                      <a:pt x="447" y="171"/>
                      <a:pt x="420" y="118"/>
                    </a:cubicBezTo>
                    <a:cubicBezTo>
                      <a:pt x="402" y="55"/>
                      <a:pt x="349" y="11"/>
                      <a:pt x="286" y="2"/>
                    </a:cubicBezTo>
                    <a:cubicBezTo>
                      <a:pt x="281" y="1"/>
                      <a:pt x="275" y="1"/>
                      <a:pt x="27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Google Shape;770;p17"/>
              <p:cNvSpPr/>
              <p:nvPr/>
            </p:nvSpPr>
            <p:spPr>
              <a:xfrm>
                <a:off x="-177864" y="2659514"/>
                <a:ext cx="92256" cy="90333"/>
              </a:xfrm>
              <a:custGeom>
                <a:avLst/>
                <a:gdLst/>
                <a:ahLst/>
                <a:cxnLst/>
                <a:rect l="l" t="t" r="r" b="b"/>
                <a:pathLst>
                  <a:path w="1919" h="1879" extrusionOk="0">
                    <a:moveTo>
                      <a:pt x="1521" y="1"/>
                    </a:moveTo>
                    <a:cubicBezTo>
                      <a:pt x="1513" y="1"/>
                      <a:pt x="1506" y="1"/>
                      <a:pt x="1499" y="2"/>
                    </a:cubicBezTo>
                    <a:cubicBezTo>
                      <a:pt x="1437" y="11"/>
                      <a:pt x="1392" y="65"/>
                      <a:pt x="1375" y="127"/>
                    </a:cubicBezTo>
                    <a:cubicBezTo>
                      <a:pt x="1357" y="181"/>
                      <a:pt x="1366" y="243"/>
                      <a:pt x="1375" y="306"/>
                    </a:cubicBezTo>
                    <a:cubicBezTo>
                      <a:pt x="1375" y="341"/>
                      <a:pt x="1392" y="457"/>
                      <a:pt x="1419" y="600"/>
                    </a:cubicBezTo>
                    <a:cubicBezTo>
                      <a:pt x="1375" y="520"/>
                      <a:pt x="1321" y="430"/>
                      <a:pt x="1267" y="359"/>
                    </a:cubicBezTo>
                    <a:cubicBezTo>
                      <a:pt x="1232" y="306"/>
                      <a:pt x="1196" y="261"/>
                      <a:pt x="1151" y="225"/>
                    </a:cubicBezTo>
                    <a:cubicBezTo>
                      <a:pt x="1120" y="210"/>
                      <a:pt x="1086" y="200"/>
                      <a:pt x="1053" y="200"/>
                    </a:cubicBezTo>
                    <a:cubicBezTo>
                      <a:pt x="1028" y="200"/>
                      <a:pt x="1004" y="205"/>
                      <a:pt x="982" y="216"/>
                    </a:cubicBezTo>
                    <a:cubicBezTo>
                      <a:pt x="928" y="243"/>
                      <a:pt x="902" y="306"/>
                      <a:pt x="902" y="368"/>
                    </a:cubicBezTo>
                    <a:cubicBezTo>
                      <a:pt x="911" y="430"/>
                      <a:pt x="928" y="484"/>
                      <a:pt x="955" y="546"/>
                    </a:cubicBezTo>
                    <a:cubicBezTo>
                      <a:pt x="973" y="582"/>
                      <a:pt x="1027" y="680"/>
                      <a:pt x="1089" y="805"/>
                    </a:cubicBezTo>
                    <a:cubicBezTo>
                      <a:pt x="1009" y="716"/>
                      <a:pt x="937" y="653"/>
                      <a:pt x="911" y="627"/>
                    </a:cubicBezTo>
                    <a:cubicBezTo>
                      <a:pt x="866" y="591"/>
                      <a:pt x="821" y="546"/>
                      <a:pt x="768" y="529"/>
                    </a:cubicBezTo>
                    <a:cubicBezTo>
                      <a:pt x="744" y="522"/>
                      <a:pt x="718" y="517"/>
                      <a:pt x="693" y="517"/>
                    </a:cubicBezTo>
                    <a:cubicBezTo>
                      <a:pt x="654" y="517"/>
                      <a:pt x="617" y="528"/>
                      <a:pt x="589" y="555"/>
                    </a:cubicBezTo>
                    <a:cubicBezTo>
                      <a:pt x="554" y="600"/>
                      <a:pt x="545" y="662"/>
                      <a:pt x="554" y="725"/>
                    </a:cubicBezTo>
                    <a:cubicBezTo>
                      <a:pt x="572" y="778"/>
                      <a:pt x="607" y="823"/>
                      <a:pt x="643" y="876"/>
                    </a:cubicBezTo>
                    <a:cubicBezTo>
                      <a:pt x="705" y="948"/>
                      <a:pt x="768" y="1028"/>
                      <a:pt x="839" y="1100"/>
                    </a:cubicBezTo>
                    <a:cubicBezTo>
                      <a:pt x="697" y="1028"/>
                      <a:pt x="589" y="966"/>
                      <a:pt x="554" y="957"/>
                    </a:cubicBezTo>
                    <a:cubicBezTo>
                      <a:pt x="491" y="930"/>
                      <a:pt x="438" y="903"/>
                      <a:pt x="375" y="903"/>
                    </a:cubicBezTo>
                    <a:cubicBezTo>
                      <a:pt x="313" y="903"/>
                      <a:pt x="250" y="930"/>
                      <a:pt x="224" y="984"/>
                    </a:cubicBezTo>
                    <a:cubicBezTo>
                      <a:pt x="197" y="1028"/>
                      <a:pt x="206" y="1100"/>
                      <a:pt x="242" y="1144"/>
                    </a:cubicBezTo>
                    <a:cubicBezTo>
                      <a:pt x="268" y="1198"/>
                      <a:pt x="322" y="1233"/>
                      <a:pt x="366" y="1269"/>
                    </a:cubicBezTo>
                    <a:cubicBezTo>
                      <a:pt x="447" y="1323"/>
                      <a:pt x="527" y="1367"/>
                      <a:pt x="607" y="1421"/>
                    </a:cubicBezTo>
                    <a:cubicBezTo>
                      <a:pt x="465" y="1394"/>
                      <a:pt x="358" y="1376"/>
                      <a:pt x="313" y="1367"/>
                    </a:cubicBezTo>
                    <a:cubicBezTo>
                      <a:pt x="286" y="1367"/>
                      <a:pt x="257" y="1365"/>
                      <a:pt x="227" y="1365"/>
                    </a:cubicBezTo>
                    <a:cubicBezTo>
                      <a:pt x="197" y="1365"/>
                      <a:pt x="166" y="1367"/>
                      <a:pt x="134" y="1376"/>
                    </a:cubicBezTo>
                    <a:cubicBezTo>
                      <a:pt x="81" y="1394"/>
                      <a:pt x="27" y="1439"/>
                      <a:pt x="10" y="1492"/>
                    </a:cubicBezTo>
                    <a:cubicBezTo>
                      <a:pt x="1" y="1554"/>
                      <a:pt x="36" y="1617"/>
                      <a:pt x="81" y="1653"/>
                    </a:cubicBezTo>
                    <a:cubicBezTo>
                      <a:pt x="126" y="1688"/>
                      <a:pt x="179" y="1706"/>
                      <a:pt x="242" y="1724"/>
                    </a:cubicBezTo>
                    <a:cubicBezTo>
                      <a:pt x="473" y="1795"/>
                      <a:pt x="723" y="1849"/>
                      <a:pt x="973" y="1867"/>
                    </a:cubicBezTo>
                    <a:cubicBezTo>
                      <a:pt x="1009" y="1871"/>
                      <a:pt x="1167" y="1878"/>
                      <a:pt x="1338" y="1878"/>
                    </a:cubicBezTo>
                    <a:cubicBezTo>
                      <a:pt x="1552" y="1878"/>
                      <a:pt x="1785" y="1867"/>
                      <a:pt x="1829" y="1822"/>
                    </a:cubicBezTo>
                    <a:cubicBezTo>
                      <a:pt x="1919" y="1733"/>
                      <a:pt x="1883" y="1037"/>
                      <a:pt x="1874" y="957"/>
                    </a:cubicBezTo>
                    <a:cubicBezTo>
                      <a:pt x="1847" y="707"/>
                      <a:pt x="1803" y="466"/>
                      <a:pt x="1722" y="225"/>
                    </a:cubicBezTo>
                    <a:cubicBezTo>
                      <a:pt x="1705" y="172"/>
                      <a:pt x="1687" y="109"/>
                      <a:pt x="1651" y="65"/>
                    </a:cubicBezTo>
                    <a:cubicBezTo>
                      <a:pt x="1620" y="26"/>
                      <a:pt x="1569" y="1"/>
                      <a:pt x="152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71" name="Google Shape;771;p17"/>
          <p:cNvGrpSpPr/>
          <p:nvPr/>
        </p:nvGrpSpPr>
        <p:grpSpPr>
          <a:xfrm>
            <a:off x="8391228" y="3058255"/>
            <a:ext cx="1331677" cy="1545752"/>
            <a:chOff x="5294125" y="884300"/>
            <a:chExt cx="399675" cy="463925"/>
          </a:xfrm>
        </p:grpSpPr>
        <p:sp>
          <p:nvSpPr>
            <p:cNvPr id="772" name="Google Shape;772;p17"/>
            <p:cNvSpPr/>
            <p:nvPr/>
          </p:nvSpPr>
          <p:spPr>
            <a:xfrm>
              <a:off x="5472100" y="901250"/>
              <a:ext cx="6950" cy="170200"/>
            </a:xfrm>
            <a:custGeom>
              <a:avLst/>
              <a:gdLst/>
              <a:ahLst/>
              <a:cxnLst/>
              <a:rect l="l" t="t" r="r" b="b"/>
              <a:pathLst>
                <a:path w="278" h="6808" extrusionOk="0">
                  <a:moveTo>
                    <a:pt x="0" y="0"/>
                  </a:moveTo>
                  <a:lnTo>
                    <a:pt x="0" y="6807"/>
                  </a:lnTo>
                  <a:lnTo>
                    <a:pt x="277" y="6807"/>
                  </a:lnTo>
                  <a:lnTo>
                    <a:pt x="2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17"/>
            <p:cNvSpPr/>
            <p:nvPr/>
          </p:nvSpPr>
          <p:spPr>
            <a:xfrm>
              <a:off x="5412550" y="884300"/>
              <a:ext cx="126025" cy="80750"/>
            </a:xfrm>
            <a:custGeom>
              <a:avLst/>
              <a:gdLst/>
              <a:ahLst/>
              <a:cxnLst/>
              <a:rect l="l" t="t" r="r" b="b"/>
              <a:pathLst>
                <a:path w="5041" h="3230" extrusionOk="0">
                  <a:moveTo>
                    <a:pt x="1044" y="0"/>
                  </a:moveTo>
                  <a:lnTo>
                    <a:pt x="1" y="3230"/>
                  </a:lnTo>
                  <a:lnTo>
                    <a:pt x="5041" y="3230"/>
                  </a:lnTo>
                  <a:lnTo>
                    <a:pt x="399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17"/>
            <p:cNvSpPr/>
            <p:nvPr/>
          </p:nvSpPr>
          <p:spPr>
            <a:xfrm>
              <a:off x="5378875" y="1055800"/>
              <a:ext cx="148325" cy="39950"/>
            </a:xfrm>
            <a:custGeom>
              <a:avLst/>
              <a:gdLst/>
              <a:ahLst/>
              <a:cxnLst/>
              <a:rect l="l" t="t" r="r" b="b"/>
              <a:pathLst>
                <a:path w="5933" h="1598" extrusionOk="0">
                  <a:moveTo>
                    <a:pt x="0" y="1"/>
                  </a:moveTo>
                  <a:lnTo>
                    <a:pt x="0" y="1597"/>
                  </a:lnTo>
                  <a:lnTo>
                    <a:pt x="5933" y="1597"/>
                  </a:lnTo>
                  <a:lnTo>
                    <a:pt x="593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17"/>
            <p:cNvSpPr/>
            <p:nvPr/>
          </p:nvSpPr>
          <p:spPr>
            <a:xfrm>
              <a:off x="5492850" y="1055800"/>
              <a:ext cx="17200" cy="39950"/>
            </a:xfrm>
            <a:custGeom>
              <a:avLst/>
              <a:gdLst/>
              <a:ahLst/>
              <a:cxnLst/>
              <a:rect l="l" t="t" r="r" b="b"/>
              <a:pathLst>
                <a:path w="688" h="1598" extrusionOk="0">
                  <a:moveTo>
                    <a:pt x="0" y="1"/>
                  </a:moveTo>
                  <a:lnTo>
                    <a:pt x="0" y="1597"/>
                  </a:lnTo>
                  <a:lnTo>
                    <a:pt x="687" y="1597"/>
                  </a:lnTo>
                  <a:lnTo>
                    <a:pt x="68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17"/>
            <p:cNvSpPr/>
            <p:nvPr/>
          </p:nvSpPr>
          <p:spPr>
            <a:xfrm>
              <a:off x="5390250" y="1095725"/>
              <a:ext cx="153700" cy="31025"/>
            </a:xfrm>
            <a:custGeom>
              <a:avLst/>
              <a:gdLst/>
              <a:ahLst/>
              <a:cxnLst/>
              <a:rect l="l" t="t" r="r" b="b"/>
              <a:pathLst>
                <a:path w="6148" h="1241" extrusionOk="0">
                  <a:moveTo>
                    <a:pt x="0" y="0"/>
                  </a:moveTo>
                  <a:lnTo>
                    <a:pt x="0" y="1241"/>
                  </a:lnTo>
                  <a:lnTo>
                    <a:pt x="6147" y="1241"/>
                  </a:lnTo>
                  <a:lnTo>
                    <a:pt x="61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17"/>
            <p:cNvSpPr/>
            <p:nvPr/>
          </p:nvSpPr>
          <p:spPr>
            <a:xfrm>
              <a:off x="5406525" y="1095725"/>
              <a:ext cx="14750" cy="31025"/>
            </a:xfrm>
            <a:custGeom>
              <a:avLst/>
              <a:gdLst/>
              <a:ahLst/>
              <a:cxnLst/>
              <a:rect l="l" t="t" r="r" b="b"/>
              <a:pathLst>
                <a:path w="590" h="1241" extrusionOk="0">
                  <a:moveTo>
                    <a:pt x="1" y="0"/>
                  </a:moveTo>
                  <a:lnTo>
                    <a:pt x="1" y="1241"/>
                  </a:lnTo>
                  <a:lnTo>
                    <a:pt x="589" y="1241"/>
                  </a:lnTo>
                  <a:lnTo>
                    <a:pt x="58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17"/>
            <p:cNvSpPr/>
            <p:nvPr/>
          </p:nvSpPr>
          <p:spPr>
            <a:xfrm>
              <a:off x="5428600" y="1095725"/>
              <a:ext cx="10300" cy="31025"/>
            </a:xfrm>
            <a:custGeom>
              <a:avLst/>
              <a:gdLst/>
              <a:ahLst/>
              <a:cxnLst/>
              <a:rect l="l" t="t" r="r" b="b"/>
              <a:pathLst>
                <a:path w="412" h="1241" extrusionOk="0">
                  <a:moveTo>
                    <a:pt x="1" y="0"/>
                  </a:moveTo>
                  <a:lnTo>
                    <a:pt x="1" y="1241"/>
                  </a:lnTo>
                  <a:lnTo>
                    <a:pt x="411" y="1241"/>
                  </a:lnTo>
                  <a:lnTo>
                    <a:pt x="4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17"/>
            <p:cNvSpPr/>
            <p:nvPr/>
          </p:nvSpPr>
          <p:spPr>
            <a:xfrm>
              <a:off x="5299700" y="1138550"/>
              <a:ext cx="53100" cy="209675"/>
            </a:xfrm>
            <a:custGeom>
              <a:avLst/>
              <a:gdLst/>
              <a:ahLst/>
              <a:cxnLst/>
              <a:rect l="l" t="t" r="r" b="b"/>
              <a:pathLst>
                <a:path w="2124" h="8387" extrusionOk="0">
                  <a:moveTo>
                    <a:pt x="866" y="0"/>
                  </a:moveTo>
                  <a:lnTo>
                    <a:pt x="9" y="8110"/>
                  </a:lnTo>
                  <a:cubicBezTo>
                    <a:pt x="1" y="8181"/>
                    <a:pt x="18" y="8252"/>
                    <a:pt x="63" y="8306"/>
                  </a:cubicBezTo>
                  <a:cubicBezTo>
                    <a:pt x="108" y="8359"/>
                    <a:pt x="179" y="8386"/>
                    <a:pt x="250" y="8386"/>
                  </a:cubicBezTo>
                  <a:cubicBezTo>
                    <a:pt x="357" y="8386"/>
                    <a:pt x="455" y="8315"/>
                    <a:pt x="482" y="8199"/>
                  </a:cubicBezTo>
                  <a:lnTo>
                    <a:pt x="2124" y="27"/>
                  </a:lnTo>
                  <a:lnTo>
                    <a:pt x="1981" y="0"/>
                  </a:lnTo>
                  <a:lnTo>
                    <a:pt x="340" y="8172"/>
                  </a:lnTo>
                  <a:cubicBezTo>
                    <a:pt x="328" y="8211"/>
                    <a:pt x="285" y="8236"/>
                    <a:pt x="244" y="8236"/>
                  </a:cubicBezTo>
                  <a:cubicBezTo>
                    <a:pt x="219" y="8236"/>
                    <a:pt x="196" y="8228"/>
                    <a:pt x="179" y="8208"/>
                  </a:cubicBezTo>
                  <a:cubicBezTo>
                    <a:pt x="161" y="8190"/>
                    <a:pt x="152" y="8163"/>
                    <a:pt x="161" y="8127"/>
                  </a:cubicBezTo>
                  <a:lnTo>
                    <a:pt x="1018" y="18"/>
                  </a:lnTo>
                  <a:lnTo>
                    <a:pt x="86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17"/>
            <p:cNvSpPr/>
            <p:nvPr/>
          </p:nvSpPr>
          <p:spPr>
            <a:xfrm>
              <a:off x="5634900" y="1138550"/>
              <a:ext cx="53125" cy="209675"/>
            </a:xfrm>
            <a:custGeom>
              <a:avLst/>
              <a:gdLst/>
              <a:ahLst/>
              <a:cxnLst/>
              <a:rect l="l" t="t" r="r" b="b"/>
              <a:pathLst>
                <a:path w="2125" h="8387" extrusionOk="0">
                  <a:moveTo>
                    <a:pt x="144" y="0"/>
                  </a:moveTo>
                  <a:lnTo>
                    <a:pt x="1" y="27"/>
                  </a:lnTo>
                  <a:lnTo>
                    <a:pt x="1642" y="8208"/>
                  </a:lnTo>
                  <a:cubicBezTo>
                    <a:pt x="1669" y="8315"/>
                    <a:pt x="1767" y="8386"/>
                    <a:pt x="1874" y="8386"/>
                  </a:cubicBezTo>
                  <a:cubicBezTo>
                    <a:pt x="1946" y="8386"/>
                    <a:pt x="2017" y="8359"/>
                    <a:pt x="2062" y="8306"/>
                  </a:cubicBezTo>
                  <a:cubicBezTo>
                    <a:pt x="2106" y="8252"/>
                    <a:pt x="2124" y="8181"/>
                    <a:pt x="2115" y="8110"/>
                  </a:cubicBezTo>
                  <a:lnTo>
                    <a:pt x="1259" y="0"/>
                  </a:lnTo>
                  <a:lnTo>
                    <a:pt x="1116" y="18"/>
                  </a:lnTo>
                  <a:lnTo>
                    <a:pt x="1972" y="8136"/>
                  </a:lnTo>
                  <a:cubicBezTo>
                    <a:pt x="1972" y="8163"/>
                    <a:pt x="1963" y="8190"/>
                    <a:pt x="1946" y="8208"/>
                  </a:cubicBezTo>
                  <a:cubicBezTo>
                    <a:pt x="1929" y="8228"/>
                    <a:pt x="1905" y="8236"/>
                    <a:pt x="1881" y="8236"/>
                  </a:cubicBezTo>
                  <a:cubicBezTo>
                    <a:pt x="1840" y="8236"/>
                    <a:pt x="1800" y="8211"/>
                    <a:pt x="1794" y="8172"/>
                  </a:cubicBezTo>
                  <a:lnTo>
                    <a:pt x="1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17"/>
            <p:cNvSpPr/>
            <p:nvPr/>
          </p:nvSpPr>
          <p:spPr>
            <a:xfrm>
              <a:off x="5294125" y="1126725"/>
              <a:ext cx="399675" cy="16300"/>
            </a:xfrm>
            <a:custGeom>
              <a:avLst/>
              <a:gdLst/>
              <a:ahLst/>
              <a:cxnLst/>
              <a:rect l="l" t="t" r="r" b="b"/>
              <a:pathLst>
                <a:path w="15987" h="652" extrusionOk="0">
                  <a:moveTo>
                    <a:pt x="0" y="1"/>
                  </a:moveTo>
                  <a:lnTo>
                    <a:pt x="0" y="652"/>
                  </a:lnTo>
                  <a:lnTo>
                    <a:pt x="15987" y="652"/>
                  </a:lnTo>
                  <a:lnTo>
                    <a:pt x="159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17"/>
            <p:cNvSpPr/>
            <p:nvPr/>
          </p:nvSpPr>
          <p:spPr>
            <a:xfrm>
              <a:off x="5313750" y="1065175"/>
              <a:ext cx="47525" cy="57775"/>
            </a:xfrm>
            <a:custGeom>
              <a:avLst/>
              <a:gdLst/>
              <a:ahLst/>
              <a:cxnLst/>
              <a:rect l="l" t="t" r="r" b="b"/>
              <a:pathLst>
                <a:path w="1901" h="2311" extrusionOk="0">
                  <a:moveTo>
                    <a:pt x="1892" y="0"/>
                  </a:moveTo>
                  <a:lnTo>
                    <a:pt x="1" y="9"/>
                  </a:lnTo>
                  <a:lnTo>
                    <a:pt x="9" y="1651"/>
                  </a:lnTo>
                  <a:cubicBezTo>
                    <a:pt x="9" y="2016"/>
                    <a:pt x="313" y="2311"/>
                    <a:pt x="679" y="2311"/>
                  </a:cubicBezTo>
                  <a:lnTo>
                    <a:pt x="1241" y="2311"/>
                  </a:lnTo>
                  <a:cubicBezTo>
                    <a:pt x="1606" y="2302"/>
                    <a:pt x="1901" y="2008"/>
                    <a:pt x="1901" y="1642"/>
                  </a:cubicBezTo>
                  <a:lnTo>
                    <a:pt x="18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17"/>
            <p:cNvSpPr/>
            <p:nvPr/>
          </p:nvSpPr>
          <p:spPr>
            <a:xfrm>
              <a:off x="5326025" y="1120250"/>
              <a:ext cx="23000" cy="6500"/>
            </a:xfrm>
            <a:custGeom>
              <a:avLst/>
              <a:gdLst/>
              <a:ahLst/>
              <a:cxnLst/>
              <a:rect l="l" t="t" r="r" b="b"/>
              <a:pathLst>
                <a:path w="920" h="260" extrusionOk="0">
                  <a:moveTo>
                    <a:pt x="0" y="1"/>
                  </a:moveTo>
                  <a:lnTo>
                    <a:pt x="0" y="260"/>
                  </a:lnTo>
                  <a:lnTo>
                    <a:pt x="919" y="260"/>
                  </a:lnTo>
                  <a:lnTo>
                    <a:pt x="91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17"/>
            <p:cNvSpPr/>
            <p:nvPr/>
          </p:nvSpPr>
          <p:spPr>
            <a:xfrm>
              <a:off x="5297250" y="1072300"/>
              <a:ext cx="40400" cy="43525"/>
            </a:xfrm>
            <a:custGeom>
              <a:avLst/>
              <a:gdLst/>
              <a:ahLst/>
              <a:cxnLst/>
              <a:rect l="l" t="t" r="r" b="b"/>
              <a:pathLst>
                <a:path w="1616" h="1741" extrusionOk="0">
                  <a:moveTo>
                    <a:pt x="1312" y="295"/>
                  </a:moveTo>
                  <a:lnTo>
                    <a:pt x="1312" y="1446"/>
                  </a:lnTo>
                  <a:lnTo>
                    <a:pt x="509" y="1446"/>
                  </a:lnTo>
                  <a:cubicBezTo>
                    <a:pt x="393" y="1446"/>
                    <a:pt x="304" y="1348"/>
                    <a:pt x="304" y="1241"/>
                  </a:cubicBezTo>
                  <a:lnTo>
                    <a:pt x="304" y="509"/>
                  </a:lnTo>
                  <a:cubicBezTo>
                    <a:pt x="304" y="393"/>
                    <a:pt x="393" y="295"/>
                    <a:pt x="509" y="295"/>
                  </a:cubicBezTo>
                  <a:close/>
                  <a:moveTo>
                    <a:pt x="509" y="1"/>
                  </a:moveTo>
                  <a:cubicBezTo>
                    <a:pt x="232" y="1"/>
                    <a:pt x="0" y="224"/>
                    <a:pt x="0" y="509"/>
                  </a:cubicBezTo>
                  <a:lnTo>
                    <a:pt x="0" y="1241"/>
                  </a:lnTo>
                  <a:cubicBezTo>
                    <a:pt x="0" y="1517"/>
                    <a:pt x="232" y="1740"/>
                    <a:pt x="509" y="1740"/>
                  </a:cubicBezTo>
                  <a:lnTo>
                    <a:pt x="1615" y="1740"/>
                  </a:lnTo>
                  <a:lnTo>
                    <a:pt x="16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18"/>
          <p:cNvSpPr/>
          <p:nvPr/>
        </p:nvSpPr>
        <p:spPr>
          <a:xfrm rot="1339939" flipH="1">
            <a:off x="7073821" y="-937503"/>
            <a:ext cx="4473569" cy="2154059"/>
          </a:xfrm>
          <a:custGeom>
            <a:avLst/>
            <a:gdLst/>
            <a:ahLst/>
            <a:cxnLst/>
            <a:rect l="l" t="t" r="r" b="b"/>
            <a:pathLst>
              <a:path w="26606" h="12811" extrusionOk="0">
                <a:moveTo>
                  <a:pt x="681" y="0"/>
                </a:moveTo>
                <a:cubicBezTo>
                  <a:pt x="681" y="0"/>
                  <a:pt x="0" y="3029"/>
                  <a:pt x="3131" y="4181"/>
                </a:cubicBezTo>
                <a:cubicBezTo>
                  <a:pt x="6258" y="5333"/>
                  <a:pt x="8503" y="6644"/>
                  <a:pt x="8948" y="8790"/>
                </a:cubicBezTo>
                <a:cubicBezTo>
                  <a:pt x="9301" y="10474"/>
                  <a:pt x="12290" y="12810"/>
                  <a:pt x="16574" y="12810"/>
                </a:cubicBezTo>
                <a:cubicBezTo>
                  <a:pt x="17749" y="12810"/>
                  <a:pt x="19022" y="12634"/>
                  <a:pt x="20364" y="12221"/>
                </a:cubicBezTo>
                <a:cubicBezTo>
                  <a:pt x="26605" y="10302"/>
                  <a:pt x="25770" y="7677"/>
                  <a:pt x="23067" y="6404"/>
                </a:cubicBezTo>
                <a:cubicBezTo>
                  <a:pt x="20364" y="5136"/>
                  <a:pt x="21520" y="3457"/>
                  <a:pt x="21598" y="2686"/>
                </a:cubicBezTo>
                <a:cubicBezTo>
                  <a:pt x="21679" y="1915"/>
                  <a:pt x="21195" y="159"/>
                  <a:pt x="20480" y="0"/>
                </a:cubicBezTo>
                <a:close/>
              </a:path>
            </a:pathLst>
          </a:custGeom>
          <a:solidFill>
            <a:srgbClr val="FFFFFF">
              <a:alpha val="226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7" name="Google Shape;787;p18"/>
          <p:cNvSpPr/>
          <p:nvPr/>
        </p:nvSpPr>
        <p:spPr>
          <a:xfrm>
            <a:off x="-2788061" y="-623007"/>
            <a:ext cx="4473599" cy="2154074"/>
          </a:xfrm>
          <a:custGeom>
            <a:avLst/>
            <a:gdLst/>
            <a:ahLst/>
            <a:cxnLst/>
            <a:rect l="l" t="t" r="r" b="b"/>
            <a:pathLst>
              <a:path w="26606" h="12811" extrusionOk="0">
                <a:moveTo>
                  <a:pt x="681" y="0"/>
                </a:moveTo>
                <a:cubicBezTo>
                  <a:pt x="681" y="0"/>
                  <a:pt x="0" y="3029"/>
                  <a:pt x="3131" y="4181"/>
                </a:cubicBezTo>
                <a:cubicBezTo>
                  <a:pt x="6258" y="5333"/>
                  <a:pt x="8503" y="6644"/>
                  <a:pt x="8948" y="8790"/>
                </a:cubicBezTo>
                <a:cubicBezTo>
                  <a:pt x="9301" y="10474"/>
                  <a:pt x="12290" y="12810"/>
                  <a:pt x="16574" y="12810"/>
                </a:cubicBezTo>
                <a:cubicBezTo>
                  <a:pt x="17749" y="12810"/>
                  <a:pt x="19022" y="12634"/>
                  <a:pt x="20364" y="12221"/>
                </a:cubicBezTo>
                <a:cubicBezTo>
                  <a:pt x="26605" y="10302"/>
                  <a:pt x="25770" y="7677"/>
                  <a:pt x="23067" y="6404"/>
                </a:cubicBezTo>
                <a:cubicBezTo>
                  <a:pt x="20364" y="5136"/>
                  <a:pt x="21520" y="3457"/>
                  <a:pt x="21598" y="2686"/>
                </a:cubicBezTo>
                <a:cubicBezTo>
                  <a:pt x="21679" y="1915"/>
                  <a:pt x="21195" y="159"/>
                  <a:pt x="20480" y="0"/>
                </a:cubicBezTo>
                <a:close/>
              </a:path>
            </a:pathLst>
          </a:custGeom>
          <a:solidFill>
            <a:srgbClr val="FFFFFF">
              <a:alpha val="226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8" name="Google Shape;788;p18"/>
          <p:cNvSpPr/>
          <p:nvPr/>
        </p:nvSpPr>
        <p:spPr>
          <a:xfrm>
            <a:off x="4571993" y="4582222"/>
            <a:ext cx="5318609" cy="21779"/>
          </a:xfrm>
          <a:custGeom>
            <a:avLst/>
            <a:gdLst/>
            <a:ahLst/>
            <a:cxnLst/>
            <a:rect l="l" t="t" r="r" b="b"/>
            <a:pathLst>
              <a:path w="65205" h="267" extrusionOk="0">
                <a:moveTo>
                  <a:pt x="1" y="1"/>
                </a:moveTo>
                <a:lnTo>
                  <a:pt x="1" y="267"/>
                </a:lnTo>
                <a:lnTo>
                  <a:pt x="65205" y="267"/>
                </a:lnTo>
                <a:lnTo>
                  <a:pt x="65205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9" name="Google Shape;789;p18"/>
          <p:cNvSpPr/>
          <p:nvPr/>
        </p:nvSpPr>
        <p:spPr>
          <a:xfrm rot="-9156514" flipH="1">
            <a:off x="-2066027" y="3960516"/>
            <a:ext cx="4077497" cy="1963376"/>
          </a:xfrm>
          <a:custGeom>
            <a:avLst/>
            <a:gdLst/>
            <a:ahLst/>
            <a:cxnLst/>
            <a:rect l="l" t="t" r="r" b="b"/>
            <a:pathLst>
              <a:path w="26606" h="12811" extrusionOk="0">
                <a:moveTo>
                  <a:pt x="681" y="0"/>
                </a:moveTo>
                <a:cubicBezTo>
                  <a:pt x="681" y="0"/>
                  <a:pt x="0" y="3029"/>
                  <a:pt x="3131" y="4181"/>
                </a:cubicBezTo>
                <a:cubicBezTo>
                  <a:pt x="6258" y="5333"/>
                  <a:pt x="8503" y="6644"/>
                  <a:pt x="8948" y="8790"/>
                </a:cubicBezTo>
                <a:cubicBezTo>
                  <a:pt x="9301" y="10474"/>
                  <a:pt x="12290" y="12810"/>
                  <a:pt x="16574" y="12810"/>
                </a:cubicBezTo>
                <a:cubicBezTo>
                  <a:pt x="17749" y="12810"/>
                  <a:pt x="19022" y="12634"/>
                  <a:pt x="20364" y="12221"/>
                </a:cubicBezTo>
                <a:cubicBezTo>
                  <a:pt x="26605" y="10302"/>
                  <a:pt x="25770" y="7677"/>
                  <a:pt x="23067" y="6404"/>
                </a:cubicBezTo>
                <a:cubicBezTo>
                  <a:pt x="20364" y="5136"/>
                  <a:pt x="21520" y="3457"/>
                  <a:pt x="21598" y="2686"/>
                </a:cubicBezTo>
                <a:cubicBezTo>
                  <a:pt x="21679" y="1915"/>
                  <a:pt x="21195" y="159"/>
                  <a:pt x="20480" y="0"/>
                </a:cubicBezTo>
                <a:close/>
              </a:path>
            </a:pathLst>
          </a:custGeom>
          <a:solidFill>
            <a:srgbClr val="FFFFFF">
              <a:alpha val="226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0" name="Google Shape;790;p18"/>
          <p:cNvSpPr/>
          <p:nvPr/>
        </p:nvSpPr>
        <p:spPr>
          <a:xfrm>
            <a:off x="-105207" y="4582222"/>
            <a:ext cx="5318609" cy="21779"/>
          </a:xfrm>
          <a:custGeom>
            <a:avLst/>
            <a:gdLst/>
            <a:ahLst/>
            <a:cxnLst/>
            <a:rect l="l" t="t" r="r" b="b"/>
            <a:pathLst>
              <a:path w="65205" h="267" extrusionOk="0">
                <a:moveTo>
                  <a:pt x="1" y="1"/>
                </a:moveTo>
                <a:lnTo>
                  <a:pt x="1" y="267"/>
                </a:lnTo>
                <a:lnTo>
                  <a:pt x="65205" y="267"/>
                </a:lnTo>
                <a:lnTo>
                  <a:pt x="65205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91" name="Google Shape;791;p18"/>
          <p:cNvGrpSpPr/>
          <p:nvPr/>
        </p:nvGrpSpPr>
        <p:grpSpPr>
          <a:xfrm>
            <a:off x="-763801" y="109177"/>
            <a:ext cx="1473050" cy="1052579"/>
            <a:chOff x="8427567" y="122992"/>
            <a:chExt cx="1320411" cy="943509"/>
          </a:xfrm>
        </p:grpSpPr>
        <p:sp>
          <p:nvSpPr>
            <p:cNvPr id="792" name="Google Shape;792;p18"/>
            <p:cNvSpPr/>
            <p:nvPr/>
          </p:nvSpPr>
          <p:spPr>
            <a:xfrm>
              <a:off x="8493440" y="190091"/>
              <a:ext cx="809534" cy="809534"/>
            </a:xfrm>
            <a:custGeom>
              <a:avLst/>
              <a:gdLst/>
              <a:ahLst/>
              <a:cxnLst/>
              <a:rect l="l" t="t" r="r" b="b"/>
              <a:pathLst>
                <a:path w="14526" h="14526" extrusionOk="0">
                  <a:moveTo>
                    <a:pt x="7261" y="0"/>
                  </a:moveTo>
                  <a:cubicBezTo>
                    <a:pt x="3252" y="0"/>
                    <a:pt x="1" y="3252"/>
                    <a:pt x="1" y="7261"/>
                  </a:cubicBezTo>
                  <a:cubicBezTo>
                    <a:pt x="1" y="11275"/>
                    <a:pt x="3252" y="14526"/>
                    <a:pt x="7261" y="14526"/>
                  </a:cubicBezTo>
                  <a:cubicBezTo>
                    <a:pt x="11275" y="14526"/>
                    <a:pt x="14526" y="11275"/>
                    <a:pt x="14526" y="7261"/>
                  </a:cubicBezTo>
                  <a:cubicBezTo>
                    <a:pt x="14526" y="3252"/>
                    <a:pt x="11275" y="0"/>
                    <a:pt x="72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18"/>
            <p:cNvSpPr/>
            <p:nvPr/>
          </p:nvSpPr>
          <p:spPr>
            <a:xfrm>
              <a:off x="8427567" y="122992"/>
              <a:ext cx="1320411" cy="943509"/>
            </a:xfrm>
            <a:custGeom>
              <a:avLst/>
              <a:gdLst/>
              <a:ahLst/>
              <a:cxnLst/>
              <a:rect l="l" t="t" r="r" b="b"/>
              <a:pathLst>
                <a:path w="23693" h="16930" extrusionOk="0">
                  <a:moveTo>
                    <a:pt x="8495" y="2151"/>
                  </a:moveTo>
                  <a:cubicBezTo>
                    <a:pt x="11981" y="2151"/>
                    <a:pt x="14808" y="4978"/>
                    <a:pt x="14808" y="8465"/>
                  </a:cubicBezTo>
                  <a:cubicBezTo>
                    <a:pt x="14808" y="11952"/>
                    <a:pt x="11981" y="14779"/>
                    <a:pt x="8495" y="14779"/>
                  </a:cubicBezTo>
                  <a:cubicBezTo>
                    <a:pt x="5008" y="14779"/>
                    <a:pt x="2181" y="11952"/>
                    <a:pt x="2181" y="8465"/>
                  </a:cubicBezTo>
                  <a:cubicBezTo>
                    <a:pt x="2181" y="4978"/>
                    <a:pt x="5008" y="2151"/>
                    <a:pt x="8495" y="2151"/>
                  </a:cubicBezTo>
                  <a:close/>
                  <a:moveTo>
                    <a:pt x="1435" y="1"/>
                  </a:moveTo>
                  <a:cubicBezTo>
                    <a:pt x="643" y="1"/>
                    <a:pt x="0" y="643"/>
                    <a:pt x="0" y="1436"/>
                  </a:cubicBezTo>
                  <a:lnTo>
                    <a:pt x="0" y="15499"/>
                  </a:lnTo>
                  <a:cubicBezTo>
                    <a:pt x="0" y="16291"/>
                    <a:pt x="643" y="16929"/>
                    <a:pt x="1435" y="16929"/>
                  </a:cubicBezTo>
                  <a:lnTo>
                    <a:pt x="22258" y="16929"/>
                  </a:lnTo>
                  <a:cubicBezTo>
                    <a:pt x="23050" y="16929"/>
                    <a:pt x="23693" y="16291"/>
                    <a:pt x="23693" y="15499"/>
                  </a:cubicBezTo>
                  <a:lnTo>
                    <a:pt x="23693" y="1436"/>
                  </a:lnTo>
                  <a:cubicBezTo>
                    <a:pt x="23693" y="643"/>
                    <a:pt x="23050" y="1"/>
                    <a:pt x="222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18"/>
            <p:cNvSpPr/>
            <p:nvPr/>
          </p:nvSpPr>
          <p:spPr>
            <a:xfrm>
              <a:off x="8771311" y="293193"/>
              <a:ext cx="251454" cy="253627"/>
            </a:xfrm>
            <a:custGeom>
              <a:avLst/>
              <a:gdLst/>
              <a:ahLst/>
              <a:cxnLst/>
              <a:rect l="l" t="t" r="r" b="b"/>
              <a:pathLst>
                <a:path w="4512" h="4551" extrusionOk="0">
                  <a:moveTo>
                    <a:pt x="2275" y="1"/>
                  </a:moveTo>
                  <a:cubicBezTo>
                    <a:pt x="1020" y="1"/>
                    <a:pt x="1" y="1016"/>
                    <a:pt x="1" y="2275"/>
                  </a:cubicBezTo>
                  <a:cubicBezTo>
                    <a:pt x="1" y="3531"/>
                    <a:pt x="1358" y="4546"/>
                    <a:pt x="2275" y="4550"/>
                  </a:cubicBezTo>
                  <a:cubicBezTo>
                    <a:pt x="3072" y="3132"/>
                    <a:pt x="4511" y="3089"/>
                    <a:pt x="4511" y="1834"/>
                  </a:cubicBezTo>
                  <a:cubicBezTo>
                    <a:pt x="4511" y="579"/>
                    <a:pt x="3534" y="1"/>
                    <a:pt x="22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18"/>
            <p:cNvSpPr/>
            <p:nvPr/>
          </p:nvSpPr>
          <p:spPr>
            <a:xfrm>
              <a:off x="8598937" y="581653"/>
              <a:ext cx="280099" cy="232394"/>
            </a:xfrm>
            <a:custGeom>
              <a:avLst/>
              <a:gdLst/>
              <a:ahLst/>
              <a:cxnLst/>
              <a:rect l="l" t="t" r="r" b="b"/>
              <a:pathLst>
                <a:path w="5026" h="4170" extrusionOk="0">
                  <a:moveTo>
                    <a:pt x="1737" y="1"/>
                  </a:moveTo>
                  <a:cubicBezTo>
                    <a:pt x="1532" y="1"/>
                    <a:pt x="1324" y="52"/>
                    <a:pt x="1102" y="179"/>
                  </a:cubicBezTo>
                  <a:cubicBezTo>
                    <a:pt x="14" y="809"/>
                    <a:pt x="1" y="1944"/>
                    <a:pt x="631" y="3032"/>
                  </a:cubicBezTo>
                  <a:cubicBezTo>
                    <a:pt x="1053" y="3761"/>
                    <a:pt x="1817" y="4169"/>
                    <a:pt x="2603" y="4169"/>
                  </a:cubicBezTo>
                  <a:cubicBezTo>
                    <a:pt x="2990" y="4169"/>
                    <a:pt x="3382" y="4071"/>
                    <a:pt x="3740" y="3863"/>
                  </a:cubicBezTo>
                  <a:cubicBezTo>
                    <a:pt x="4828" y="3238"/>
                    <a:pt x="5025" y="1554"/>
                    <a:pt x="4571" y="758"/>
                  </a:cubicBezTo>
                  <a:lnTo>
                    <a:pt x="4571" y="758"/>
                  </a:lnTo>
                  <a:cubicBezTo>
                    <a:pt x="4560" y="758"/>
                    <a:pt x="4549" y="758"/>
                    <a:pt x="4538" y="758"/>
                  </a:cubicBezTo>
                  <a:cubicBezTo>
                    <a:pt x="3266" y="758"/>
                    <a:pt x="2528" y="1"/>
                    <a:pt x="17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18"/>
            <p:cNvSpPr/>
            <p:nvPr/>
          </p:nvSpPr>
          <p:spPr>
            <a:xfrm>
              <a:off x="8942737" y="563541"/>
              <a:ext cx="254742" cy="258420"/>
            </a:xfrm>
            <a:custGeom>
              <a:avLst/>
              <a:gdLst/>
              <a:ahLst/>
              <a:cxnLst/>
              <a:rect l="l" t="t" r="r" b="b"/>
              <a:pathLst>
                <a:path w="4571" h="4637" extrusionOk="0">
                  <a:moveTo>
                    <a:pt x="2130" y="1"/>
                  </a:moveTo>
                  <a:cubicBezTo>
                    <a:pt x="1242" y="1"/>
                    <a:pt x="335" y="509"/>
                    <a:pt x="0" y="1083"/>
                  </a:cubicBezTo>
                  <a:cubicBezTo>
                    <a:pt x="827" y="2479"/>
                    <a:pt x="146" y="3743"/>
                    <a:pt x="1234" y="4372"/>
                  </a:cubicBezTo>
                  <a:cubicBezTo>
                    <a:pt x="1547" y="4554"/>
                    <a:pt x="1853" y="4637"/>
                    <a:pt x="2144" y="4637"/>
                  </a:cubicBezTo>
                  <a:cubicBezTo>
                    <a:pt x="2862" y="4637"/>
                    <a:pt x="3493" y="4131"/>
                    <a:pt x="3941" y="3357"/>
                  </a:cubicBezTo>
                  <a:cubicBezTo>
                    <a:pt x="4571" y="2269"/>
                    <a:pt x="4198" y="877"/>
                    <a:pt x="3106" y="247"/>
                  </a:cubicBezTo>
                  <a:cubicBezTo>
                    <a:pt x="2805" y="75"/>
                    <a:pt x="2469" y="1"/>
                    <a:pt x="21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18"/>
            <p:cNvSpPr/>
            <p:nvPr/>
          </p:nvSpPr>
          <p:spPr>
            <a:xfrm>
              <a:off x="8825481" y="525477"/>
              <a:ext cx="145455" cy="145232"/>
            </a:xfrm>
            <a:custGeom>
              <a:avLst/>
              <a:gdLst/>
              <a:ahLst/>
              <a:cxnLst/>
              <a:rect l="l" t="t" r="r" b="b"/>
              <a:pathLst>
                <a:path w="2610" h="2606" extrusionOk="0">
                  <a:moveTo>
                    <a:pt x="1303" y="1"/>
                  </a:moveTo>
                  <a:cubicBezTo>
                    <a:pt x="584" y="1"/>
                    <a:pt x="1" y="583"/>
                    <a:pt x="1" y="1303"/>
                  </a:cubicBezTo>
                  <a:cubicBezTo>
                    <a:pt x="1" y="2023"/>
                    <a:pt x="584" y="2605"/>
                    <a:pt x="1303" y="2605"/>
                  </a:cubicBezTo>
                  <a:cubicBezTo>
                    <a:pt x="2027" y="2605"/>
                    <a:pt x="2610" y="2023"/>
                    <a:pt x="2610" y="1303"/>
                  </a:cubicBezTo>
                  <a:cubicBezTo>
                    <a:pt x="2610" y="583"/>
                    <a:pt x="2027" y="1"/>
                    <a:pt x="13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18"/>
            <p:cNvSpPr/>
            <p:nvPr/>
          </p:nvSpPr>
          <p:spPr>
            <a:xfrm>
              <a:off x="8857024" y="557020"/>
              <a:ext cx="82425" cy="82425"/>
            </a:xfrm>
            <a:custGeom>
              <a:avLst/>
              <a:gdLst/>
              <a:ahLst/>
              <a:cxnLst/>
              <a:rect l="l" t="t" r="r" b="b"/>
              <a:pathLst>
                <a:path w="1479" h="1479" extrusionOk="0">
                  <a:moveTo>
                    <a:pt x="737" y="0"/>
                  </a:moveTo>
                  <a:cubicBezTo>
                    <a:pt x="330" y="0"/>
                    <a:pt x="0" y="330"/>
                    <a:pt x="0" y="737"/>
                  </a:cubicBezTo>
                  <a:cubicBezTo>
                    <a:pt x="0" y="1144"/>
                    <a:pt x="330" y="1478"/>
                    <a:pt x="737" y="1478"/>
                  </a:cubicBezTo>
                  <a:cubicBezTo>
                    <a:pt x="1148" y="1478"/>
                    <a:pt x="1478" y="1144"/>
                    <a:pt x="1478" y="737"/>
                  </a:cubicBezTo>
                  <a:cubicBezTo>
                    <a:pt x="1478" y="330"/>
                    <a:pt x="1148" y="0"/>
                    <a:pt x="7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18"/>
            <p:cNvSpPr/>
            <p:nvPr/>
          </p:nvSpPr>
          <p:spPr>
            <a:xfrm>
              <a:off x="8879483" y="579424"/>
              <a:ext cx="37283" cy="37339"/>
            </a:xfrm>
            <a:custGeom>
              <a:avLst/>
              <a:gdLst/>
              <a:ahLst/>
              <a:cxnLst/>
              <a:rect l="l" t="t" r="r" b="b"/>
              <a:pathLst>
                <a:path w="669" h="670" extrusionOk="0">
                  <a:moveTo>
                    <a:pt x="334" y="1"/>
                  </a:moveTo>
                  <a:cubicBezTo>
                    <a:pt x="150" y="1"/>
                    <a:pt x="0" y="151"/>
                    <a:pt x="0" y="335"/>
                  </a:cubicBezTo>
                  <a:cubicBezTo>
                    <a:pt x="0" y="519"/>
                    <a:pt x="150" y="669"/>
                    <a:pt x="334" y="669"/>
                  </a:cubicBezTo>
                  <a:cubicBezTo>
                    <a:pt x="518" y="669"/>
                    <a:pt x="668" y="519"/>
                    <a:pt x="668" y="335"/>
                  </a:cubicBezTo>
                  <a:cubicBezTo>
                    <a:pt x="668" y="151"/>
                    <a:pt x="518" y="1"/>
                    <a:pt x="3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18"/>
            <p:cNvSpPr/>
            <p:nvPr/>
          </p:nvSpPr>
          <p:spPr>
            <a:xfrm>
              <a:off x="8532340" y="228991"/>
              <a:ext cx="731735" cy="731512"/>
            </a:xfrm>
            <a:custGeom>
              <a:avLst/>
              <a:gdLst/>
              <a:ahLst/>
              <a:cxnLst/>
              <a:rect l="l" t="t" r="r" b="b"/>
              <a:pathLst>
                <a:path w="13130" h="13126" extrusionOk="0">
                  <a:moveTo>
                    <a:pt x="6563" y="442"/>
                  </a:moveTo>
                  <a:cubicBezTo>
                    <a:pt x="9943" y="442"/>
                    <a:pt x="12689" y="3188"/>
                    <a:pt x="12689" y="6563"/>
                  </a:cubicBezTo>
                  <a:cubicBezTo>
                    <a:pt x="12689" y="9943"/>
                    <a:pt x="9943" y="12688"/>
                    <a:pt x="6563" y="12688"/>
                  </a:cubicBezTo>
                  <a:cubicBezTo>
                    <a:pt x="3188" y="12688"/>
                    <a:pt x="442" y="9943"/>
                    <a:pt x="442" y="6563"/>
                  </a:cubicBezTo>
                  <a:cubicBezTo>
                    <a:pt x="442" y="3188"/>
                    <a:pt x="3188" y="442"/>
                    <a:pt x="6563" y="442"/>
                  </a:cubicBezTo>
                  <a:close/>
                  <a:moveTo>
                    <a:pt x="6563" y="1"/>
                  </a:moveTo>
                  <a:cubicBezTo>
                    <a:pt x="2948" y="1"/>
                    <a:pt x="1" y="2948"/>
                    <a:pt x="1" y="6563"/>
                  </a:cubicBezTo>
                  <a:cubicBezTo>
                    <a:pt x="1" y="10183"/>
                    <a:pt x="2948" y="13125"/>
                    <a:pt x="6563" y="13125"/>
                  </a:cubicBezTo>
                  <a:cubicBezTo>
                    <a:pt x="10183" y="13125"/>
                    <a:pt x="13130" y="10183"/>
                    <a:pt x="13130" y="6563"/>
                  </a:cubicBezTo>
                  <a:cubicBezTo>
                    <a:pt x="13130" y="2948"/>
                    <a:pt x="10183" y="1"/>
                    <a:pt x="65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18"/>
            <p:cNvSpPr/>
            <p:nvPr/>
          </p:nvSpPr>
          <p:spPr>
            <a:xfrm>
              <a:off x="9338756" y="341678"/>
              <a:ext cx="323513" cy="43971"/>
            </a:xfrm>
            <a:custGeom>
              <a:avLst/>
              <a:gdLst/>
              <a:ahLst/>
              <a:cxnLst/>
              <a:rect l="l" t="t" r="r" b="b"/>
              <a:pathLst>
                <a:path w="5805" h="789" extrusionOk="0">
                  <a:moveTo>
                    <a:pt x="395" y="0"/>
                  </a:moveTo>
                  <a:cubicBezTo>
                    <a:pt x="176" y="0"/>
                    <a:pt x="1" y="176"/>
                    <a:pt x="1" y="395"/>
                  </a:cubicBezTo>
                  <a:cubicBezTo>
                    <a:pt x="1" y="613"/>
                    <a:pt x="176" y="789"/>
                    <a:pt x="395" y="789"/>
                  </a:cubicBezTo>
                  <a:lnTo>
                    <a:pt x="5411" y="789"/>
                  </a:lnTo>
                  <a:cubicBezTo>
                    <a:pt x="5629" y="789"/>
                    <a:pt x="5805" y="613"/>
                    <a:pt x="5805" y="395"/>
                  </a:cubicBezTo>
                  <a:cubicBezTo>
                    <a:pt x="5805" y="176"/>
                    <a:pt x="5629" y="0"/>
                    <a:pt x="54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18"/>
            <p:cNvSpPr/>
            <p:nvPr/>
          </p:nvSpPr>
          <p:spPr>
            <a:xfrm>
              <a:off x="9324656" y="327578"/>
              <a:ext cx="351712" cy="72170"/>
            </a:xfrm>
            <a:custGeom>
              <a:avLst/>
              <a:gdLst/>
              <a:ahLst/>
              <a:cxnLst/>
              <a:rect l="l" t="t" r="r" b="b"/>
              <a:pathLst>
                <a:path w="6311" h="1295" extrusionOk="0">
                  <a:moveTo>
                    <a:pt x="5664" y="506"/>
                  </a:moveTo>
                  <a:cubicBezTo>
                    <a:pt x="5745" y="506"/>
                    <a:pt x="5809" y="570"/>
                    <a:pt x="5809" y="648"/>
                  </a:cubicBezTo>
                  <a:cubicBezTo>
                    <a:pt x="5809" y="729"/>
                    <a:pt x="5745" y="793"/>
                    <a:pt x="5664" y="793"/>
                  </a:cubicBezTo>
                  <a:lnTo>
                    <a:pt x="648" y="793"/>
                  </a:lnTo>
                  <a:cubicBezTo>
                    <a:pt x="566" y="793"/>
                    <a:pt x="502" y="729"/>
                    <a:pt x="502" y="648"/>
                  </a:cubicBezTo>
                  <a:cubicBezTo>
                    <a:pt x="502" y="570"/>
                    <a:pt x="566" y="506"/>
                    <a:pt x="648" y="506"/>
                  </a:cubicBezTo>
                  <a:close/>
                  <a:moveTo>
                    <a:pt x="648" y="1"/>
                  </a:moveTo>
                  <a:cubicBezTo>
                    <a:pt x="292" y="1"/>
                    <a:pt x="1" y="292"/>
                    <a:pt x="1" y="648"/>
                  </a:cubicBezTo>
                  <a:cubicBezTo>
                    <a:pt x="1" y="1003"/>
                    <a:pt x="292" y="1294"/>
                    <a:pt x="648" y="1294"/>
                  </a:cubicBezTo>
                  <a:lnTo>
                    <a:pt x="5664" y="1294"/>
                  </a:lnTo>
                  <a:cubicBezTo>
                    <a:pt x="6019" y="1294"/>
                    <a:pt x="6310" y="1003"/>
                    <a:pt x="6310" y="648"/>
                  </a:cubicBezTo>
                  <a:cubicBezTo>
                    <a:pt x="6310" y="292"/>
                    <a:pt x="6019" y="1"/>
                    <a:pt x="566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18"/>
            <p:cNvSpPr/>
            <p:nvPr/>
          </p:nvSpPr>
          <p:spPr>
            <a:xfrm>
              <a:off x="9338756" y="494435"/>
              <a:ext cx="323513" cy="44027"/>
            </a:xfrm>
            <a:custGeom>
              <a:avLst/>
              <a:gdLst/>
              <a:ahLst/>
              <a:cxnLst/>
              <a:rect l="l" t="t" r="r" b="b"/>
              <a:pathLst>
                <a:path w="5805" h="790" extrusionOk="0">
                  <a:moveTo>
                    <a:pt x="395" y="1"/>
                  </a:moveTo>
                  <a:cubicBezTo>
                    <a:pt x="176" y="1"/>
                    <a:pt x="1" y="177"/>
                    <a:pt x="1" y="395"/>
                  </a:cubicBezTo>
                  <a:cubicBezTo>
                    <a:pt x="1" y="613"/>
                    <a:pt x="176" y="789"/>
                    <a:pt x="395" y="789"/>
                  </a:cubicBezTo>
                  <a:lnTo>
                    <a:pt x="5411" y="789"/>
                  </a:lnTo>
                  <a:cubicBezTo>
                    <a:pt x="5629" y="789"/>
                    <a:pt x="5805" y="613"/>
                    <a:pt x="5805" y="395"/>
                  </a:cubicBezTo>
                  <a:cubicBezTo>
                    <a:pt x="5805" y="177"/>
                    <a:pt x="5629" y="1"/>
                    <a:pt x="54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18"/>
            <p:cNvSpPr/>
            <p:nvPr/>
          </p:nvSpPr>
          <p:spPr>
            <a:xfrm>
              <a:off x="9324656" y="480614"/>
              <a:ext cx="351712" cy="71892"/>
            </a:xfrm>
            <a:custGeom>
              <a:avLst/>
              <a:gdLst/>
              <a:ahLst/>
              <a:cxnLst/>
              <a:rect l="l" t="t" r="r" b="b"/>
              <a:pathLst>
                <a:path w="6311" h="1290" extrusionOk="0">
                  <a:moveTo>
                    <a:pt x="5664" y="502"/>
                  </a:moveTo>
                  <a:cubicBezTo>
                    <a:pt x="5745" y="502"/>
                    <a:pt x="5809" y="566"/>
                    <a:pt x="5809" y="643"/>
                  </a:cubicBezTo>
                  <a:cubicBezTo>
                    <a:pt x="5809" y="720"/>
                    <a:pt x="5745" y="789"/>
                    <a:pt x="5664" y="789"/>
                  </a:cubicBezTo>
                  <a:lnTo>
                    <a:pt x="648" y="789"/>
                  </a:lnTo>
                  <a:cubicBezTo>
                    <a:pt x="566" y="789"/>
                    <a:pt x="502" y="720"/>
                    <a:pt x="502" y="643"/>
                  </a:cubicBezTo>
                  <a:cubicBezTo>
                    <a:pt x="502" y="566"/>
                    <a:pt x="566" y="502"/>
                    <a:pt x="648" y="502"/>
                  </a:cubicBezTo>
                  <a:close/>
                  <a:moveTo>
                    <a:pt x="648" y="1"/>
                  </a:moveTo>
                  <a:cubicBezTo>
                    <a:pt x="292" y="1"/>
                    <a:pt x="1" y="287"/>
                    <a:pt x="1" y="643"/>
                  </a:cubicBezTo>
                  <a:cubicBezTo>
                    <a:pt x="1" y="999"/>
                    <a:pt x="292" y="1290"/>
                    <a:pt x="648" y="1290"/>
                  </a:cubicBezTo>
                  <a:lnTo>
                    <a:pt x="5664" y="1290"/>
                  </a:lnTo>
                  <a:cubicBezTo>
                    <a:pt x="6019" y="1290"/>
                    <a:pt x="6310" y="999"/>
                    <a:pt x="6310" y="643"/>
                  </a:cubicBezTo>
                  <a:cubicBezTo>
                    <a:pt x="6310" y="287"/>
                    <a:pt x="6019" y="1"/>
                    <a:pt x="566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18"/>
            <p:cNvSpPr/>
            <p:nvPr/>
          </p:nvSpPr>
          <p:spPr>
            <a:xfrm>
              <a:off x="9338756" y="647248"/>
              <a:ext cx="323513" cy="43971"/>
            </a:xfrm>
            <a:custGeom>
              <a:avLst/>
              <a:gdLst/>
              <a:ahLst/>
              <a:cxnLst/>
              <a:rect l="l" t="t" r="r" b="b"/>
              <a:pathLst>
                <a:path w="5805" h="789" extrusionOk="0">
                  <a:moveTo>
                    <a:pt x="395" y="0"/>
                  </a:moveTo>
                  <a:cubicBezTo>
                    <a:pt x="176" y="0"/>
                    <a:pt x="1" y="176"/>
                    <a:pt x="1" y="394"/>
                  </a:cubicBezTo>
                  <a:cubicBezTo>
                    <a:pt x="1" y="613"/>
                    <a:pt x="176" y="789"/>
                    <a:pt x="395" y="789"/>
                  </a:cubicBezTo>
                  <a:lnTo>
                    <a:pt x="5411" y="789"/>
                  </a:lnTo>
                  <a:cubicBezTo>
                    <a:pt x="5629" y="789"/>
                    <a:pt x="5805" y="613"/>
                    <a:pt x="5805" y="394"/>
                  </a:cubicBezTo>
                  <a:cubicBezTo>
                    <a:pt x="5805" y="176"/>
                    <a:pt x="5629" y="0"/>
                    <a:pt x="54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18"/>
            <p:cNvSpPr/>
            <p:nvPr/>
          </p:nvSpPr>
          <p:spPr>
            <a:xfrm>
              <a:off x="9324656" y="633148"/>
              <a:ext cx="351712" cy="72170"/>
            </a:xfrm>
            <a:custGeom>
              <a:avLst/>
              <a:gdLst/>
              <a:ahLst/>
              <a:cxnLst/>
              <a:rect l="l" t="t" r="r" b="b"/>
              <a:pathLst>
                <a:path w="6311" h="1295" extrusionOk="0">
                  <a:moveTo>
                    <a:pt x="5664" y="502"/>
                  </a:moveTo>
                  <a:cubicBezTo>
                    <a:pt x="5745" y="502"/>
                    <a:pt x="5809" y="566"/>
                    <a:pt x="5809" y="647"/>
                  </a:cubicBezTo>
                  <a:cubicBezTo>
                    <a:pt x="5809" y="725"/>
                    <a:pt x="5745" y="789"/>
                    <a:pt x="5664" y="789"/>
                  </a:cubicBezTo>
                  <a:lnTo>
                    <a:pt x="648" y="789"/>
                  </a:lnTo>
                  <a:cubicBezTo>
                    <a:pt x="566" y="789"/>
                    <a:pt x="502" y="725"/>
                    <a:pt x="502" y="647"/>
                  </a:cubicBezTo>
                  <a:cubicBezTo>
                    <a:pt x="502" y="566"/>
                    <a:pt x="566" y="502"/>
                    <a:pt x="648" y="502"/>
                  </a:cubicBezTo>
                  <a:close/>
                  <a:moveTo>
                    <a:pt x="648" y="1"/>
                  </a:moveTo>
                  <a:cubicBezTo>
                    <a:pt x="292" y="1"/>
                    <a:pt x="1" y="292"/>
                    <a:pt x="1" y="647"/>
                  </a:cubicBezTo>
                  <a:cubicBezTo>
                    <a:pt x="1" y="1003"/>
                    <a:pt x="292" y="1294"/>
                    <a:pt x="648" y="1294"/>
                  </a:cubicBezTo>
                  <a:lnTo>
                    <a:pt x="5664" y="1294"/>
                  </a:lnTo>
                  <a:cubicBezTo>
                    <a:pt x="6019" y="1294"/>
                    <a:pt x="6310" y="1003"/>
                    <a:pt x="6310" y="647"/>
                  </a:cubicBezTo>
                  <a:cubicBezTo>
                    <a:pt x="6310" y="292"/>
                    <a:pt x="6019" y="1"/>
                    <a:pt x="566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18"/>
            <p:cNvSpPr/>
            <p:nvPr/>
          </p:nvSpPr>
          <p:spPr>
            <a:xfrm>
              <a:off x="9338756" y="800005"/>
              <a:ext cx="323513" cy="43971"/>
            </a:xfrm>
            <a:custGeom>
              <a:avLst/>
              <a:gdLst/>
              <a:ahLst/>
              <a:cxnLst/>
              <a:rect l="l" t="t" r="r" b="b"/>
              <a:pathLst>
                <a:path w="5805" h="789" extrusionOk="0">
                  <a:moveTo>
                    <a:pt x="395" y="1"/>
                  </a:moveTo>
                  <a:cubicBezTo>
                    <a:pt x="176" y="1"/>
                    <a:pt x="1" y="176"/>
                    <a:pt x="1" y="395"/>
                  </a:cubicBezTo>
                  <a:cubicBezTo>
                    <a:pt x="1" y="613"/>
                    <a:pt x="176" y="789"/>
                    <a:pt x="395" y="789"/>
                  </a:cubicBezTo>
                  <a:lnTo>
                    <a:pt x="5411" y="789"/>
                  </a:lnTo>
                  <a:cubicBezTo>
                    <a:pt x="5629" y="789"/>
                    <a:pt x="5805" y="613"/>
                    <a:pt x="5805" y="395"/>
                  </a:cubicBezTo>
                  <a:cubicBezTo>
                    <a:pt x="5805" y="176"/>
                    <a:pt x="5629" y="1"/>
                    <a:pt x="54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18"/>
            <p:cNvSpPr/>
            <p:nvPr/>
          </p:nvSpPr>
          <p:spPr>
            <a:xfrm>
              <a:off x="9324656" y="785961"/>
              <a:ext cx="351712" cy="71892"/>
            </a:xfrm>
            <a:custGeom>
              <a:avLst/>
              <a:gdLst/>
              <a:ahLst/>
              <a:cxnLst/>
              <a:rect l="l" t="t" r="r" b="b"/>
              <a:pathLst>
                <a:path w="6311" h="1290" extrusionOk="0">
                  <a:moveTo>
                    <a:pt x="5664" y="501"/>
                  </a:moveTo>
                  <a:cubicBezTo>
                    <a:pt x="5745" y="501"/>
                    <a:pt x="5809" y="566"/>
                    <a:pt x="5809" y="647"/>
                  </a:cubicBezTo>
                  <a:cubicBezTo>
                    <a:pt x="5809" y="724"/>
                    <a:pt x="5745" y="788"/>
                    <a:pt x="5664" y="788"/>
                  </a:cubicBezTo>
                  <a:lnTo>
                    <a:pt x="648" y="788"/>
                  </a:lnTo>
                  <a:cubicBezTo>
                    <a:pt x="566" y="788"/>
                    <a:pt x="502" y="724"/>
                    <a:pt x="502" y="647"/>
                  </a:cubicBezTo>
                  <a:cubicBezTo>
                    <a:pt x="502" y="566"/>
                    <a:pt x="566" y="501"/>
                    <a:pt x="648" y="501"/>
                  </a:cubicBezTo>
                  <a:close/>
                  <a:moveTo>
                    <a:pt x="648" y="0"/>
                  </a:moveTo>
                  <a:cubicBezTo>
                    <a:pt x="292" y="0"/>
                    <a:pt x="1" y="291"/>
                    <a:pt x="1" y="647"/>
                  </a:cubicBezTo>
                  <a:cubicBezTo>
                    <a:pt x="1" y="1002"/>
                    <a:pt x="292" y="1289"/>
                    <a:pt x="648" y="1289"/>
                  </a:cubicBezTo>
                  <a:lnTo>
                    <a:pt x="5664" y="1289"/>
                  </a:lnTo>
                  <a:cubicBezTo>
                    <a:pt x="6019" y="1289"/>
                    <a:pt x="6310" y="1002"/>
                    <a:pt x="6310" y="647"/>
                  </a:cubicBezTo>
                  <a:cubicBezTo>
                    <a:pt x="6310" y="291"/>
                    <a:pt x="6019" y="0"/>
                    <a:pt x="56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18"/>
            <p:cNvSpPr/>
            <p:nvPr/>
          </p:nvSpPr>
          <p:spPr>
            <a:xfrm>
              <a:off x="8516847" y="215393"/>
              <a:ext cx="761105" cy="760882"/>
            </a:xfrm>
            <a:custGeom>
              <a:avLst/>
              <a:gdLst/>
              <a:ahLst/>
              <a:cxnLst/>
              <a:rect l="l" t="t" r="r" b="b"/>
              <a:pathLst>
                <a:path w="13657" h="13653" extrusionOk="0">
                  <a:moveTo>
                    <a:pt x="12080" y="283"/>
                  </a:moveTo>
                  <a:cubicBezTo>
                    <a:pt x="12791" y="283"/>
                    <a:pt x="13369" y="866"/>
                    <a:pt x="13369" y="1577"/>
                  </a:cubicBezTo>
                  <a:lnTo>
                    <a:pt x="13369" y="12071"/>
                  </a:lnTo>
                  <a:cubicBezTo>
                    <a:pt x="13369" y="12787"/>
                    <a:pt x="12791" y="13365"/>
                    <a:pt x="12080" y="13365"/>
                  </a:cubicBezTo>
                  <a:lnTo>
                    <a:pt x="1577" y="13365"/>
                  </a:lnTo>
                  <a:cubicBezTo>
                    <a:pt x="866" y="13365"/>
                    <a:pt x="287" y="12787"/>
                    <a:pt x="287" y="12071"/>
                  </a:cubicBezTo>
                  <a:lnTo>
                    <a:pt x="287" y="1577"/>
                  </a:lnTo>
                  <a:cubicBezTo>
                    <a:pt x="287" y="866"/>
                    <a:pt x="866" y="283"/>
                    <a:pt x="1577" y="283"/>
                  </a:cubicBezTo>
                  <a:close/>
                  <a:moveTo>
                    <a:pt x="1577" y="1"/>
                  </a:moveTo>
                  <a:cubicBezTo>
                    <a:pt x="707" y="1"/>
                    <a:pt x="0" y="707"/>
                    <a:pt x="0" y="1577"/>
                  </a:cubicBezTo>
                  <a:lnTo>
                    <a:pt x="0" y="12071"/>
                  </a:lnTo>
                  <a:cubicBezTo>
                    <a:pt x="0" y="12941"/>
                    <a:pt x="707" y="13652"/>
                    <a:pt x="1577" y="13652"/>
                  </a:cubicBezTo>
                  <a:lnTo>
                    <a:pt x="12080" y="13652"/>
                  </a:lnTo>
                  <a:cubicBezTo>
                    <a:pt x="12949" y="13652"/>
                    <a:pt x="13656" y="12941"/>
                    <a:pt x="13656" y="12071"/>
                  </a:cubicBezTo>
                  <a:lnTo>
                    <a:pt x="13656" y="1577"/>
                  </a:lnTo>
                  <a:cubicBezTo>
                    <a:pt x="13656" y="707"/>
                    <a:pt x="12949" y="1"/>
                    <a:pt x="120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18"/>
            <p:cNvSpPr/>
            <p:nvPr/>
          </p:nvSpPr>
          <p:spPr>
            <a:xfrm>
              <a:off x="8524927" y="299880"/>
              <a:ext cx="744887" cy="17499"/>
            </a:xfrm>
            <a:custGeom>
              <a:avLst/>
              <a:gdLst/>
              <a:ahLst/>
              <a:cxnLst/>
              <a:rect l="l" t="t" r="r" b="b"/>
              <a:pathLst>
                <a:path w="13366" h="314" extrusionOk="0">
                  <a:moveTo>
                    <a:pt x="1" y="1"/>
                  </a:moveTo>
                  <a:lnTo>
                    <a:pt x="1" y="314"/>
                  </a:lnTo>
                  <a:lnTo>
                    <a:pt x="13366" y="314"/>
                  </a:lnTo>
                  <a:lnTo>
                    <a:pt x="1336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18"/>
            <p:cNvSpPr/>
            <p:nvPr/>
          </p:nvSpPr>
          <p:spPr>
            <a:xfrm>
              <a:off x="8524927" y="415688"/>
              <a:ext cx="744887" cy="17499"/>
            </a:xfrm>
            <a:custGeom>
              <a:avLst/>
              <a:gdLst/>
              <a:ahLst/>
              <a:cxnLst/>
              <a:rect l="l" t="t" r="r" b="b"/>
              <a:pathLst>
                <a:path w="13366" h="314" extrusionOk="0">
                  <a:moveTo>
                    <a:pt x="1" y="0"/>
                  </a:moveTo>
                  <a:lnTo>
                    <a:pt x="1" y="313"/>
                  </a:lnTo>
                  <a:lnTo>
                    <a:pt x="13366" y="313"/>
                  </a:lnTo>
                  <a:lnTo>
                    <a:pt x="133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18"/>
            <p:cNvSpPr/>
            <p:nvPr/>
          </p:nvSpPr>
          <p:spPr>
            <a:xfrm>
              <a:off x="8524927" y="531440"/>
              <a:ext cx="744887" cy="17276"/>
            </a:xfrm>
            <a:custGeom>
              <a:avLst/>
              <a:gdLst/>
              <a:ahLst/>
              <a:cxnLst/>
              <a:rect l="l" t="t" r="r" b="b"/>
              <a:pathLst>
                <a:path w="13366" h="310" extrusionOk="0">
                  <a:moveTo>
                    <a:pt x="1" y="1"/>
                  </a:moveTo>
                  <a:lnTo>
                    <a:pt x="1" y="309"/>
                  </a:lnTo>
                  <a:lnTo>
                    <a:pt x="13366" y="309"/>
                  </a:lnTo>
                  <a:lnTo>
                    <a:pt x="1336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18"/>
            <p:cNvSpPr/>
            <p:nvPr/>
          </p:nvSpPr>
          <p:spPr>
            <a:xfrm>
              <a:off x="8524927" y="647025"/>
              <a:ext cx="744887" cy="17443"/>
            </a:xfrm>
            <a:custGeom>
              <a:avLst/>
              <a:gdLst/>
              <a:ahLst/>
              <a:cxnLst/>
              <a:rect l="l" t="t" r="r" b="b"/>
              <a:pathLst>
                <a:path w="13366" h="313" extrusionOk="0">
                  <a:moveTo>
                    <a:pt x="1" y="0"/>
                  </a:moveTo>
                  <a:lnTo>
                    <a:pt x="1" y="313"/>
                  </a:lnTo>
                  <a:lnTo>
                    <a:pt x="13366" y="313"/>
                  </a:lnTo>
                  <a:lnTo>
                    <a:pt x="133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18"/>
            <p:cNvSpPr/>
            <p:nvPr/>
          </p:nvSpPr>
          <p:spPr>
            <a:xfrm>
              <a:off x="8524927" y="762777"/>
              <a:ext cx="744887" cy="17276"/>
            </a:xfrm>
            <a:custGeom>
              <a:avLst/>
              <a:gdLst/>
              <a:ahLst/>
              <a:cxnLst/>
              <a:rect l="l" t="t" r="r" b="b"/>
              <a:pathLst>
                <a:path w="13366" h="310" extrusionOk="0">
                  <a:moveTo>
                    <a:pt x="1" y="1"/>
                  </a:moveTo>
                  <a:lnTo>
                    <a:pt x="1" y="309"/>
                  </a:lnTo>
                  <a:lnTo>
                    <a:pt x="13366" y="309"/>
                  </a:lnTo>
                  <a:lnTo>
                    <a:pt x="1336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18"/>
            <p:cNvSpPr/>
            <p:nvPr/>
          </p:nvSpPr>
          <p:spPr>
            <a:xfrm>
              <a:off x="8524927" y="878585"/>
              <a:ext cx="744887" cy="17221"/>
            </a:xfrm>
            <a:custGeom>
              <a:avLst/>
              <a:gdLst/>
              <a:ahLst/>
              <a:cxnLst/>
              <a:rect l="l" t="t" r="r" b="b"/>
              <a:pathLst>
                <a:path w="13366" h="309" extrusionOk="0">
                  <a:moveTo>
                    <a:pt x="1" y="0"/>
                  </a:moveTo>
                  <a:lnTo>
                    <a:pt x="1" y="309"/>
                  </a:lnTo>
                  <a:lnTo>
                    <a:pt x="13366" y="309"/>
                  </a:lnTo>
                  <a:lnTo>
                    <a:pt x="133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18"/>
            <p:cNvSpPr/>
            <p:nvPr/>
          </p:nvSpPr>
          <p:spPr>
            <a:xfrm>
              <a:off x="8599439" y="231387"/>
              <a:ext cx="17499" cy="744887"/>
            </a:xfrm>
            <a:custGeom>
              <a:avLst/>
              <a:gdLst/>
              <a:ahLst/>
              <a:cxnLst/>
              <a:rect l="l" t="t" r="r" b="b"/>
              <a:pathLst>
                <a:path w="314" h="13366" extrusionOk="0">
                  <a:moveTo>
                    <a:pt x="0" y="1"/>
                  </a:moveTo>
                  <a:lnTo>
                    <a:pt x="0" y="13365"/>
                  </a:lnTo>
                  <a:lnTo>
                    <a:pt x="313" y="13365"/>
                  </a:lnTo>
                  <a:lnTo>
                    <a:pt x="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18"/>
            <p:cNvSpPr/>
            <p:nvPr/>
          </p:nvSpPr>
          <p:spPr>
            <a:xfrm>
              <a:off x="8715190" y="231387"/>
              <a:ext cx="17499" cy="744887"/>
            </a:xfrm>
            <a:custGeom>
              <a:avLst/>
              <a:gdLst/>
              <a:ahLst/>
              <a:cxnLst/>
              <a:rect l="l" t="t" r="r" b="b"/>
              <a:pathLst>
                <a:path w="314" h="13366" extrusionOk="0">
                  <a:moveTo>
                    <a:pt x="1" y="1"/>
                  </a:moveTo>
                  <a:lnTo>
                    <a:pt x="1" y="13365"/>
                  </a:lnTo>
                  <a:lnTo>
                    <a:pt x="314" y="13365"/>
                  </a:lnTo>
                  <a:lnTo>
                    <a:pt x="31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18"/>
            <p:cNvSpPr/>
            <p:nvPr/>
          </p:nvSpPr>
          <p:spPr>
            <a:xfrm>
              <a:off x="8830998" y="231387"/>
              <a:ext cx="17221" cy="744887"/>
            </a:xfrm>
            <a:custGeom>
              <a:avLst/>
              <a:gdLst/>
              <a:ahLst/>
              <a:cxnLst/>
              <a:rect l="l" t="t" r="r" b="b"/>
              <a:pathLst>
                <a:path w="309" h="13366" extrusionOk="0">
                  <a:moveTo>
                    <a:pt x="0" y="1"/>
                  </a:moveTo>
                  <a:lnTo>
                    <a:pt x="0" y="13365"/>
                  </a:lnTo>
                  <a:lnTo>
                    <a:pt x="309" y="13365"/>
                  </a:lnTo>
                  <a:lnTo>
                    <a:pt x="30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18"/>
            <p:cNvSpPr/>
            <p:nvPr/>
          </p:nvSpPr>
          <p:spPr>
            <a:xfrm>
              <a:off x="8946527" y="231387"/>
              <a:ext cx="17499" cy="744887"/>
            </a:xfrm>
            <a:custGeom>
              <a:avLst/>
              <a:gdLst/>
              <a:ahLst/>
              <a:cxnLst/>
              <a:rect l="l" t="t" r="r" b="b"/>
              <a:pathLst>
                <a:path w="314" h="13366" extrusionOk="0">
                  <a:moveTo>
                    <a:pt x="1" y="1"/>
                  </a:moveTo>
                  <a:lnTo>
                    <a:pt x="1" y="13365"/>
                  </a:lnTo>
                  <a:lnTo>
                    <a:pt x="313" y="13365"/>
                  </a:lnTo>
                  <a:lnTo>
                    <a:pt x="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18"/>
            <p:cNvSpPr/>
            <p:nvPr/>
          </p:nvSpPr>
          <p:spPr>
            <a:xfrm>
              <a:off x="9062334" y="231387"/>
              <a:ext cx="17443" cy="744887"/>
            </a:xfrm>
            <a:custGeom>
              <a:avLst/>
              <a:gdLst/>
              <a:ahLst/>
              <a:cxnLst/>
              <a:rect l="l" t="t" r="r" b="b"/>
              <a:pathLst>
                <a:path w="313" h="13366" extrusionOk="0">
                  <a:moveTo>
                    <a:pt x="0" y="1"/>
                  </a:moveTo>
                  <a:lnTo>
                    <a:pt x="0" y="13365"/>
                  </a:lnTo>
                  <a:lnTo>
                    <a:pt x="313" y="13365"/>
                  </a:lnTo>
                  <a:lnTo>
                    <a:pt x="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18"/>
            <p:cNvSpPr/>
            <p:nvPr/>
          </p:nvSpPr>
          <p:spPr>
            <a:xfrm>
              <a:off x="9178086" y="231387"/>
              <a:ext cx="17276" cy="744887"/>
            </a:xfrm>
            <a:custGeom>
              <a:avLst/>
              <a:gdLst/>
              <a:ahLst/>
              <a:cxnLst/>
              <a:rect l="l" t="t" r="r" b="b"/>
              <a:pathLst>
                <a:path w="310" h="13366" extrusionOk="0">
                  <a:moveTo>
                    <a:pt x="1" y="1"/>
                  </a:moveTo>
                  <a:lnTo>
                    <a:pt x="1" y="13365"/>
                  </a:lnTo>
                  <a:lnTo>
                    <a:pt x="309" y="13365"/>
                  </a:lnTo>
                  <a:lnTo>
                    <a:pt x="30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2" name="Google Shape;822;p18"/>
          <p:cNvGrpSpPr/>
          <p:nvPr/>
        </p:nvGrpSpPr>
        <p:grpSpPr>
          <a:xfrm>
            <a:off x="8429390" y="539489"/>
            <a:ext cx="1214562" cy="572683"/>
            <a:chOff x="8429651" y="1681943"/>
            <a:chExt cx="955370" cy="450470"/>
          </a:xfrm>
        </p:grpSpPr>
        <p:sp>
          <p:nvSpPr>
            <p:cNvPr id="823" name="Google Shape;823;p18"/>
            <p:cNvSpPr/>
            <p:nvPr/>
          </p:nvSpPr>
          <p:spPr>
            <a:xfrm>
              <a:off x="9223525" y="1681943"/>
              <a:ext cx="80632" cy="424115"/>
            </a:xfrm>
            <a:custGeom>
              <a:avLst/>
              <a:gdLst/>
              <a:ahLst/>
              <a:cxnLst/>
              <a:rect l="l" t="t" r="r" b="b"/>
              <a:pathLst>
                <a:path w="1089" h="5728" extrusionOk="0">
                  <a:moveTo>
                    <a:pt x="0" y="1"/>
                  </a:moveTo>
                  <a:lnTo>
                    <a:pt x="0" y="5728"/>
                  </a:lnTo>
                  <a:lnTo>
                    <a:pt x="1088" y="5728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rgbClr val="FCFC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18"/>
            <p:cNvSpPr/>
            <p:nvPr/>
          </p:nvSpPr>
          <p:spPr>
            <a:xfrm>
              <a:off x="9223525" y="1729848"/>
              <a:ext cx="80632" cy="28951"/>
            </a:xfrm>
            <a:custGeom>
              <a:avLst/>
              <a:gdLst/>
              <a:ahLst/>
              <a:cxnLst/>
              <a:rect l="l" t="t" r="r" b="b"/>
              <a:pathLst>
                <a:path w="1089" h="391" extrusionOk="0">
                  <a:moveTo>
                    <a:pt x="0" y="1"/>
                  </a:moveTo>
                  <a:lnTo>
                    <a:pt x="0" y="390"/>
                  </a:lnTo>
                  <a:lnTo>
                    <a:pt x="1088" y="390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18"/>
            <p:cNvSpPr/>
            <p:nvPr/>
          </p:nvSpPr>
          <p:spPr>
            <a:xfrm>
              <a:off x="9223525" y="2038158"/>
              <a:ext cx="80632" cy="28877"/>
            </a:xfrm>
            <a:custGeom>
              <a:avLst/>
              <a:gdLst/>
              <a:ahLst/>
              <a:cxnLst/>
              <a:rect l="l" t="t" r="r" b="b"/>
              <a:pathLst>
                <a:path w="1089" h="390" extrusionOk="0">
                  <a:moveTo>
                    <a:pt x="0" y="0"/>
                  </a:moveTo>
                  <a:lnTo>
                    <a:pt x="0" y="390"/>
                  </a:lnTo>
                  <a:lnTo>
                    <a:pt x="1088" y="390"/>
                  </a:lnTo>
                  <a:lnTo>
                    <a:pt x="108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18"/>
            <p:cNvSpPr/>
            <p:nvPr/>
          </p:nvSpPr>
          <p:spPr>
            <a:xfrm>
              <a:off x="9142968" y="1681943"/>
              <a:ext cx="80632" cy="424115"/>
            </a:xfrm>
            <a:custGeom>
              <a:avLst/>
              <a:gdLst/>
              <a:ahLst/>
              <a:cxnLst/>
              <a:rect l="l" t="t" r="r" b="b"/>
              <a:pathLst>
                <a:path w="1089" h="5728" extrusionOk="0">
                  <a:moveTo>
                    <a:pt x="0" y="1"/>
                  </a:moveTo>
                  <a:lnTo>
                    <a:pt x="0" y="5728"/>
                  </a:lnTo>
                  <a:lnTo>
                    <a:pt x="1088" y="5728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18"/>
            <p:cNvSpPr/>
            <p:nvPr/>
          </p:nvSpPr>
          <p:spPr>
            <a:xfrm>
              <a:off x="9142968" y="1729848"/>
              <a:ext cx="80632" cy="28951"/>
            </a:xfrm>
            <a:custGeom>
              <a:avLst/>
              <a:gdLst/>
              <a:ahLst/>
              <a:cxnLst/>
              <a:rect l="l" t="t" r="r" b="b"/>
              <a:pathLst>
                <a:path w="1089" h="391" extrusionOk="0">
                  <a:moveTo>
                    <a:pt x="0" y="1"/>
                  </a:moveTo>
                  <a:lnTo>
                    <a:pt x="0" y="390"/>
                  </a:lnTo>
                  <a:lnTo>
                    <a:pt x="1088" y="390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18"/>
            <p:cNvSpPr/>
            <p:nvPr/>
          </p:nvSpPr>
          <p:spPr>
            <a:xfrm>
              <a:off x="9142968" y="2038158"/>
              <a:ext cx="80632" cy="28877"/>
            </a:xfrm>
            <a:custGeom>
              <a:avLst/>
              <a:gdLst/>
              <a:ahLst/>
              <a:cxnLst/>
              <a:rect l="l" t="t" r="r" b="b"/>
              <a:pathLst>
                <a:path w="1089" h="390" extrusionOk="0">
                  <a:moveTo>
                    <a:pt x="0" y="0"/>
                  </a:moveTo>
                  <a:lnTo>
                    <a:pt x="0" y="390"/>
                  </a:lnTo>
                  <a:lnTo>
                    <a:pt x="1088" y="390"/>
                  </a:lnTo>
                  <a:lnTo>
                    <a:pt x="108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18"/>
            <p:cNvSpPr/>
            <p:nvPr/>
          </p:nvSpPr>
          <p:spPr>
            <a:xfrm>
              <a:off x="9062411" y="1681943"/>
              <a:ext cx="80632" cy="424115"/>
            </a:xfrm>
            <a:custGeom>
              <a:avLst/>
              <a:gdLst/>
              <a:ahLst/>
              <a:cxnLst/>
              <a:rect l="l" t="t" r="r" b="b"/>
              <a:pathLst>
                <a:path w="1089" h="5728" extrusionOk="0">
                  <a:moveTo>
                    <a:pt x="0" y="1"/>
                  </a:moveTo>
                  <a:lnTo>
                    <a:pt x="0" y="5728"/>
                  </a:lnTo>
                  <a:lnTo>
                    <a:pt x="1088" y="5728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18"/>
            <p:cNvSpPr/>
            <p:nvPr/>
          </p:nvSpPr>
          <p:spPr>
            <a:xfrm>
              <a:off x="9062411" y="1729848"/>
              <a:ext cx="80632" cy="28951"/>
            </a:xfrm>
            <a:custGeom>
              <a:avLst/>
              <a:gdLst/>
              <a:ahLst/>
              <a:cxnLst/>
              <a:rect l="l" t="t" r="r" b="b"/>
              <a:pathLst>
                <a:path w="1089" h="391" extrusionOk="0">
                  <a:moveTo>
                    <a:pt x="0" y="1"/>
                  </a:moveTo>
                  <a:lnTo>
                    <a:pt x="0" y="390"/>
                  </a:lnTo>
                  <a:lnTo>
                    <a:pt x="1088" y="390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18"/>
            <p:cNvSpPr/>
            <p:nvPr/>
          </p:nvSpPr>
          <p:spPr>
            <a:xfrm>
              <a:off x="9062411" y="2038158"/>
              <a:ext cx="80632" cy="28877"/>
            </a:xfrm>
            <a:custGeom>
              <a:avLst/>
              <a:gdLst/>
              <a:ahLst/>
              <a:cxnLst/>
              <a:rect l="l" t="t" r="r" b="b"/>
              <a:pathLst>
                <a:path w="1089" h="390" extrusionOk="0">
                  <a:moveTo>
                    <a:pt x="0" y="0"/>
                  </a:moveTo>
                  <a:lnTo>
                    <a:pt x="0" y="390"/>
                  </a:lnTo>
                  <a:lnTo>
                    <a:pt x="1088" y="390"/>
                  </a:lnTo>
                  <a:lnTo>
                    <a:pt x="108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18"/>
            <p:cNvSpPr/>
            <p:nvPr/>
          </p:nvSpPr>
          <p:spPr>
            <a:xfrm>
              <a:off x="8779127" y="1700380"/>
              <a:ext cx="283361" cy="407604"/>
            </a:xfrm>
            <a:custGeom>
              <a:avLst/>
              <a:gdLst/>
              <a:ahLst/>
              <a:cxnLst/>
              <a:rect l="l" t="t" r="r" b="b"/>
              <a:pathLst>
                <a:path w="3827" h="5505" extrusionOk="0">
                  <a:moveTo>
                    <a:pt x="2884" y="0"/>
                  </a:moveTo>
                  <a:lnTo>
                    <a:pt x="1" y="4956"/>
                  </a:lnTo>
                  <a:lnTo>
                    <a:pt x="943" y="5505"/>
                  </a:lnTo>
                  <a:lnTo>
                    <a:pt x="3826" y="549"/>
                  </a:lnTo>
                  <a:lnTo>
                    <a:pt x="288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18"/>
            <p:cNvSpPr/>
            <p:nvPr/>
          </p:nvSpPr>
          <p:spPr>
            <a:xfrm>
              <a:off x="8953940" y="1741917"/>
              <a:ext cx="84408" cy="65750"/>
            </a:xfrm>
            <a:custGeom>
              <a:avLst/>
              <a:gdLst/>
              <a:ahLst/>
              <a:cxnLst/>
              <a:rect l="l" t="t" r="r" b="b"/>
              <a:pathLst>
                <a:path w="1140" h="888" extrusionOk="0">
                  <a:moveTo>
                    <a:pt x="197" y="0"/>
                  </a:moveTo>
                  <a:lnTo>
                    <a:pt x="0" y="339"/>
                  </a:lnTo>
                  <a:lnTo>
                    <a:pt x="942" y="887"/>
                  </a:lnTo>
                  <a:lnTo>
                    <a:pt x="1139" y="549"/>
                  </a:lnTo>
                  <a:lnTo>
                    <a:pt x="1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18"/>
            <p:cNvSpPr/>
            <p:nvPr/>
          </p:nvSpPr>
          <p:spPr>
            <a:xfrm>
              <a:off x="8798822" y="2008319"/>
              <a:ext cx="84408" cy="65750"/>
            </a:xfrm>
            <a:custGeom>
              <a:avLst/>
              <a:gdLst/>
              <a:ahLst/>
              <a:cxnLst/>
              <a:rect l="l" t="t" r="r" b="b"/>
              <a:pathLst>
                <a:path w="1140" h="888" extrusionOk="0">
                  <a:moveTo>
                    <a:pt x="197" y="1"/>
                  </a:moveTo>
                  <a:lnTo>
                    <a:pt x="0" y="339"/>
                  </a:lnTo>
                  <a:lnTo>
                    <a:pt x="943" y="887"/>
                  </a:lnTo>
                  <a:lnTo>
                    <a:pt x="1140" y="549"/>
                  </a:lnTo>
                  <a:lnTo>
                    <a:pt x="19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18"/>
            <p:cNvSpPr/>
            <p:nvPr/>
          </p:nvSpPr>
          <p:spPr>
            <a:xfrm>
              <a:off x="8429651" y="2105980"/>
              <a:ext cx="955370" cy="26433"/>
            </a:xfrm>
            <a:custGeom>
              <a:avLst/>
              <a:gdLst/>
              <a:ahLst/>
              <a:cxnLst/>
              <a:rect l="l" t="t" r="r" b="b"/>
              <a:pathLst>
                <a:path w="12903" h="357" extrusionOk="0">
                  <a:moveTo>
                    <a:pt x="0" y="1"/>
                  </a:moveTo>
                  <a:lnTo>
                    <a:pt x="0" y="356"/>
                  </a:lnTo>
                  <a:lnTo>
                    <a:pt x="12902" y="356"/>
                  </a:lnTo>
                  <a:lnTo>
                    <a:pt x="129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18"/>
            <p:cNvSpPr/>
            <p:nvPr/>
          </p:nvSpPr>
          <p:spPr>
            <a:xfrm>
              <a:off x="8455936" y="1934426"/>
              <a:ext cx="267812" cy="171631"/>
            </a:xfrm>
            <a:custGeom>
              <a:avLst/>
              <a:gdLst/>
              <a:ahLst/>
              <a:cxnLst/>
              <a:rect l="l" t="t" r="r" b="b"/>
              <a:pathLst>
                <a:path w="3617" h="2318" extrusionOk="0">
                  <a:moveTo>
                    <a:pt x="1" y="0"/>
                  </a:moveTo>
                  <a:lnTo>
                    <a:pt x="1" y="2318"/>
                  </a:lnTo>
                  <a:lnTo>
                    <a:pt x="3616" y="2318"/>
                  </a:lnTo>
                  <a:lnTo>
                    <a:pt x="361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18"/>
            <p:cNvSpPr/>
            <p:nvPr/>
          </p:nvSpPr>
          <p:spPr>
            <a:xfrm>
              <a:off x="8442682" y="1934426"/>
              <a:ext cx="294689" cy="30209"/>
            </a:xfrm>
            <a:custGeom>
              <a:avLst/>
              <a:gdLst/>
              <a:ahLst/>
              <a:cxnLst/>
              <a:rect l="l" t="t" r="r" b="b"/>
              <a:pathLst>
                <a:path w="3980" h="408" extrusionOk="0">
                  <a:moveTo>
                    <a:pt x="0" y="0"/>
                  </a:moveTo>
                  <a:lnTo>
                    <a:pt x="0" y="407"/>
                  </a:lnTo>
                  <a:lnTo>
                    <a:pt x="3979" y="407"/>
                  </a:lnTo>
                  <a:lnTo>
                    <a:pt x="397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38" name="Google Shape;838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839" name="Google Shape;839;p18"/>
          <p:cNvGrpSpPr/>
          <p:nvPr/>
        </p:nvGrpSpPr>
        <p:grpSpPr>
          <a:xfrm>
            <a:off x="8441557" y="2790587"/>
            <a:ext cx="1190248" cy="1813421"/>
            <a:chOff x="9231782" y="2801487"/>
            <a:chExt cx="1190248" cy="1813421"/>
          </a:xfrm>
        </p:grpSpPr>
        <p:sp>
          <p:nvSpPr>
            <p:cNvPr id="840" name="Google Shape;840;p18"/>
            <p:cNvSpPr/>
            <p:nvPr/>
          </p:nvSpPr>
          <p:spPr>
            <a:xfrm>
              <a:off x="10107618" y="3108892"/>
              <a:ext cx="314411" cy="205391"/>
            </a:xfrm>
            <a:custGeom>
              <a:avLst/>
              <a:gdLst/>
              <a:ahLst/>
              <a:cxnLst/>
              <a:rect l="l" t="t" r="r" b="b"/>
              <a:pathLst>
                <a:path w="4176" h="2728" extrusionOk="0">
                  <a:moveTo>
                    <a:pt x="1914" y="0"/>
                  </a:moveTo>
                  <a:cubicBezTo>
                    <a:pt x="1694" y="0"/>
                    <a:pt x="1473" y="14"/>
                    <a:pt x="1249" y="28"/>
                  </a:cubicBezTo>
                  <a:lnTo>
                    <a:pt x="0" y="1331"/>
                  </a:lnTo>
                  <a:cubicBezTo>
                    <a:pt x="223" y="1295"/>
                    <a:pt x="452" y="1261"/>
                    <a:pt x="677" y="1261"/>
                  </a:cubicBezTo>
                  <a:cubicBezTo>
                    <a:pt x="895" y="1261"/>
                    <a:pt x="1110" y="1292"/>
                    <a:pt x="1312" y="1384"/>
                  </a:cubicBezTo>
                  <a:cubicBezTo>
                    <a:pt x="1686" y="1554"/>
                    <a:pt x="1954" y="1893"/>
                    <a:pt x="2248" y="2196"/>
                  </a:cubicBezTo>
                  <a:cubicBezTo>
                    <a:pt x="2513" y="2469"/>
                    <a:pt x="2848" y="2727"/>
                    <a:pt x="3215" y="2727"/>
                  </a:cubicBezTo>
                  <a:cubicBezTo>
                    <a:pt x="3244" y="2727"/>
                    <a:pt x="3272" y="2726"/>
                    <a:pt x="3301" y="2723"/>
                  </a:cubicBezTo>
                  <a:cubicBezTo>
                    <a:pt x="3720" y="2687"/>
                    <a:pt x="4059" y="2268"/>
                    <a:pt x="4122" y="1813"/>
                  </a:cubicBezTo>
                  <a:cubicBezTo>
                    <a:pt x="4175" y="1358"/>
                    <a:pt x="3979" y="894"/>
                    <a:pt x="3658" y="590"/>
                  </a:cubicBezTo>
                  <a:cubicBezTo>
                    <a:pt x="3346" y="278"/>
                    <a:pt x="2935" y="118"/>
                    <a:pt x="2516" y="46"/>
                  </a:cubicBezTo>
                  <a:cubicBezTo>
                    <a:pt x="2316" y="12"/>
                    <a:pt x="2115" y="0"/>
                    <a:pt x="19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18"/>
            <p:cNvSpPr/>
            <p:nvPr/>
          </p:nvSpPr>
          <p:spPr>
            <a:xfrm>
              <a:off x="10210388" y="3479089"/>
              <a:ext cx="206897" cy="123626"/>
            </a:xfrm>
            <a:custGeom>
              <a:avLst/>
              <a:gdLst/>
              <a:ahLst/>
              <a:cxnLst/>
              <a:rect l="l" t="t" r="r" b="b"/>
              <a:pathLst>
                <a:path w="2748" h="1642" extrusionOk="0">
                  <a:moveTo>
                    <a:pt x="1240" y="0"/>
                  </a:moveTo>
                  <a:lnTo>
                    <a:pt x="0" y="143"/>
                  </a:lnTo>
                  <a:cubicBezTo>
                    <a:pt x="72" y="393"/>
                    <a:pt x="330" y="544"/>
                    <a:pt x="580" y="634"/>
                  </a:cubicBezTo>
                  <a:cubicBezTo>
                    <a:pt x="803" y="714"/>
                    <a:pt x="1017" y="776"/>
                    <a:pt x="1214" y="928"/>
                  </a:cubicBezTo>
                  <a:cubicBezTo>
                    <a:pt x="1383" y="1071"/>
                    <a:pt x="1526" y="1240"/>
                    <a:pt x="1677" y="1383"/>
                  </a:cubicBezTo>
                  <a:cubicBezTo>
                    <a:pt x="1820" y="1526"/>
                    <a:pt x="1999" y="1642"/>
                    <a:pt x="2195" y="1642"/>
                  </a:cubicBezTo>
                  <a:cubicBezTo>
                    <a:pt x="2507" y="1633"/>
                    <a:pt x="2748" y="1276"/>
                    <a:pt x="2712" y="955"/>
                  </a:cubicBezTo>
                  <a:cubicBezTo>
                    <a:pt x="2677" y="625"/>
                    <a:pt x="2436" y="357"/>
                    <a:pt x="2159" y="214"/>
                  </a:cubicBezTo>
                  <a:cubicBezTo>
                    <a:pt x="1874" y="63"/>
                    <a:pt x="1553" y="27"/>
                    <a:pt x="12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18"/>
            <p:cNvSpPr/>
            <p:nvPr/>
          </p:nvSpPr>
          <p:spPr>
            <a:xfrm>
              <a:off x="9990770" y="3446338"/>
              <a:ext cx="390981" cy="259826"/>
            </a:xfrm>
            <a:custGeom>
              <a:avLst/>
              <a:gdLst/>
              <a:ahLst/>
              <a:cxnLst/>
              <a:rect l="l" t="t" r="r" b="b"/>
              <a:pathLst>
                <a:path w="5193" h="3451" extrusionOk="0">
                  <a:moveTo>
                    <a:pt x="3016" y="0"/>
                  </a:moveTo>
                  <a:cubicBezTo>
                    <a:pt x="2329" y="0"/>
                    <a:pt x="1638" y="267"/>
                    <a:pt x="1115" y="738"/>
                  </a:cubicBezTo>
                  <a:cubicBezTo>
                    <a:pt x="384" y="1408"/>
                    <a:pt x="0" y="2442"/>
                    <a:pt x="36" y="3450"/>
                  </a:cubicBezTo>
                  <a:cubicBezTo>
                    <a:pt x="669" y="3111"/>
                    <a:pt x="1543" y="2656"/>
                    <a:pt x="2070" y="2166"/>
                  </a:cubicBezTo>
                  <a:cubicBezTo>
                    <a:pt x="2195" y="2050"/>
                    <a:pt x="2320" y="1934"/>
                    <a:pt x="2453" y="1836"/>
                  </a:cubicBezTo>
                  <a:cubicBezTo>
                    <a:pt x="2653" y="1686"/>
                    <a:pt x="3687" y="694"/>
                    <a:pt x="4915" y="694"/>
                  </a:cubicBezTo>
                  <a:cubicBezTo>
                    <a:pt x="5006" y="694"/>
                    <a:pt x="5099" y="700"/>
                    <a:pt x="5192" y="712"/>
                  </a:cubicBezTo>
                  <a:cubicBezTo>
                    <a:pt x="4728" y="408"/>
                    <a:pt x="4211" y="266"/>
                    <a:pt x="3827" y="132"/>
                  </a:cubicBezTo>
                  <a:cubicBezTo>
                    <a:pt x="3565" y="43"/>
                    <a:pt x="3291" y="0"/>
                    <a:pt x="30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18"/>
            <p:cNvSpPr/>
            <p:nvPr/>
          </p:nvSpPr>
          <p:spPr>
            <a:xfrm>
              <a:off x="9914879" y="3089317"/>
              <a:ext cx="392939" cy="438188"/>
            </a:xfrm>
            <a:custGeom>
              <a:avLst/>
              <a:gdLst/>
              <a:ahLst/>
              <a:cxnLst/>
              <a:rect l="l" t="t" r="r" b="b"/>
              <a:pathLst>
                <a:path w="5219" h="5820" extrusionOk="0">
                  <a:moveTo>
                    <a:pt x="2579" y="0"/>
                  </a:moveTo>
                  <a:cubicBezTo>
                    <a:pt x="1699" y="0"/>
                    <a:pt x="870" y="628"/>
                    <a:pt x="464" y="1448"/>
                  </a:cubicBezTo>
                  <a:cubicBezTo>
                    <a:pt x="18" y="2331"/>
                    <a:pt x="0" y="3393"/>
                    <a:pt x="187" y="4374"/>
                  </a:cubicBezTo>
                  <a:cubicBezTo>
                    <a:pt x="277" y="4856"/>
                    <a:pt x="419" y="5338"/>
                    <a:pt x="339" y="5819"/>
                  </a:cubicBezTo>
                  <a:cubicBezTo>
                    <a:pt x="1802" y="4303"/>
                    <a:pt x="1927" y="2492"/>
                    <a:pt x="2855" y="1992"/>
                  </a:cubicBezTo>
                  <a:cubicBezTo>
                    <a:pt x="3765" y="1493"/>
                    <a:pt x="4291" y="636"/>
                    <a:pt x="5219" y="395"/>
                  </a:cubicBezTo>
                  <a:cubicBezTo>
                    <a:pt x="5112" y="324"/>
                    <a:pt x="4916" y="279"/>
                    <a:pt x="4773" y="279"/>
                  </a:cubicBezTo>
                  <a:cubicBezTo>
                    <a:pt x="4656" y="283"/>
                    <a:pt x="4541" y="286"/>
                    <a:pt x="4426" y="286"/>
                  </a:cubicBezTo>
                  <a:cubicBezTo>
                    <a:pt x="4216" y="286"/>
                    <a:pt x="4008" y="275"/>
                    <a:pt x="3800" y="235"/>
                  </a:cubicBezTo>
                  <a:cubicBezTo>
                    <a:pt x="3452" y="181"/>
                    <a:pt x="3131" y="48"/>
                    <a:pt x="2783" y="12"/>
                  </a:cubicBezTo>
                  <a:cubicBezTo>
                    <a:pt x="2715" y="4"/>
                    <a:pt x="2647" y="0"/>
                    <a:pt x="25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18"/>
            <p:cNvSpPr/>
            <p:nvPr/>
          </p:nvSpPr>
          <p:spPr>
            <a:xfrm>
              <a:off x="9568926" y="2801487"/>
              <a:ext cx="338579" cy="637330"/>
            </a:xfrm>
            <a:custGeom>
              <a:avLst/>
              <a:gdLst/>
              <a:ahLst/>
              <a:cxnLst/>
              <a:rect l="l" t="t" r="r" b="b"/>
              <a:pathLst>
                <a:path w="4497" h="8465" extrusionOk="0">
                  <a:moveTo>
                    <a:pt x="875" y="1"/>
                  </a:moveTo>
                  <a:cubicBezTo>
                    <a:pt x="630" y="1"/>
                    <a:pt x="379" y="89"/>
                    <a:pt x="215" y="275"/>
                  </a:cubicBezTo>
                  <a:cubicBezTo>
                    <a:pt x="63" y="463"/>
                    <a:pt x="1" y="713"/>
                    <a:pt x="1" y="953"/>
                  </a:cubicBezTo>
                  <a:cubicBezTo>
                    <a:pt x="1" y="1194"/>
                    <a:pt x="63" y="1426"/>
                    <a:pt x="126" y="1658"/>
                  </a:cubicBezTo>
                  <a:cubicBezTo>
                    <a:pt x="215" y="1961"/>
                    <a:pt x="304" y="2265"/>
                    <a:pt x="393" y="2559"/>
                  </a:cubicBezTo>
                  <a:cubicBezTo>
                    <a:pt x="491" y="2862"/>
                    <a:pt x="598" y="3157"/>
                    <a:pt x="732" y="3442"/>
                  </a:cubicBezTo>
                  <a:cubicBezTo>
                    <a:pt x="857" y="3701"/>
                    <a:pt x="1000" y="3942"/>
                    <a:pt x="1143" y="4192"/>
                  </a:cubicBezTo>
                  <a:cubicBezTo>
                    <a:pt x="1383" y="4575"/>
                    <a:pt x="1615" y="4959"/>
                    <a:pt x="1847" y="5343"/>
                  </a:cubicBezTo>
                  <a:cubicBezTo>
                    <a:pt x="1999" y="5610"/>
                    <a:pt x="2160" y="5878"/>
                    <a:pt x="2356" y="6110"/>
                  </a:cubicBezTo>
                  <a:cubicBezTo>
                    <a:pt x="2677" y="6493"/>
                    <a:pt x="3096" y="6797"/>
                    <a:pt x="3453" y="7145"/>
                  </a:cubicBezTo>
                  <a:cubicBezTo>
                    <a:pt x="3810" y="7501"/>
                    <a:pt x="4122" y="7956"/>
                    <a:pt x="4158" y="8465"/>
                  </a:cubicBezTo>
                  <a:cubicBezTo>
                    <a:pt x="4497" y="7769"/>
                    <a:pt x="4390" y="6351"/>
                    <a:pt x="4292" y="5708"/>
                  </a:cubicBezTo>
                  <a:cubicBezTo>
                    <a:pt x="4247" y="5405"/>
                    <a:pt x="4194" y="5111"/>
                    <a:pt x="4104" y="4816"/>
                  </a:cubicBezTo>
                  <a:cubicBezTo>
                    <a:pt x="3837" y="3906"/>
                    <a:pt x="3221" y="3148"/>
                    <a:pt x="2900" y="2265"/>
                  </a:cubicBezTo>
                  <a:cubicBezTo>
                    <a:pt x="2722" y="1765"/>
                    <a:pt x="2632" y="1221"/>
                    <a:pt x="2302" y="811"/>
                  </a:cubicBezTo>
                  <a:cubicBezTo>
                    <a:pt x="2186" y="659"/>
                    <a:pt x="2035" y="534"/>
                    <a:pt x="1883" y="418"/>
                  </a:cubicBezTo>
                  <a:cubicBezTo>
                    <a:pt x="1633" y="231"/>
                    <a:pt x="1357" y="70"/>
                    <a:pt x="1053" y="17"/>
                  </a:cubicBezTo>
                  <a:cubicBezTo>
                    <a:pt x="995" y="6"/>
                    <a:pt x="935" y="1"/>
                    <a:pt x="8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18"/>
            <p:cNvSpPr/>
            <p:nvPr/>
          </p:nvSpPr>
          <p:spPr>
            <a:xfrm>
              <a:off x="9661832" y="2880089"/>
              <a:ext cx="258471" cy="1091027"/>
            </a:xfrm>
            <a:custGeom>
              <a:avLst/>
              <a:gdLst/>
              <a:ahLst/>
              <a:cxnLst/>
              <a:rect l="l" t="t" r="r" b="b"/>
              <a:pathLst>
                <a:path w="3433" h="14491" extrusionOk="0">
                  <a:moveTo>
                    <a:pt x="22" y="0"/>
                  </a:moveTo>
                  <a:cubicBezTo>
                    <a:pt x="12" y="0"/>
                    <a:pt x="0" y="13"/>
                    <a:pt x="7" y="25"/>
                  </a:cubicBezTo>
                  <a:cubicBezTo>
                    <a:pt x="560" y="1140"/>
                    <a:pt x="1140" y="2256"/>
                    <a:pt x="1702" y="3371"/>
                  </a:cubicBezTo>
                  <a:cubicBezTo>
                    <a:pt x="2094" y="4147"/>
                    <a:pt x="2362" y="4923"/>
                    <a:pt x="2549" y="5770"/>
                  </a:cubicBezTo>
                  <a:cubicBezTo>
                    <a:pt x="2942" y="7590"/>
                    <a:pt x="3076" y="9473"/>
                    <a:pt x="3147" y="11337"/>
                  </a:cubicBezTo>
                  <a:cubicBezTo>
                    <a:pt x="3192" y="12372"/>
                    <a:pt x="3165" y="13416"/>
                    <a:pt x="3192" y="14451"/>
                  </a:cubicBezTo>
                  <a:cubicBezTo>
                    <a:pt x="3196" y="14477"/>
                    <a:pt x="3216" y="14491"/>
                    <a:pt x="3236" y="14491"/>
                  </a:cubicBezTo>
                  <a:cubicBezTo>
                    <a:pt x="3256" y="14491"/>
                    <a:pt x="3276" y="14477"/>
                    <a:pt x="3281" y="14451"/>
                  </a:cubicBezTo>
                  <a:cubicBezTo>
                    <a:pt x="3432" y="12550"/>
                    <a:pt x="3290" y="10570"/>
                    <a:pt x="3093" y="8679"/>
                  </a:cubicBezTo>
                  <a:cubicBezTo>
                    <a:pt x="2933" y="7073"/>
                    <a:pt x="2745" y="5369"/>
                    <a:pt x="2059" y="3897"/>
                  </a:cubicBezTo>
                  <a:cubicBezTo>
                    <a:pt x="1443" y="2577"/>
                    <a:pt x="711" y="1301"/>
                    <a:pt x="33" y="8"/>
                  </a:cubicBezTo>
                  <a:cubicBezTo>
                    <a:pt x="31" y="2"/>
                    <a:pt x="27" y="0"/>
                    <a:pt x="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18"/>
            <p:cNvSpPr/>
            <p:nvPr/>
          </p:nvSpPr>
          <p:spPr>
            <a:xfrm>
              <a:off x="9913523" y="3107311"/>
              <a:ext cx="282187" cy="776165"/>
            </a:xfrm>
            <a:custGeom>
              <a:avLst/>
              <a:gdLst/>
              <a:ahLst/>
              <a:cxnLst/>
              <a:rect l="l" t="t" r="r" b="b"/>
              <a:pathLst>
                <a:path w="3748" h="10309" extrusionOk="0">
                  <a:moveTo>
                    <a:pt x="3586" y="0"/>
                  </a:moveTo>
                  <a:cubicBezTo>
                    <a:pt x="2808" y="0"/>
                    <a:pt x="2155" y="587"/>
                    <a:pt x="1713" y="1182"/>
                  </a:cubicBezTo>
                  <a:cubicBezTo>
                    <a:pt x="1178" y="1896"/>
                    <a:pt x="883" y="2761"/>
                    <a:pt x="678" y="3618"/>
                  </a:cubicBezTo>
                  <a:cubicBezTo>
                    <a:pt x="188" y="5759"/>
                    <a:pt x="0" y="8096"/>
                    <a:pt x="205" y="10282"/>
                  </a:cubicBezTo>
                  <a:cubicBezTo>
                    <a:pt x="205" y="10300"/>
                    <a:pt x="219" y="10309"/>
                    <a:pt x="232" y="10309"/>
                  </a:cubicBezTo>
                  <a:cubicBezTo>
                    <a:pt x="246" y="10309"/>
                    <a:pt x="259" y="10300"/>
                    <a:pt x="259" y="10282"/>
                  </a:cubicBezTo>
                  <a:cubicBezTo>
                    <a:pt x="259" y="8212"/>
                    <a:pt x="304" y="6151"/>
                    <a:pt x="696" y="4108"/>
                  </a:cubicBezTo>
                  <a:cubicBezTo>
                    <a:pt x="857" y="3288"/>
                    <a:pt x="1080" y="2476"/>
                    <a:pt x="1490" y="1744"/>
                  </a:cubicBezTo>
                  <a:cubicBezTo>
                    <a:pt x="1919" y="957"/>
                    <a:pt x="2674" y="75"/>
                    <a:pt x="3645" y="75"/>
                  </a:cubicBezTo>
                  <a:cubicBezTo>
                    <a:pt x="3664" y="75"/>
                    <a:pt x="3683" y="75"/>
                    <a:pt x="3702" y="76"/>
                  </a:cubicBezTo>
                  <a:cubicBezTo>
                    <a:pt x="3747" y="76"/>
                    <a:pt x="3747" y="14"/>
                    <a:pt x="3702" y="5"/>
                  </a:cubicBezTo>
                  <a:cubicBezTo>
                    <a:pt x="3663" y="2"/>
                    <a:pt x="3624" y="0"/>
                    <a:pt x="35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18"/>
            <p:cNvSpPr/>
            <p:nvPr/>
          </p:nvSpPr>
          <p:spPr>
            <a:xfrm>
              <a:off x="9958471" y="3465386"/>
              <a:ext cx="343774" cy="538851"/>
            </a:xfrm>
            <a:custGeom>
              <a:avLst/>
              <a:gdLst/>
              <a:ahLst/>
              <a:cxnLst/>
              <a:rect l="l" t="t" r="r" b="b"/>
              <a:pathLst>
                <a:path w="4566" h="7157" extrusionOk="0">
                  <a:moveTo>
                    <a:pt x="3897" y="0"/>
                  </a:moveTo>
                  <a:cubicBezTo>
                    <a:pt x="2655" y="0"/>
                    <a:pt x="1551" y="869"/>
                    <a:pt x="947" y="1948"/>
                  </a:cubicBezTo>
                  <a:cubicBezTo>
                    <a:pt x="81" y="3492"/>
                    <a:pt x="1" y="5410"/>
                    <a:pt x="117" y="7123"/>
                  </a:cubicBezTo>
                  <a:cubicBezTo>
                    <a:pt x="121" y="7145"/>
                    <a:pt x="139" y="7156"/>
                    <a:pt x="156" y="7156"/>
                  </a:cubicBezTo>
                  <a:cubicBezTo>
                    <a:pt x="173" y="7156"/>
                    <a:pt x="188" y="7145"/>
                    <a:pt x="188" y="7123"/>
                  </a:cubicBezTo>
                  <a:cubicBezTo>
                    <a:pt x="269" y="5499"/>
                    <a:pt x="179" y="3858"/>
                    <a:pt x="884" y="2341"/>
                  </a:cubicBezTo>
                  <a:cubicBezTo>
                    <a:pt x="1453" y="1116"/>
                    <a:pt x="2596" y="94"/>
                    <a:pt x="3960" y="94"/>
                  </a:cubicBezTo>
                  <a:cubicBezTo>
                    <a:pt x="4136" y="94"/>
                    <a:pt x="4315" y="111"/>
                    <a:pt x="4497" y="146"/>
                  </a:cubicBezTo>
                  <a:cubicBezTo>
                    <a:pt x="4500" y="147"/>
                    <a:pt x="4503" y="147"/>
                    <a:pt x="4506" y="147"/>
                  </a:cubicBezTo>
                  <a:cubicBezTo>
                    <a:pt x="4553" y="147"/>
                    <a:pt x="4566" y="83"/>
                    <a:pt x="4524" y="75"/>
                  </a:cubicBezTo>
                  <a:cubicBezTo>
                    <a:pt x="4312" y="24"/>
                    <a:pt x="4102" y="0"/>
                    <a:pt x="38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18"/>
            <p:cNvSpPr/>
            <p:nvPr/>
          </p:nvSpPr>
          <p:spPr>
            <a:xfrm>
              <a:off x="9303607" y="3268806"/>
              <a:ext cx="535387" cy="396402"/>
            </a:xfrm>
            <a:custGeom>
              <a:avLst/>
              <a:gdLst/>
              <a:ahLst/>
              <a:cxnLst/>
              <a:rect l="l" t="t" r="r" b="b"/>
              <a:pathLst>
                <a:path w="7111" h="5265" extrusionOk="0">
                  <a:moveTo>
                    <a:pt x="2729" y="0"/>
                  </a:moveTo>
                  <a:cubicBezTo>
                    <a:pt x="2486" y="0"/>
                    <a:pt x="2239" y="29"/>
                    <a:pt x="1990" y="90"/>
                  </a:cubicBezTo>
                  <a:cubicBezTo>
                    <a:pt x="1303" y="260"/>
                    <a:pt x="652" y="554"/>
                    <a:pt x="1" y="857"/>
                  </a:cubicBezTo>
                  <a:cubicBezTo>
                    <a:pt x="622" y="727"/>
                    <a:pt x="1074" y="656"/>
                    <a:pt x="1467" y="656"/>
                  </a:cubicBezTo>
                  <a:cubicBezTo>
                    <a:pt x="2017" y="656"/>
                    <a:pt x="2451" y="795"/>
                    <a:pt x="3070" y="1107"/>
                  </a:cubicBezTo>
                  <a:cubicBezTo>
                    <a:pt x="4113" y="1633"/>
                    <a:pt x="4693" y="2963"/>
                    <a:pt x="5371" y="3962"/>
                  </a:cubicBezTo>
                  <a:cubicBezTo>
                    <a:pt x="5529" y="4202"/>
                    <a:pt x="6372" y="5265"/>
                    <a:pt x="6794" y="5265"/>
                  </a:cubicBezTo>
                  <a:cubicBezTo>
                    <a:pt x="6921" y="5265"/>
                    <a:pt x="7010" y="5169"/>
                    <a:pt x="7031" y="4925"/>
                  </a:cubicBezTo>
                  <a:cubicBezTo>
                    <a:pt x="7111" y="3962"/>
                    <a:pt x="6852" y="2802"/>
                    <a:pt x="6272" y="2062"/>
                  </a:cubicBezTo>
                  <a:cubicBezTo>
                    <a:pt x="5377" y="931"/>
                    <a:pt x="4113" y="0"/>
                    <a:pt x="2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18"/>
            <p:cNvSpPr/>
            <p:nvPr/>
          </p:nvSpPr>
          <p:spPr>
            <a:xfrm>
              <a:off x="9409765" y="3278519"/>
              <a:ext cx="476661" cy="671361"/>
            </a:xfrm>
            <a:custGeom>
              <a:avLst/>
              <a:gdLst/>
              <a:ahLst/>
              <a:cxnLst/>
              <a:rect l="l" t="t" r="r" b="b"/>
              <a:pathLst>
                <a:path w="6331" h="8917" extrusionOk="0">
                  <a:moveTo>
                    <a:pt x="1130" y="0"/>
                  </a:moveTo>
                  <a:cubicBezTo>
                    <a:pt x="757" y="0"/>
                    <a:pt x="383" y="47"/>
                    <a:pt x="18" y="122"/>
                  </a:cubicBezTo>
                  <a:cubicBezTo>
                    <a:pt x="0" y="122"/>
                    <a:pt x="9" y="139"/>
                    <a:pt x="18" y="139"/>
                  </a:cubicBezTo>
                  <a:cubicBezTo>
                    <a:pt x="324" y="87"/>
                    <a:pt x="638" y="57"/>
                    <a:pt x="951" y="57"/>
                  </a:cubicBezTo>
                  <a:cubicBezTo>
                    <a:pt x="1653" y="57"/>
                    <a:pt x="2349" y="209"/>
                    <a:pt x="2935" y="603"/>
                  </a:cubicBezTo>
                  <a:cubicBezTo>
                    <a:pt x="3703" y="1121"/>
                    <a:pt x="4193" y="2013"/>
                    <a:pt x="4604" y="2816"/>
                  </a:cubicBezTo>
                  <a:cubicBezTo>
                    <a:pt x="5023" y="3645"/>
                    <a:pt x="5371" y="4511"/>
                    <a:pt x="5603" y="5412"/>
                  </a:cubicBezTo>
                  <a:cubicBezTo>
                    <a:pt x="5915" y="6554"/>
                    <a:pt x="6022" y="7731"/>
                    <a:pt x="6245" y="8891"/>
                  </a:cubicBezTo>
                  <a:cubicBezTo>
                    <a:pt x="6249" y="8909"/>
                    <a:pt x="6264" y="8917"/>
                    <a:pt x="6280" y="8917"/>
                  </a:cubicBezTo>
                  <a:cubicBezTo>
                    <a:pt x="6304" y="8917"/>
                    <a:pt x="6331" y="8900"/>
                    <a:pt x="6325" y="8873"/>
                  </a:cubicBezTo>
                  <a:cubicBezTo>
                    <a:pt x="6165" y="6625"/>
                    <a:pt x="5612" y="4377"/>
                    <a:pt x="4514" y="2405"/>
                  </a:cubicBezTo>
                  <a:cubicBezTo>
                    <a:pt x="4086" y="1620"/>
                    <a:pt x="3560" y="800"/>
                    <a:pt x="2748" y="371"/>
                  </a:cubicBezTo>
                  <a:cubicBezTo>
                    <a:pt x="2240" y="104"/>
                    <a:pt x="1687" y="0"/>
                    <a:pt x="11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18"/>
            <p:cNvSpPr/>
            <p:nvPr/>
          </p:nvSpPr>
          <p:spPr>
            <a:xfrm>
              <a:off x="9693228" y="3855835"/>
              <a:ext cx="437284" cy="398359"/>
            </a:xfrm>
            <a:custGeom>
              <a:avLst/>
              <a:gdLst/>
              <a:ahLst/>
              <a:cxnLst/>
              <a:rect l="l" t="t" r="r" b="b"/>
              <a:pathLst>
                <a:path w="5808" h="5291" extrusionOk="0">
                  <a:moveTo>
                    <a:pt x="0" y="1"/>
                  </a:moveTo>
                  <a:lnTo>
                    <a:pt x="803" y="5291"/>
                  </a:lnTo>
                  <a:lnTo>
                    <a:pt x="5005" y="5291"/>
                  </a:lnTo>
                  <a:lnTo>
                    <a:pt x="580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18"/>
            <p:cNvSpPr/>
            <p:nvPr/>
          </p:nvSpPr>
          <p:spPr>
            <a:xfrm>
              <a:off x="9706629" y="3945204"/>
              <a:ext cx="410481" cy="22888"/>
            </a:xfrm>
            <a:custGeom>
              <a:avLst/>
              <a:gdLst/>
              <a:ahLst/>
              <a:cxnLst/>
              <a:rect l="l" t="t" r="r" b="b"/>
              <a:pathLst>
                <a:path w="5452" h="304" extrusionOk="0">
                  <a:moveTo>
                    <a:pt x="1" y="0"/>
                  </a:moveTo>
                  <a:lnTo>
                    <a:pt x="45" y="304"/>
                  </a:lnTo>
                  <a:lnTo>
                    <a:pt x="5407" y="304"/>
                  </a:lnTo>
                  <a:lnTo>
                    <a:pt x="545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18"/>
            <p:cNvSpPr/>
            <p:nvPr/>
          </p:nvSpPr>
          <p:spPr>
            <a:xfrm>
              <a:off x="9672373" y="3955970"/>
              <a:ext cx="107514" cy="658938"/>
            </a:xfrm>
            <a:custGeom>
              <a:avLst/>
              <a:gdLst/>
              <a:ahLst/>
              <a:cxnLst/>
              <a:rect l="l" t="t" r="r" b="b"/>
              <a:pathLst>
                <a:path w="1428" h="8752" extrusionOk="0">
                  <a:moveTo>
                    <a:pt x="1276" y="0"/>
                  </a:moveTo>
                  <a:lnTo>
                    <a:pt x="1" y="8734"/>
                  </a:lnTo>
                  <a:lnTo>
                    <a:pt x="152" y="8752"/>
                  </a:lnTo>
                  <a:lnTo>
                    <a:pt x="1428" y="18"/>
                  </a:lnTo>
                  <a:lnTo>
                    <a:pt x="12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18"/>
            <p:cNvSpPr/>
            <p:nvPr/>
          </p:nvSpPr>
          <p:spPr>
            <a:xfrm>
              <a:off x="10041816" y="3955970"/>
              <a:ext cx="107514" cy="658938"/>
            </a:xfrm>
            <a:custGeom>
              <a:avLst/>
              <a:gdLst/>
              <a:ahLst/>
              <a:cxnLst/>
              <a:rect l="l" t="t" r="r" b="b"/>
              <a:pathLst>
                <a:path w="1428" h="8752" extrusionOk="0">
                  <a:moveTo>
                    <a:pt x="152" y="0"/>
                  </a:moveTo>
                  <a:lnTo>
                    <a:pt x="0" y="18"/>
                  </a:lnTo>
                  <a:lnTo>
                    <a:pt x="1276" y="8752"/>
                  </a:lnTo>
                  <a:lnTo>
                    <a:pt x="1427" y="8734"/>
                  </a:lnTo>
                  <a:lnTo>
                    <a:pt x="1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18"/>
            <p:cNvSpPr/>
            <p:nvPr/>
          </p:nvSpPr>
          <p:spPr>
            <a:xfrm>
              <a:off x="9905467" y="3956572"/>
              <a:ext cx="10766" cy="657658"/>
            </a:xfrm>
            <a:custGeom>
              <a:avLst/>
              <a:gdLst/>
              <a:ahLst/>
              <a:cxnLst/>
              <a:rect l="l" t="t" r="r" b="b"/>
              <a:pathLst>
                <a:path w="143" h="8735" extrusionOk="0">
                  <a:moveTo>
                    <a:pt x="0" y="1"/>
                  </a:moveTo>
                  <a:lnTo>
                    <a:pt x="0" y="8735"/>
                  </a:lnTo>
                  <a:lnTo>
                    <a:pt x="143" y="8735"/>
                  </a:lnTo>
                  <a:lnTo>
                    <a:pt x="1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18"/>
            <p:cNvSpPr/>
            <p:nvPr/>
          </p:nvSpPr>
          <p:spPr>
            <a:xfrm>
              <a:off x="9231782" y="3266096"/>
              <a:ext cx="446018" cy="245596"/>
            </a:xfrm>
            <a:custGeom>
              <a:avLst/>
              <a:gdLst/>
              <a:ahLst/>
              <a:cxnLst/>
              <a:rect l="l" t="t" r="r" b="b"/>
              <a:pathLst>
                <a:path w="5924" h="3262" extrusionOk="0">
                  <a:moveTo>
                    <a:pt x="3726" y="0"/>
                  </a:moveTo>
                  <a:cubicBezTo>
                    <a:pt x="3605" y="0"/>
                    <a:pt x="3484" y="6"/>
                    <a:pt x="3364" y="19"/>
                  </a:cubicBezTo>
                  <a:cubicBezTo>
                    <a:pt x="2543" y="90"/>
                    <a:pt x="1669" y="367"/>
                    <a:pt x="982" y="858"/>
                  </a:cubicBezTo>
                  <a:cubicBezTo>
                    <a:pt x="348" y="1313"/>
                    <a:pt x="0" y="1946"/>
                    <a:pt x="545" y="2758"/>
                  </a:cubicBezTo>
                  <a:cubicBezTo>
                    <a:pt x="781" y="3107"/>
                    <a:pt x="1185" y="3262"/>
                    <a:pt x="1606" y="3262"/>
                  </a:cubicBezTo>
                  <a:cubicBezTo>
                    <a:pt x="1884" y="3262"/>
                    <a:pt x="2169" y="3194"/>
                    <a:pt x="2418" y="3070"/>
                  </a:cubicBezTo>
                  <a:cubicBezTo>
                    <a:pt x="3033" y="2758"/>
                    <a:pt x="3480" y="2178"/>
                    <a:pt x="3961" y="1660"/>
                  </a:cubicBezTo>
                  <a:cubicBezTo>
                    <a:pt x="4434" y="1143"/>
                    <a:pt x="5924" y="822"/>
                    <a:pt x="5924" y="822"/>
                  </a:cubicBezTo>
                  <a:cubicBezTo>
                    <a:pt x="5924" y="822"/>
                    <a:pt x="5585" y="465"/>
                    <a:pt x="5201" y="304"/>
                  </a:cubicBezTo>
                  <a:cubicBezTo>
                    <a:pt x="5014" y="233"/>
                    <a:pt x="4818" y="162"/>
                    <a:pt x="4621" y="108"/>
                  </a:cubicBezTo>
                  <a:cubicBezTo>
                    <a:pt x="4329" y="38"/>
                    <a:pt x="4027" y="0"/>
                    <a:pt x="37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18"/>
            <p:cNvSpPr/>
            <p:nvPr/>
          </p:nvSpPr>
          <p:spPr>
            <a:xfrm>
              <a:off x="9332292" y="3272872"/>
              <a:ext cx="249511" cy="134995"/>
            </a:xfrm>
            <a:custGeom>
              <a:avLst/>
              <a:gdLst/>
              <a:ahLst/>
              <a:cxnLst/>
              <a:rect l="l" t="t" r="r" b="b"/>
              <a:pathLst>
                <a:path w="3314" h="1793" extrusionOk="0">
                  <a:moveTo>
                    <a:pt x="3286" y="0"/>
                  </a:moveTo>
                  <a:cubicBezTo>
                    <a:pt x="2136" y="36"/>
                    <a:pt x="548" y="634"/>
                    <a:pt x="12" y="1749"/>
                  </a:cubicBezTo>
                  <a:cubicBezTo>
                    <a:pt x="1" y="1773"/>
                    <a:pt x="16" y="1793"/>
                    <a:pt x="34" y="1793"/>
                  </a:cubicBezTo>
                  <a:cubicBezTo>
                    <a:pt x="42" y="1793"/>
                    <a:pt x="51" y="1788"/>
                    <a:pt x="57" y="1776"/>
                  </a:cubicBezTo>
                  <a:cubicBezTo>
                    <a:pt x="815" y="652"/>
                    <a:pt x="2020" y="277"/>
                    <a:pt x="3295" y="36"/>
                  </a:cubicBezTo>
                  <a:cubicBezTo>
                    <a:pt x="3313" y="36"/>
                    <a:pt x="3313" y="0"/>
                    <a:pt x="32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4" name="Google Shape;864;p20"/>
          <p:cNvGrpSpPr/>
          <p:nvPr/>
        </p:nvGrpSpPr>
        <p:grpSpPr>
          <a:xfrm>
            <a:off x="8429390" y="539489"/>
            <a:ext cx="1214562" cy="572683"/>
            <a:chOff x="8429651" y="1681943"/>
            <a:chExt cx="955370" cy="450470"/>
          </a:xfrm>
        </p:grpSpPr>
        <p:sp>
          <p:nvSpPr>
            <p:cNvPr id="865" name="Google Shape;865;p20"/>
            <p:cNvSpPr/>
            <p:nvPr/>
          </p:nvSpPr>
          <p:spPr>
            <a:xfrm>
              <a:off x="9223525" y="1681943"/>
              <a:ext cx="80632" cy="424115"/>
            </a:xfrm>
            <a:custGeom>
              <a:avLst/>
              <a:gdLst/>
              <a:ahLst/>
              <a:cxnLst/>
              <a:rect l="l" t="t" r="r" b="b"/>
              <a:pathLst>
                <a:path w="1089" h="5728" extrusionOk="0">
                  <a:moveTo>
                    <a:pt x="0" y="1"/>
                  </a:moveTo>
                  <a:lnTo>
                    <a:pt x="0" y="5728"/>
                  </a:lnTo>
                  <a:lnTo>
                    <a:pt x="1088" y="5728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rgbClr val="FCFC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20"/>
            <p:cNvSpPr/>
            <p:nvPr/>
          </p:nvSpPr>
          <p:spPr>
            <a:xfrm>
              <a:off x="9223525" y="1729848"/>
              <a:ext cx="80632" cy="28951"/>
            </a:xfrm>
            <a:custGeom>
              <a:avLst/>
              <a:gdLst/>
              <a:ahLst/>
              <a:cxnLst/>
              <a:rect l="l" t="t" r="r" b="b"/>
              <a:pathLst>
                <a:path w="1089" h="391" extrusionOk="0">
                  <a:moveTo>
                    <a:pt x="0" y="1"/>
                  </a:moveTo>
                  <a:lnTo>
                    <a:pt x="0" y="390"/>
                  </a:lnTo>
                  <a:lnTo>
                    <a:pt x="1088" y="390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20"/>
            <p:cNvSpPr/>
            <p:nvPr/>
          </p:nvSpPr>
          <p:spPr>
            <a:xfrm>
              <a:off x="9223525" y="2038158"/>
              <a:ext cx="80632" cy="28877"/>
            </a:xfrm>
            <a:custGeom>
              <a:avLst/>
              <a:gdLst/>
              <a:ahLst/>
              <a:cxnLst/>
              <a:rect l="l" t="t" r="r" b="b"/>
              <a:pathLst>
                <a:path w="1089" h="390" extrusionOk="0">
                  <a:moveTo>
                    <a:pt x="0" y="0"/>
                  </a:moveTo>
                  <a:lnTo>
                    <a:pt x="0" y="390"/>
                  </a:lnTo>
                  <a:lnTo>
                    <a:pt x="1088" y="390"/>
                  </a:lnTo>
                  <a:lnTo>
                    <a:pt x="108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20"/>
            <p:cNvSpPr/>
            <p:nvPr/>
          </p:nvSpPr>
          <p:spPr>
            <a:xfrm>
              <a:off x="9142968" y="1681943"/>
              <a:ext cx="80632" cy="424115"/>
            </a:xfrm>
            <a:custGeom>
              <a:avLst/>
              <a:gdLst/>
              <a:ahLst/>
              <a:cxnLst/>
              <a:rect l="l" t="t" r="r" b="b"/>
              <a:pathLst>
                <a:path w="1089" h="5728" extrusionOk="0">
                  <a:moveTo>
                    <a:pt x="0" y="1"/>
                  </a:moveTo>
                  <a:lnTo>
                    <a:pt x="0" y="5728"/>
                  </a:lnTo>
                  <a:lnTo>
                    <a:pt x="1088" y="5728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20"/>
            <p:cNvSpPr/>
            <p:nvPr/>
          </p:nvSpPr>
          <p:spPr>
            <a:xfrm>
              <a:off x="9142968" y="1729848"/>
              <a:ext cx="80632" cy="28951"/>
            </a:xfrm>
            <a:custGeom>
              <a:avLst/>
              <a:gdLst/>
              <a:ahLst/>
              <a:cxnLst/>
              <a:rect l="l" t="t" r="r" b="b"/>
              <a:pathLst>
                <a:path w="1089" h="391" extrusionOk="0">
                  <a:moveTo>
                    <a:pt x="0" y="1"/>
                  </a:moveTo>
                  <a:lnTo>
                    <a:pt x="0" y="390"/>
                  </a:lnTo>
                  <a:lnTo>
                    <a:pt x="1088" y="390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20"/>
            <p:cNvSpPr/>
            <p:nvPr/>
          </p:nvSpPr>
          <p:spPr>
            <a:xfrm>
              <a:off x="9142968" y="2038158"/>
              <a:ext cx="80632" cy="28877"/>
            </a:xfrm>
            <a:custGeom>
              <a:avLst/>
              <a:gdLst/>
              <a:ahLst/>
              <a:cxnLst/>
              <a:rect l="l" t="t" r="r" b="b"/>
              <a:pathLst>
                <a:path w="1089" h="390" extrusionOk="0">
                  <a:moveTo>
                    <a:pt x="0" y="0"/>
                  </a:moveTo>
                  <a:lnTo>
                    <a:pt x="0" y="390"/>
                  </a:lnTo>
                  <a:lnTo>
                    <a:pt x="1088" y="390"/>
                  </a:lnTo>
                  <a:lnTo>
                    <a:pt x="108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20"/>
            <p:cNvSpPr/>
            <p:nvPr/>
          </p:nvSpPr>
          <p:spPr>
            <a:xfrm>
              <a:off x="9062411" y="1681943"/>
              <a:ext cx="80632" cy="424115"/>
            </a:xfrm>
            <a:custGeom>
              <a:avLst/>
              <a:gdLst/>
              <a:ahLst/>
              <a:cxnLst/>
              <a:rect l="l" t="t" r="r" b="b"/>
              <a:pathLst>
                <a:path w="1089" h="5728" extrusionOk="0">
                  <a:moveTo>
                    <a:pt x="0" y="1"/>
                  </a:moveTo>
                  <a:lnTo>
                    <a:pt x="0" y="5728"/>
                  </a:lnTo>
                  <a:lnTo>
                    <a:pt x="1088" y="5728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20"/>
            <p:cNvSpPr/>
            <p:nvPr/>
          </p:nvSpPr>
          <p:spPr>
            <a:xfrm>
              <a:off x="9062411" y="1729848"/>
              <a:ext cx="80632" cy="28951"/>
            </a:xfrm>
            <a:custGeom>
              <a:avLst/>
              <a:gdLst/>
              <a:ahLst/>
              <a:cxnLst/>
              <a:rect l="l" t="t" r="r" b="b"/>
              <a:pathLst>
                <a:path w="1089" h="391" extrusionOk="0">
                  <a:moveTo>
                    <a:pt x="0" y="1"/>
                  </a:moveTo>
                  <a:lnTo>
                    <a:pt x="0" y="390"/>
                  </a:lnTo>
                  <a:lnTo>
                    <a:pt x="1088" y="390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20"/>
            <p:cNvSpPr/>
            <p:nvPr/>
          </p:nvSpPr>
          <p:spPr>
            <a:xfrm>
              <a:off x="9062411" y="2038158"/>
              <a:ext cx="80632" cy="28877"/>
            </a:xfrm>
            <a:custGeom>
              <a:avLst/>
              <a:gdLst/>
              <a:ahLst/>
              <a:cxnLst/>
              <a:rect l="l" t="t" r="r" b="b"/>
              <a:pathLst>
                <a:path w="1089" h="390" extrusionOk="0">
                  <a:moveTo>
                    <a:pt x="0" y="0"/>
                  </a:moveTo>
                  <a:lnTo>
                    <a:pt x="0" y="390"/>
                  </a:lnTo>
                  <a:lnTo>
                    <a:pt x="1088" y="390"/>
                  </a:lnTo>
                  <a:lnTo>
                    <a:pt x="108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20"/>
            <p:cNvSpPr/>
            <p:nvPr/>
          </p:nvSpPr>
          <p:spPr>
            <a:xfrm>
              <a:off x="8779127" y="1700380"/>
              <a:ext cx="283361" cy="407604"/>
            </a:xfrm>
            <a:custGeom>
              <a:avLst/>
              <a:gdLst/>
              <a:ahLst/>
              <a:cxnLst/>
              <a:rect l="l" t="t" r="r" b="b"/>
              <a:pathLst>
                <a:path w="3827" h="5505" extrusionOk="0">
                  <a:moveTo>
                    <a:pt x="2884" y="0"/>
                  </a:moveTo>
                  <a:lnTo>
                    <a:pt x="1" y="4956"/>
                  </a:lnTo>
                  <a:lnTo>
                    <a:pt x="943" y="5505"/>
                  </a:lnTo>
                  <a:lnTo>
                    <a:pt x="3826" y="549"/>
                  </a:lnTo>
                  <a:lnTo>
                    <a:pt x="288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20"/>
            <p:cNvSpPr/>
            <p:nvPr/>
          </p:nvSpPr>
          <p:spPr>
            <a:xfrm>
              <a:off x="8953940" y="1741917"/>
              <a:ext cx="84408" cy="65750"/>
            </a:xfrm>
            <a:custGeom>
              <a:avLst/>
              <a:gdLst/>
              <a:ahLst/>
              <a:cxnLst/>
              <a:rect l="l" t="t" r="r" b="b"/>
              <a:pathLst>
                <a:path w="1140" h="888" extrusionOk="0">
                  <a:moveTo>
                    <a:pt x="197" y="0"/>
                  </a:moveTo>
                  <a:lnTo>
                    <a:pt x="0" y="339"/>
                  </a:lnTo>
                  <a:lnTo>
                    <a:pt x="942" y="887"/>
                  </a:lnTo>
                  <a:lnTo>
                    <a:pt x="1139" y="549"/>
                  </a:lnTo>
                  <a:lnTo>
                    <a:pt x="1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20"/>
            <p:cNvSpPr/>
            <p:nvPr/>
          </p:nvSpPr>
          <p:spPr>
            <a:xfrm>
              <a:off x="8798822" y="2008319"/>
              <a:ext cx="84408" cy="65750"/>
            </a:xfrm>
            <a:custGeom>
              <a:avLst/>
              <a:gdLst/>
              <a:ahLst/>
              <a:cxnLst/>
              <a:rect l="l" t="t" r="r" b="b"/>
              <a:pathLst>
                <a:path w="1140" h="888" extrusionOk="0">
                  <a:moveTo>
                    <a:pt x="197" y="1"/>
                  </a:moveTo>
                  <a:lnTo>
                    <a:pt x="0" y="339"/>
                  </a:lnTo>
                  <a:lnTo>
                    <a:pt x="943" y="887"/>
                  </a:lnTo>
                  <a:lnTo>
                    <a:pt x="1140" y="549"/>
                  </a:lnTo>
                  <a:lnTo>
                    <a:pt x="19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20"/>
            <p:cNvSpPr/>
            <p:nvPr/>
          </p:nvSpPr>
          <p:spPr>
            <a:xfrm>
              <a:off x="8429651" y="2105980"/>
              <a:ext cx="955370" cy="26433"/>
            </a:xfrm>
            <a:custGeom>
              <a:avLst/>
              <a:gdLst/>
              <a:ahLst/>
              <a:cxnLst/>
              <a:rect l="l" t="t" r="r" b="b"/>
              <a:pathLst>
                <a:path w="12903" h="357" extrusionOk="0">
                  <a:moveTo>
                    <a:pt x="0" y="1"/>
                  </a:moveTo>
                  <a:lnTo>
                    <a:pt x="0" y="356"/>
                  </a:lnTo>
                  <a:lnTo>
                    <a:pt x="12902" y="356"/>
                  </a:lnTo>
                  <a:lnTo>
                    <a:pt x="129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20"/>
            <p:cNvSpPr/>
            <p:nvPr/>
          </p:nvSpPr>
          <p:spPr>
            <a:xfrm>
              <a:off x="8455936" y="1934426"/>
              <a:ext cx="267812" cy="171631"/>
            </a:xfrm>
            <a:custGeom>
              <a:avLst/>
              <a:gdLst/>
              <a:ahLst/>
              <a:cxnLst/>
              <a:rect l="l" t="t" r="r" b="b"/>
              <a:pathLst>
                <a:path w="3617" h="2318" extrusionOk="0">
                  <a:moveTo>
                    <a:pt x="1" y="0"/>
                  </a:moveTo>
                  <a:lnTo>
                    <a:pt x="1" y="2318"/>
                  </a:lnTo>
                  <a:lnTo>
                    <a:pt x="3616" y="2318"/>
                  </a:lnTo>
                  <a:lnTo>
                    <a:pt x="361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20"/>
            <p:cNvSpPr/>
            <p:nvPr/>
          </p:nvSpPr>
          <p:spPr>
            <a:xfrm>
              <a:off x="8442682" y="1934426"/>
              <a:ext cx="294689" cy="30209"/>
            </a:xfrm>
            <a:custGeom>
              <a:avLst/>
              <a:gdLst/>
              <a:ahLst/>
              <a:cxnLst/>
              <a:rect l="l" t="t" r="r" b="b"/>
              <a:pathLst>
                <a:path w="3980" h="408" extrusionOk="0">
                  <a:moveTo>
                    <a:pt x="0" y="0"/>
                  </a:moveTo>
                  <a:lnTo>
                    <a:pt x="0" y="407"/>
                  </a:lnTo>
                  <a:lnTo>
                    <a:pt x="3979" y="407"/>
                  </a:lnTo>
                  <a:lnTo>
                    <a:pt x="397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0" name="Google Shape;880;p20"/>
          <p:cNvGrpSpPr/>
          <p:nvPr/>
        </p:nvGrpSpPr>
        <p:grpSpPr>
          <a:xfrm>
            <a:off x="-1119152" y="117723"/>
            <a:ext cx="2533802" cy="1512017"/>
            <a:chOff x="5359848" y="509229"/>
            <a:chExt cx="2275733" cy="1358017"/>
          </a:xfrm>
        </p:grpSpPr>
        <p:sp>
          <p:nvSpPr>
            <p:cNvPr id="881" name="Google Shape;881;p20"/>
            <p:cNvSpPr/>
            <p:nvPr/>
          </p:nvSpPr>
          <p:spPr>
            <a:xfrm>
              <a:off x="5359848" y="509229"/>
              <a:ext cx="1928745" cy="488181"/>
            </a:xfrm>
            <a:custGeom>
              <a:avLst/>
              <a:gdLst/>
              <a:ahLst/>
              <a:cxnLst/>
              <a:rect l="l" t="t" r="r" b="b"/>
              <a:pathLst>
                <a:path w="23646" h="5985" extrusionOk="0">
                  <a:moveTo>
                    <a:pt x="1542" y="0"/>
                  </a:moveTo>
                  <a:cubicBezTo>
                    <a:pt x="690" y="0"/>
                    <a:pt x="0" y="690"/>
                    <a:pt x="0" y="1542"/>
                  </a:cubicBezTo>
                  <a:lnTo>
                    <a:pt x="0" y="4447"/>
                  </a:lnTo>
                  <a:cubicBezTo>
                    <a:pt x="0" y="5295"/>
                    <a:pt x="690" y="5984"/>
                    <a:pt x="1542" y="5984"/>
                  </a:cubicBezTo>
                  <a:lnTo>
                    <a:pt x="22108" y="5984"/>
                  </a:lnTo>
                  <a:cubicBezTo>
                    <a:pt x="22956" y="5984"/>
                    <a:pt x="23645" y="5295"/>
                    <a:pt x="23645" y="4447"/>
                  </a:cubicBezTo>
                  <a:lnTo>
                    <a:pt x="23645" y="1542"/>
                  </a:lnTo>
                  <a:cubicBezTo>
                    <a:pt x="23645" y="690"/>
                    <a:pt x="22956" y="0"/>
                    <a:pt x="2210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20"/>
            <p:cNvSpPr/>
            <p:nvPr/>
          </p:nvSpPr>
          <p:spPr>
            <a:xfrm>
              <a:off x="5359848" y="835906"/>
              <a:ext cx="1928745" cy="161504"/>
            </a:xfrm>
            <a:custGeom>
              <a:avLst/>
              <a:gdLst/>
              <a:ahLst/>
              <a:cxnLst/>
              <a:rect l="l" t="t" r="r" b="b"/>
              <a:pathLst>
                <a:path w="23646" h="1980" extrusionOk="0">
                  <a:moveTo>
                    <a:pt x="0" y="1"/>
                  </a:moveTo>
                  <a:lnTo>
                    <a:pt x="0" y="1217"/>
                  </a:lnTo>
                  <a:cubicBezTo>
                    <a:pt x="0" y="1641"/>
                    <a:pt x="343" y="1979"/>
                    <a:pt x="763" y="1979"/>
                  </a:cubicBezTo>
                  <a:lnTo>
                    <a:pt x="22883" y="1979"/>
                  </a:lnTo>
                  <a:cubicBezTo>
                    <a:pt x="23307" y="1979"/>
                    <a:pt x="23645" y="1641"/>
                    <a:pt x="23645" y="1217"/>
                  </a:cubicBezTo>
                  <a:lnTo>
                    <a:pt x="23645" y="1"/>
                  </a:lnTo>
                  <a:cubicBezTo>
                    <a:pt x="23645" y="425"/>
                    <a:pt x="23307" y="767"/>
                    <a:pt x="22883" y="767"/>
                  </a:cubicBezTo>
                  <a:lnTo>
                    <a:pt x="763" y="767"/>
                  </a:lnTo>
                  <a:cubicBezTo>
                    <a:pt x="343" y="767"/>
                    <a:pt x="0" y="425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20"/>
            <p:cNvSpPr/>
            <p:nvPr/>
          </p:nvSpPr>
          <p:spPr>
            <a:xfrm>
              <a:off x="5421350" y="822285"/>
              <a:ext cx="1805741" cy="27651"/>
            </a:xfrm>
            <a:custGeom>
              <a:avLst/>
              <a:gdLst/>
              <a:ahLst/>
              <a:cxnLst/>
              <a:rect l="l" t="t" r="r" b="b"/>
              <a:pathLst>
                <a:path w="22138" h="339" extrusionOk="0">
                  <a:moveTo>
                    <a:pt x="0" y="0"/>
                  </a:moveTo>
                  <a:lnTo>
                    <a:pt x="0" y="339"/>
                  </a:lnTo>
                  <a:lnTo>
                    <a:pt x="22138" y="339"/>
                  </a:lnTo>
                  <a:lnTo>
                    <a:pt x="221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20"/>
            <p:cNvSpPr/>
            <p:nvPr/>
          </p:nvSpPr>
          <p:spPr>
            <a:xfrm>
              <a:off x="5421350" y="760457"/>
              <a:ext cx="1805741" cy="27651"/>
            </a:xfrm>
            <a:custGeom>
              <a:avLst/>
              <a:gdLst/>
              <a:ahLst/>
              <a:cxnLst/>
              <a:rect l="l" t="t" r="r" b="b"/>
              <a:pathLst>
                <a:path w="22138" h="339" extrusionOk="0">
                  <a:moveTo>
                    <a:pt x="0" y="0"/>
                  </a:moveTo>
                  <a:lnTo>
                    <a:pt x="0" y="339"/>
                  </a:lnTo>
                  <a:lnTo>
                    <a:pt x="22138" y="339"/>
                  </a:lnTo>
                  <a:lnTo>
                    <a:pt x="221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20"/>
            <p:cNvSpPr/>
            <p:nvPr/>
          </p:nvSpPr>
          <p:spPr>
            <a:xfrm>
              <a:off x="5421350" y="698955"/>
              <a:ext cx="1805741" cy="27651"/>
            </a:xfrm>
            <a:custGeom>
              <a:avLst/>
              <a:gdLst/>
              <a:ahLst/>
              <a:cxnLst/>
              <a:rect l="l" t="t" r="r" b="b"/>
              <a:pathLst>
                <a:path w="22138" h="339" extrusionOk="0">
                  <a:moveTo>
                    <a:pt x="0" y="0"/>
                  </a:moveTo>
                  <a:lnTo>
                    <a:pt x="0" y="339"/>
                  </a:lnTo>
                  <a:lnTo>
                    <a:pt x="22138" y="339"/>
                  </a:lnTo>
                  <a:lnTo>
                    <a:pt x="221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20"/>
            <p:cNvSpPr/>
            <p:nvPr/>
          </p:nvSpPr>
          <p:spPr>
            <a:xfrm>
              <a:off x="6003417" y="571791"/>
              <a:ext cx="641936" cy="27651"/>
            </a:xfrm>
            <a:custGeom>
              <a:avLst/>
              <a:gdLst/>
              <a:ahLst/>
              <a:cxnLst/>
              <a:rect l="l" t="t" r="r" b="b"/>
              <a:pathLst>
                <a:path w="7870" h="339" extrusionOk="0">
                  <a:moveTo>
                    <a:pt x="168" y="0"/>
                  </a:moveTo>
                  <a:cubicBezTo>
                    <a:pt x="73" y="0"/>
                    <a:pt x="1" y="73"/>
                    <a:pt x="1" y="167"/>
                  </a:cubicBezTo>
                  <a:cubicBezTo>
                    <a:pt x="1" y="261"/>
                    <a:pt x="73" y="339"/>
                    <a:pt x="168" y="339"/>
                  </a:cubicBezTo>
                  <a:lnTo>
                    <a:pt x="7698" y="339"/>
                  </a:lnTo>
                  <a:cubicBezTo>
                    <a:pt x="7792" y="339"/>
                    <a:pt x="7870" y="261"/>
                    <a:pt x="7870" y="167"/>
                  </a:cubicBezTo>
                  <a:cubicBezTo>
                    <a:pt x="7870" y="73"/>
                    <a:pt x="7792" y="0"/>
                    <a:pt x="76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20"/>
            <p:cNvSpPr/>
            <p:nvPr/>
          </p:nvSpPr>
          <p:spPr>
            <a:xfrm>
              <a:off x="7162737" y="542834"/>
              <a:ext cx="47228" cy="25857"/>
            </a:xfrm>
            <a:custGeom>
              <a:avLst/>
              <a:gdLst/>
              <a:ahLst/>
              <a:cxnLst/>
              <a:rect l="l" t="t" r="r" b="b"/>
              <a:pathLst>
                <a:path w="579" h="317" extrusionOk="0">
                  <a:moveTo>
                    <a:pt x="541" y="1"/>
                  </a:moveTo>
                  <a:cubicBezTo>
                    <a:pt x="536" y="1"/>
                    <a:pt x="532" y="2"/>
                    <a:pt x="527" y="4"/>
                  </a:cubicBezTo>
                  <a:lnTo>
                    <a:pt x="26" y="252"/>
                  </a:lnTo>
                  <a:cubicBezTo>
                    <a:pt x="9" y="261"/>
                    <a:pt x="0" y="278"/>
                    <a:pt x="9" y="295"/>
                  </a:cubicBezTo>
                  <a:cubicBezTo>
                    <a:pt x="18" y="308"/>
                    <a:pt x="26" y="317"/>
                    <a:pt x="39" y="317"/>
                  </a:cubicBezTo>
                  <a:cubicBezTo>
                    <a:pt x="43" y="317"/>
                    <a:pt x="52" y="312"/>
                    <a:pt x="56" y="312"/>
                  </a:cubicBezTo>
                  <a:lnTo>
                    <a:pt x="557" y="64"/>
                  </a:lnTo>
                  <a:cubicBezTo>
                    <a:pt x="570" y="55"/>
                    <a:pt x="579" y="34"/>
                    <a:pt x="570" y="21"/>
                  </a:cubicBezTo>
                  <a:cubicBezTo>
                    <a:pt x="564" y="9"/>
                    <a:pt x="553" y="1"/>
                    <a:pt x="5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20"/>
            <p:cNvSpPr/>
            <p:nvPr/>
          </p:nvSpPr>
          <p:spPr>
            <a:xfrm>
              <a:off x="7156456" y="570730"/>
              <a:ext cx="51795" cy="27651"/>
            </a:xfrm>
            <a:custGeom>
              <a:avLst/>
              <a:gdLst/>
              <a:ahLst/>
              <a:cxnLst/>
              <a:rect l="l" t="t" r="r" b="b"/>
              <a:pathLst>
                <a:path w="635" h="339" extrusionOk="0">
                  <a:moveTo>
                    <a:pt x="601" y="0"/>
                  </a:moveTo>
                  <a:cubicBezTo>
                    <a:pt x="595" y="0"/>
                    <a:pt x="589" y="2"/>
                    <a:pt x="583" y="5"/>
                  </a:cubicBezTo>
                  <a:lnTo>
                    <a:pt x="26" y="274"/>
                  </a:lnTo>
                  <a:cubicBezTo>
                    <a:pt x="9" y="283"/>
                    <a:pt x="0" y="300"/>
                    <a:pt x="9" y="317"/>
                  </a:cubicBezTo>
                  <a:cubicBezTo>
                    <a:pt x="13" y="330"/>
                    <a:pt x="26" y="339"/>
                    <a:pt x="39" y="339"/>
                  </a:cubicBezTo>
                  <a:cubicBezTo>
                    <a:pt x="43" y="339"/>
                    <a:pt x="47" y="334"/>
                    <a:pt x="52" y="334"/>
                  </a:cubicBezTo>
                  <a:lnTo>
                    <a:pt x="613" y="65"/>
                  </a:lnTo>
                  <a:cubicBezTo>
                    <a:pt x="630" y="56"/>
                    <a:pt x="634" y="35"/>
                    <a:pt x="630" y="17"/>
                  </a:cubicBezTo>
                  <a:cubicBezTo>
                    <a:pt x="624" y="6"/>
                    <a:pt x="613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20"/>
            <p:cNvSpPr/>
            <p:nvPr/>
          </p:nvSpPr>
          <p:spPr>
            <a:xfrm>
              <a:off x="5586932" y="913885"/>
              <a:ext cx="47228" cy="25857"/>
            </a:xfrm>
            <a:custGeom>
              <a:avLst/>
              <a:gdLst/>
              <a:ahLst/>
              <a:cxnLst/>
              <a:rect l="l" t="t" r="r" b="b"/>
              <a:pathLst>
                <a:path w="579" h="317" extrusionOk="0">
                  <a:moveTo>
                    <a:pt x="538" y="1"/>
                  </a:moveTo>
                  <a:cubicBezTo>
                    <a:pt x="533" y="1"/>
                    <a:pt x="528" y="2"/>
                    <a:pt x="523" y="4"/>
                  </a:cubicBezTo>
                  <a:lnTo>
                    <a:pt x="26" y="252"/>
                  </a:lnTo>
                  <a:cubicBezTo>
                    <a:pt x="9" y="261"/>
                    <a:pt x="1" y="282"/>
                    <a:pt x="9" y="300"/>
                  </a:cubicBezTo>
                  <a:cubicBezTo>
                    <a:pt x="14" y="308"/>
                    <a:pt x="26" y="317"/>
                    <a:pt x="39" y="317"/>
                  </a:cubicBezTo>
                  <a:cubicBezTo>
                    <a:pt x="44" y="317"/>
                    <a:pt x="48" y="317"/>
                    <a:pt x="52" y="312"/>
                  </a:cubicBezTo>
                  <a:lnTo>
                    <a:pt x="553" y="64"/>
                  </a:lnTo>
                  <a:cubicBezTo>
                    <a:pt x="570" y="55"/>
                    <a:pt x="579" y="38"/>
                    <a:pt x="570" y="21"/>
                  </a:cubicBezTo>
                  <a:cubicBezTo>
                    <a:pt x="564" y="9"/>
                    <a:pt x="551" y="1"/>
                    <a:pt x="5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20"/>
            <p:cNvSpPr/>
            <p:nvPr/>
          </p:nvSpPr>
          <p:spPr>
            <a:xfrm>
              <a:off x="5580652" y="941863"/>
              <a:ext cx="51795" cy="27570"/>
            </a:xfrm>
            <a:custGeom>
              <a:avLst/>
              <a:gdLst/>
              <a:ahLst/>
              <a:cxnLst/>
              <a:rect l="l" t="t" r="r" b="b"/>
              <a:pathLst>
                <a:path w="635" h="338" extrusionOk="0">
                  <a:moveTo>
                    <a:pt x="597" y="0"/>
                  </a:moveTo>
                  <a:cubicBezTo>
                    <a:pt x="592" y="0"/>
                    <a:pt x="588" y="1"/>
                    <a:pt x="583" y="4"/>
                  </a:cubicBezTo>
                  <a:lnTo>
                    <a:pt x="22" y="274"/>
                  </a:lnTo>
                  <a:cubicBezTo>
                    <a:pt x="9" y="282"/>
                    <a:pt x="1" y="304"/>
                    <a:pt x="9" y="321"/>
                  </a:cubicBezTo>
                  <a:cubicBezTo>
                    <a:pt x="13" y="329"/>
                    <a:pt x="26" y="338"/>
                    <a:pt x="39" y="338"/>
                  </a:cubicBezTo>
                  <a:cubicBezTo>
                    <a:pt x="43" y="338"/>
                    <a:pt x="48" y="338"/>
                    <a:pt x="52" y="334"/>
                  </a:cubicBezTo>
                  <a:lnTo>
                    <a:pt x="613" y="64"/>
                  </a:lnTo>
                  <a:cubicBezTo>
                    <a:pt x="630" y="55"/>
                    <a:pt x="635" y="34"/>
                    <a:pt x="626" y="21"/>
                  </a:cubicBezTo>
                  <a:cubicBezTo>
                    <a:pt x="620" y="8"/>
                    <a:pt x="609" y="0"/>
                    <a:pt x="5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20"/>
            <p:cNvSpPr/>
            <p:nvPr/>
          </p:nvSpPr>
          <p:spPr>
            <a:xfrm>
              <a:off x="5465397" y="822285"/>
              <a:ext cx="2170185" cy="1044961"/>
            </a:xfrm>
            <a:custGeom>
              <a:avLst/>
              <a:gdLst/>
              <a:ahLst/>
              <a:cxnLst/>
              <a:rect l="l" t="t" r="r" b="b"/>
              <a:pathLst>
                <a:path w="26606" h="12811" extrusionOk="0">
                  <a:moveTo>
                    <a:pt x="681" y="0"/>
                  </a:moveTo>
                  <a:cubicBezTo>
                    <a:pt x="681" y="0"/>
                    <a:pt x="0" y="3029"/>
                    <a:pt x="3131" y="4181"/>
                  </a:cubicBezTo>
                  <a:cubicBezTo>
                    <a:pt x="6258" y="5333"/>
                    <a:pt x="8503" y="6644"/>
                    <a:pt x="8948" y="8790"/>
                  </a:cubicBezTo>
                  <a:cubicBezTo>
                    <a:pt x="9301" y="10474"/>
                    <a:pt x="12290" y="12810"/>
                    <a:pt x="16574" y="12810"/>
                  </a:cubicBezTo>
                  <a:cubicBezTo>
                    <a:pt x="17749" y="12810"/>
                    <a:pt x="19022" y="12634"/>
                    <a:pt x="20364" y="12221"/>
                  </a:cubicBezTo>
                  <a:cubicBezTo>
                    <a:pt x="26605" y="10302"/>
                    <a:pt x="25770" y="7677"/>
                    <a:pt x="23067" y="6404"/>
                  </a:cubicBezTo>
                  <a:cubicBezTo>
                    <a:pt x="20364" y="5136"/>
                    <a:pt x="21520" y="3457"/>
                    <a:pt x="21598" y="2686"/>
                  </a:cubicBezTo>
                  <a:cubicBezTo>
                    <a:pt x="21679" y="1915"/>
                    <a:pt x="21195" y="159"/>
                    <a:pt x="20480" y="0"/>
                  </a:cubicBezTo>
                  <a:close/>
                </a:path>
              </a:pathLst>
            </a:custGeom>
            <a:solidFill>
              <a:srgbClr val="FFFFFF">
                <a:alpha val="22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20"/>
            <p:cNvSpPr/>
            <p:nvPr/>
          </p:nvSpPr>
          <p:spPr>
            <a:xfrm>
              <a:off x="5421350" y="585413"/>
              <a:ext cx="58729" cy="23818"/>
            </a:xfrm>
            <a:custGeom>
              <a:avLst/>
              <a:gdLst/>
              <a:ahLst/>
              <a:cxnLst/>
              <a:rect l="l" t="t" r="r" b="b"/>
              <a:pathLst>
                <a:path w="720" h="292" extrusionOk="0">
                  <a:moveTo>
                    <a:pt x="0" y="0"/>
                  </a:moveTo>
                  <a:lnTo>
                    <a:pt x="0" y="292"/>
                  </a:lnTo>
                  <a:lnTo>
                    <a:pt x="720" y="292"/>
                  </a:lnTo>
                  <a:lnTo>
                    <a:pt x="7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20"/>
            <p:cNvSpPr/>
            <p:nvPr/>
          </p:nvSpPr>
          <p:spPr>
            <a:xfrm>
              <a:off x="5515642" y="585413"/>
              <a:ext cx="58484" cy="23818"/>
            </a:xfrm>
            <a:custGeom>
              <a:avLst/>
              <a:gdLst/>
              <a:ahLst/>
              <a:cxnLst/>
              <a:rect l="l" t="t" r="r" b="b"/>
              <a:pathLst>
                <a:path w="717" h="292" extrusionOk="0">
                  <a:moveTo>
                    <a:pt x="1" y="0"/>
                  </a:moveTo>
                  <a:lnTo>
                    <a:pt x="1" y="292"/>
                  </a:lnTo>
                  <a:lnTo>
                    <a:pt x="716" y="292"/>
                  </a:lnTo>
                  <a:lnTo>
                    <a:pt x="7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20"/>
            <p:cNvSpPr/>
            <p:nvPr/>
          </p:nvSpPr>
          <p:spPr>
            <a:xfrm>
              <a:off x="5716951" y="585413"/>
              <a:ext cx="58402" cy="23818"/>
            </a:xfrm>
            <a:custGeom>
              <a:avLst/>
              <a:gdLst/>
              <a:ahLst/>
              <a:cxnLst/>
              <a:rect l="l" t="t" r="r" b="b"/>
              <a:pathLst>
                <a:path w="716" h="292" extrusionOk="0">
                  <a:moveTo>
                    <a:pt x="0" y="0"/>
                  </a:moveTo>
                  <a:lnTo>
                    <a:pt x="0" y="292"/>
                  </a:lnTo>
                  <a:lnTo>
                    <a:pt x="716" y="292"/>
                  </a:lnTo>
                  <a:lnTo>
                    <a:pt x="7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20"/>
            <p:cNvSpPr/>
            <p:nvPr/>
          </p:nvSpPr>
          <p:spPr>
            <a:xfrm>
              <a:off x="5904557" y="816657"/>
              <a:ext cx="190134" cy="181488"/>
            </a:xfrm>
            <a:custGeom>
              <a:avLst/>
              <a:gdLst/>
              <a:ahLst/>
              <a:cxnLst/>
              <a:rect l="l" t="t" r="r" b="b"/>
              <a:pathLst>
                <a:path w="2331" h="2225" extrusionOk="0">
                  <a:moveTo>
                    <a:pt x="2031" y="0"/>
                  </a:moveTo>
                  <a:cubicBezTo>
                    <a:pt x="2028" y="0"/>
                    <a:pt x="2025" y="1"/>
                    <a:pt x="2022" y="1"/>
                  </a:cubicBezTo>
                  <a:cubicBezTo>
                    <a:pt x="1984" y="9"/>
                    <a:pt x="1962" y="44"/>
                    <a:pt x="1967" y="82"/>
                  </a:cubicBezTo>
                  <a:cubicBezTo>
                    <a:pt x="1971" y="91"/>
                    <a:pt x="2189" y="1205"/>
                    <a:pt x="1740" y="1770"/>
                  </a:cubicBezTo>
                  <a:cubicBezTo>
                    <a:pt x="1572" y="1976"/>
                    <a:pt x="1337" y="2083"/>
                    <a:pt x="1033" y="2087"/>
                  </a:cubicBezTo>
                  <a:cubicBezTo>
                    <a:pt x="998" y="2087"/>
                    <a:pt x="227" y="2070"/>
                    <a:pt x="150" y="1350"/>
                  </a:cubicBezTo>
                  <a:cubicBezTo>
                    <a:pt x="138" y="1222"/>
                    <a:pt x="185" y="1102"/>
                    <a:pt x="275" y="1025"/>
                  </a:cubicBezTo>
                  <a:cubicBezTo>
                    <a:pt x="338" y="970"/>
                    <a:pt x="413" y="943"/>
                    <a:pt x="500" y="943"/>
                  </a:cubicBezTo>
                  <a:cubicBezTo>
                    <a:pt x="591" y="943"/>
                    <a:pt x="694" y="972"/>
                    <a:pt x="810" y="1029"/>
                  </a:cubicBezTo>
                  <a:cubicBezTo>
                    <a:pt x="819" y="1034"/>
                    <a:pt x="829" y="1037"/>
                    <a:pt x="839" y="1037"/>
                  </a:cubicBezTo>
                  <a:cubicBezTo>
                    <a:pt x="863" y="1037"/>
                    <a:pt x="888" y="1023"/>
                    <a:pt x="900" y="999"/>
                  </a:cubicBezTo>
                  <a:cubicBezTo>
                    <a:pt x="917" y="969"/>
                    <a:pt x="900" y="926"/>
                    <a:pt x="870" y="909"/>
                  </a:cubicBezTo>
                  <a:cubicBezTo>
                    <a:pt x="724" y="837"/>
                    <a:pt x="602" y="810"/>
                    <a:pt x="501" y="810"/>
                  </a:cubicBezTo>
                  <a:cubicBezTo>
                    <a:pt x="360" y="810"/>
                    <a:pt x="259" y="862"/>
                    <a:pt x="189" y="922"/>
                  </a:cubicBezTo>
                  <a:cubicBezTo>
                    <a:pt x="65" y="1025"/>
                    <a:pt x="0" y="1192"/>
                    <a:pt x="18" y="1363"/>
                  </a:cubicBezTo>
                  <a:cubicBezTo>
                    <a:pt x="108" y="2203"/>
                    <a:pt x="1020" y="2224"/>
                    <a:pt x="1033" y="2224"/>
                  </a:cubicBezTo>
                  <a:cubicBezTo>
                    <a:pt x="1380" y="2215"/>
                    <a:pt x="1654" y="2091"/>
                    <a:pt x="1842" y="1851"/>
                  </a:cubicBezTo>
                  <a:cubicBezTo>
                    <a:pt x="2331" y="1243"/>
                    <a:pt x="2108" y="104"/>
                    <a:pt x="2099" y="57"/>
                  </a:cubicBezTo>
                  <a:cubicBezTo>
                    <a:pt x="2092" y="21"/>
                    <a:pt x="2062" y="0"/>
                    <a:pt x="20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20"/>
            <p:cNvSpPr/>
            <p:nvPr/>
          </p:nvSpPr>
          <p:spPr>
            <a:xfrm>
              <a:off x="6045342" y="820898"/>
              <a:ext cx="152450" cy="312811"/>
            </a:xfrm>
            <a:custGeom>
              <a:avLst/>
              <a:gdLst/>
              <a:ahLst/>
              <a:cxnLst/>
              <a:rect l="l" t="t" r="r" b="b"/>
              <a:pathLst>
                <a:path w="1869" h="3835" extrusionOk="0">
                  <a:moveTo>
                    <a:pt x="1615" y="1"/>
                  </a:moveTo>
                  <a:cubicBezTo>
                    <a:pt x="1608" y="1"/>
                    <a:pt x="1601" y="2"/>
                    <a:pt x="1594" y="5"/>
                  </a:cubicBezTo>
                  <a:cubicBezTo>
                    <a:pt x="1560" y="13"/>
                    <a:pt x="1538" y="52"/>
                    <a:pt x="1551" y="86"/>
                  </a:cubicBezTo>
                  <a:cubicBezTo>
                    <a:pt x="1551" y="95"/>
                    <a:pt x="1731" y="660"/>
                    <a:pt x="1633" y="1384"/>
                  </a:cubicBezTo>
                  <a:cubicBezTo>
                    <a:pt x="1500" y="2356"/>
                    <a:pt x="964" y="3136"/>
                    <a:pt x="39" y="3710"/>
                  </a:cubicBezTo>
                  <a:cubicBezTo>
                    <a:pt x="9" y="3727"/>
                    <a:pt x="1" y="3770"/>
                    <a:pt x="18" y="3800"/>
                  </a:cubicBezTo>
                  <a:cubicBezTo>
                    <a:pt x="31" y="3821"/>
                    <a:pt x="52" y="3834"/>
                    <a:pt x="74" y="3834"/>
                  </a:cubicBezTo>
                  <a:cubicBezTo>
                    <a:pt x="86" y="3834"/>
                    <a:pt x="99" y="3830"/>
                    <a:pt x="112" y="3821"/>
                  </a:cubicBezTo>
                  <a:cubicBezTo>
                    <a:pt x="1311" y="3080"/>
                    <a:pt x="1676" y="2095"/>
                    <a:pt x="1766" y="1397"/>
                  </a:cubicBezTo>
                  <a:cubicBezTo>
                    <a:pt x="1868" y="643"/>
                    <a:pt x="1688" y="69"/>
                    <a:pt x="1680" y="47"/>
                  </a:cubicBezTo>
                  <a:cubicBezTo>
                    <a:pt x="1670" y="20"/>
                    <a:pt x="1643" y="1"/>
                    <a:pt x="16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20"/>
            <p:cNvSpPr/>
            <p:nvPr/>
          </p:nvSpPr>
          <p:spPr>
            <a:xfrm>
              <a:off x="6188249" y="820816"/>
              <a:ext cx="116478" cy="377168"/>
            </a:xfrm>
            <a:custGeom>
              <a:avLst/>
              <a:gdLst/>
              <a:ahLst/>
              <a:cxnLst/>
              <a:rect l="l" t="t" r="r" b="b"/>
              <a:pathLst>
                <a:path w="1428" h="4624" extrusionOk="0">
                  <a:moveTo>
                    <a:pt x="1070" y="1"/>
                  </a:moveTo>
                  <a:cubicBezTo>
                    <a:pt x="1068" y="1"/>
                    <a:pt x="1065" y="1"/>
                    <a:pt x="1063" y="1"/>
                  </a:cubicBezTo>
                  <a:cubicBezTo>
                    <a:pt x="1024" y="6"/>
                    <a:pt x="999" y="36"/>
                    <a:pt x="1003" y="74"/>
                  </a:cubicBezTo>
                  <a:cubicBezTo>
                    <a:pt x="1007" y="104"/>
                    <a:pt x="1290" y="3133"/>
                    <a:pt x="26" y="4512"/>
                  </a:cubicBezTo>
                  <a:cubicBezTo>
                    <a:pt x="1" y="4538"/>
                    <a:pt x="5" y="4580"/>
                    <a:pt x="31" y="4606"/>
                  </a:cubicBezTo>
                  <a:cubicBezTo>
                    <a:pt x="43" y="4619"/>
                    <a:pt x="61" y="4623"/>
                    <a:pt x="78" y="4623"/>
                  </a:cubicBezTo>
                  <a:cubicBezTo>
                    <a:pt x="95" y="4623"/>
                    <a:pt x="112" y="4615"/>
                    <a:pt x="125" y="4602"/>
                  </a:cubicBezTo>
                  <a:cubicBezTo>
                    <a:pt x="1427" y="3180"/>
                    <a:pt x="1149" y="190"/>
                    <a:pt x="1136" y="61"/>
                  </a:cubicBezTo>
                  <a:cubicBezTo>
                    <a:pt x="1132" y="26"/>
                    <a:pt x="1102" y="1"/>
                    <a:pt x="107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20"/>
            <p:cNvSpPr/>
            <p:nvPr/>
          </p:nvSpPr>
          <p:spPr>
            <a:xfrm>
              <a:off x="6553753" y="816657"/>
              <a:ext cx="190460" cy="181488"/>
            </a:xfrm>
            <a:custGeom>
              <a:avLst/>
              <a:gdLst/>
              <a:ahLst/>
              <a:cxnLst/>
              <a:rect l="l" t="t" r="r" b="b"/>
              <a:pathLst>
                <a:path w="2335" h="2225" extrusionOk="0">
                  <a:moveTo>
                    <a:pt x="303" y="0"/>
                  </a:moveTo>
                  <a:cubicBezTo>
                    <a:pt x="269" y="0"/>
                    <a:pt x="239" y="21"/>
                    <a:pt x="232" y="57"/>
                  </a:cubicBezTo>
                  <a:cubicBezTo>
                    <a:pt x="223" y="104"/>
                    <a:pt x="0" y="1243"/>
                    <a:pt x="489" y="1851"/>
                  </a:cubicBezTo>
                  <a:cubicBezTo>
                    <a:pt x="681" y="2091"/>
                    <a:pt x="951" y="2215"/>
                    <a:pt x="1302" y="2224"/>
                  </a:cubicBezTo>
                  <a:cubicBezTo>
                    <a:pt x="1311" y="2224"/>
                    <a:pt x="2228" y="2203"/>
                    <a:pt x="2313" y="1363"/>
                  </a:cubicBezTo>
                  <a:cubicBezTo>
                    <a:pt x="2335" y="1192"/>
                    <a:pt x="2270" y="1025"/>
                    <a:pt x="2146" y="922"/>
                  </a:cubicBezTo>
                  <a:cubicBezTo>
                    <a:pt x="2077" y="862"/>
                    <a:pt x="1975" y="810"/>
                    <a:pt x="1835" y="810"/>
                  </a:cubicBezTo>
                  <a:cubicBezTo>
                    <a:pt x="1733" y="810"/>
                    <a:pt x="1611" y="837"/>
                    <a:pt x="1465" y="909"/>
                  </a:cubicBezTo>
                  <a:cubicBezTo>
                    <a:pt x="1431" y="926"/>
                    <a:pt x="1418" y="969"/>
                    <a:pt x="1435" y="999"/>
                  </a:cubicBezTo>
                  <a:cubicBezTo>
                    <a:pt x="1447" y="1023"/>
                    <a:pt x="1470" y="1037"/>
                    <a:pt x="1494" y="1037"/>
                  </a:cubicBezTo>
                  <a:cubicBezTo>
                    <a:pt x="1504" y="1037"/>
                    <a:pt x="1515" y="1034"/>
                    <a:pt x="1525" y="1029"/>
                  </a:cubicBezTo>
                  <a:cubicBezTo>
                    <a:pt x="1641" y="972"/>
                    <a:pt x="1744" y="943"/>
                    <a:pt x="1835" y="943"/>
                  </a:cubicBezTo>
                  <a:cubicBezTo>
                    <a:pt x="1922" y="943"/>
                    <a:pt x="1998" y="970"/>
                    <a:pt x="2061" y="1025"/>
                  </a:cubicBezTo>
                  <a:cubicBezTo>
                    <a:pt x="2151" y="1102"/>
                    <a:pt x="2193" y="1222"/>
                    <a:pt x="2181" y="1350"/>
                  </a:cubicBezTo>
                  <a:cubicBezTo>
                    <a:pt x="2108" y="2070"/>
                    <a:pt x="1332" y="2087"/>
                    <a:pt x="1302" y="2087"/>
                  </a:cubicBezTo>
                  <a:cubicBezTo>
                    <a:pt x="998" y="2083"/>
                    <a:pt x="758" y="1976"/>
                    <a:pt x="596" y="1770"/>
                  </a:cubicBezTo>
                  <a:cubicBezTo>
                    <a:pt x="146" y="1209"/>
                    <a:pt x="364" y="91"/>
                    <a:pt x="364" y="82"/>
                  </a:cubicBezTo>
                  <a:cubicBezTo>
                    <a:pt x="373" y="44"/>
                    <a:pt x="347" y="9"/>
                    <a:pt x="313" y="1"/>
                  </a:cubicBezTo>
                  <a:cubicBezTo>
                    <a:pt x="310" y="1"/>
                    <a:pt x="306" y="0"/>
                    <a:pt x="30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20"/>
            <p:cNvSpPr/>
            <p:nvPr/>
          </p:nvSpPr>
          <p:spPr>
            <a:xfrm>
              <a:off x="6450978" y="820898"/>
              <a:ext cx="152450" cy="312811"/>
            </a:xfrm>
            <a:custGeom>
              <a:avLst/>
              <a:gdLst/>
              <a:ahLst/>
              <a:cxnLst/>
              <a:rect l="l" t="t" r="r" b="b"/>
              <a:pathLst>
                <a:path w="1869" h="3835" extrusionOk="0">
                  <a:moveTo>
                    <a:pt x="250" y="1"/>
                  </a:moveTo>
                  <a:cubicBezTo>
                    <a:pt x="222" y="1"/>
                    <a:pt x="196" y="20"/>
                    <a:pt x="189" y="47"/>
                  </a:cubicBezTo>
                  <a:cubicBezTo>
                    <a:pt x="181" y="69"/>
                    <a:pt x="1" y="643"/>
                    <a:pt x="99" y="1397"/>
                  </a:cubicBezTo>
                  <a:cubicBezTo>
                    <a:pt x="194" y="2095"/>
                    <a:pt x="558" y="3080"/>
                    <a:pt x="1757" y="3821"/>
                  </a:cubicBezTo>
                  <a:cubicBezTo>
                    <a:pt x="1766" y="3830"/>
                    <a:pt x="1779" y="3834"/>
                    <a:pt x="1791" y="3834"/>
                  </a:cubicBezTo>
                  <a:cubicBezTo>
                    <a:pt x="1813" y="3834"/>
                    <a:pt x="1834" y="3821"/>
                    <a:pt x="1847" y="3800"/>
                  </a:cubicBezTo>
                  <a:cubicBezTo>
                    <a:pt x="1868" y="3770"/>
                    <a:pt x="1860" y="3727"/>
                    <a:pt x="1826" y="3710"/>
                  </a:cubicBezTo>
                  <a:cubicBezTo>
                    <a:pt x="900" y="3136"/>
                    <a:pt x="365" y="2356"/>
                    <a:pt x="232" y="1384"/>
                  </a:cubicBezTo>
                  <a:cubicBezTo>
                    <a:pt x="134" y="660"/>
                    <a:pt x="314" y="95"/>
                    <a:pt x="314" y="86"/>
                  </a:cubicBezTo>
                  <a:cubicBezTo>
                    <a:pt x="326" y="52"/>
                    <a:pt x="309" y="13"/>
                    <a:pt x="271" y="5"/>
                  </a:cubicBezTo>
                  <a:cubicBezTo>
                    <a:pt x="264" y="2"/>
                    <a:pt x="257" y="1"/>
                    <a:pt x="25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20"/>
            <p:cNvSpPr/>
            <p:nvPr/>
          </p:nvSpPr>
          <p:spPr>
            <a:xfrm>
              <a:off x="6343717" y="820816"/>
              <a:ext cx="116478" cy="377168"/>
            </a:xfrm>
            <a:custGeom>
              <a:avLst/>
              <a:gdLst/>
              <a:ahLst/>
              <a:cxnLst/>
              <a:rect l="l" t="t" r="r" b="b"/>
              <a:pathLst>
                <a:path w="1428" h="4624" extrusionOk="0">
                  <a:moveTo>
                    <a:pt x="361" y="1"/>
                  </a:moveTo>
                  <a:cubicBezTo>
                    <a:pt x="326" y="1"/>
                    <a:pt x="296" y="26"/>
                    <a:pt x="292" y="61"/>
                  </a:cubicBezTo>
                  <a:cubicBezTo>
                    <a:pt x="284" y="190"/>
                    <a:pt x="1" y="3180"/>
                    <a:pt x="1303" y="4602"/>
                  </a:cubicBezTo>
                  <a:cubicBezTo>
                    <a:pt x="1316" y="4615"/>
                    <a:pt x="1337" y="4623"/>
                    <a:pt x="1354" y="4623"/>
                  </a:cubicBezTo>
                  <a:cubicBezTo>
                    <a:pt x="1372" y="4623"/>
                    <a:pt x="1384" y="4619"/>
                    <a:pt x="1397" y="4606"/>
                  </a:cubicBezTo>
                  <a:cubicBezTo>
                    <a:pt x="1427" y="4580"/>
                    <a:pt x="1427" y="4538"/>
                    <a:pt x="1402" y="4512"/>
                  </a:cubicBezTo>
                  <a:cubicBezTo>
                    <a:pt x="142" y="3133"/>
                    <a:pt x="425" y="104"/>
                    <a:pt x="429" y="74"/>
                  </a:cubicBezTo>
                  <a:cubicBezTo>
                    <a:pt x="429" y="36"/>
                    <a:pt x="403" y="6"/>
                    <a:pt x="369" y="1"/>
                  </a:cubicBezTo>
                  <a:cubicBezTo>
                    <a:pt x="366" y="1"/>
                    <a:pt x="364" y="1"/>
                    <a:pt x="36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01" name="Google Shape;901;p20"/>
          <p:cNvSpPr/>
          <p:nvPr/>
        </p:nvSpPr>
        <p:spPr>
          <a:xfrm rot="10568457" flipH="1">
            <a:off x="6252554" y="3904829"/>
            <a:ext cx="4356433" cy="2097627"/>
          </a:xfrm>
          <a:custGeom>
            <a:avLst/>
            <a:gdLst/>
            <a:ahLst/>
            <a:cxnLst/>
            <a:rect l="l" t="t" r="r" b="b"/>
            <a:pathLst>
              <a:path w="26606" h="12811" extrusionOk="0">
                <a:moveTo>
                  <a:pt x="681" y="0"/>
                </a:moveTo>
                <a:cubicBezTo>
                  <a:pt x="681" y="0"/>
                  <a:pt x="0" y="3029"/>
                  <a:pt x="3131" y="4181"/>
                </a:cubicBezTo>
                <a:cubicBezTo>
                  <a:pt x="6258" y="5333"/>
                  <a:pt x="8503" y="6644"/>
                  <a:pt x="8948" y="8790"/>
                </a:cubicBezTo>
                <a:cubicBezTo>
                  <a:pt x="9301" y="10474"/>
                  <a:pt x="12290" y="12810"/>
                  <a:pt x="16574" y="12810"/>
                </a:cubicBezTo>
                <a:cubicBezTo>
                  <a:pt x="17749" y="12810"/>
                  <a:pt x="19022" y="12634"/>
                  <a:pt x="20364" y="12221"/>
                </a:cubicBezTo>
                <a:cubicBezTo>
                  <a:pt x="26605" y="10302"/>
                  <a:pt x="25770" y="7677"/>
                  <a:pt x="23067" y="6404"/>
                </a:cubicBezTo>
                <a:cubicBezTo>
                  <a:pt x="20364" y="5136"/>
                  <a:pt x="21520" y="3457"/>
                  <a:pt x="21598" y="2686"/>
                </a:cubicBezTo>
                <a:cubicBezTo>
                  <a:pt x="21679" y="1915"/>
                  <a:pt x="21195" y="159"/>
                  <a:pt x="20480" y="0"/>
                </a:cubicBezTo>
                <a:close/>
              </a:path>
            </a:pathLst>
          </a:custGeom>
          <a:solidFill>
            <a:srgbClr val="FFFFFF">
              <a:alpha val="226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02" name="Google Shape;902;p20"/>
          <p:cNvGrpSpPr/>
          <p:nvPr/>
        </p:nvGrpSpPr>
        <p:grpSpPr>
          <a:xfrm flipH="1">
            <a:off x="-618447" y="3058255"/>
            <a:ext cx="1331677" cy="1545752"/>
            <a:chOff x="5294125" y="884300"/>
            <a:chExt cx="399675" cy="463925"/>
          </a:xfrm>
        </p:grpSpPr>
        <p:sp>
          <p:nvSpPr>
            <p:cNvPr id="903" name="Google Shape;903;p20"/>
            <p:cNvSpPr/>
            <p:nvPr/>
          </p:nvSpPr>
          <p:spPr>
            <a:xfrm>
              <a:off x="5472100" y="901250"/>
              <a:ext cx="6950" cy="170200"/>
            </a:xfrm>
            <a:custGeom>
              <a:avLst/>
              <a:gdLst/>
              <a:ahLst/>
              <a:cxnLst/>
              <a:rect l="l" t="t" r="r" b="b"/>
              <a:pathLst>
                <a:path w="278" h="6808" extrusionOk="0">
                  <a:moveTo>
                    <a:pt x="0" y="0"/>
                  </a:moveTo>
                  <a:lnTo>
                    <a:pt x="0" y="6807"/>
                  </a:lnTo>
                  <a:lnTo>
                    <a:pt x="277" y="6807"/>
                  </a:lnTo>
                  <a:lnTo>
                    <a:pt x="2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20"/>
            <p:cNvSpPr/>
            <p:nvPr/>
          </p:nvSpPr>
          <p:spPr>
            <a:xfrm>
              <a:off x="5412550" y="884300"/>
              <a:ext cx="126025" cy="80750"/>
            </a:xfrm>
            <a:custGeom>
              <a:avLst/>
              <a:gdLst/>
              <a:ahLst/>
              <a:cxnLst/>
              <a:rect l="l" t="t" r="r" b="b"/>
              <a:pathLst>
                <a:path w="5041" h="3230" extrusionOk="0">
                  <a:moveTo>
                    <a:pt x="1044" y="0"/>
                  </a:moveTo>
                  <a:lnTo>
                    <a:pt x="1" y="3230"/>
                  </a:lnTo>
                  <a:lnTo>
                    <a:pt x="5041" y="3230"/>
                  </a:lnTo>
                  <a:lnTo>
                    <a:pt x="39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20"/>
            <p:cNvSpPr/>
            <p:nvPr/>
          </p:nvSpPr>
          <p:spPr>
            <a:xfrm>
              <a:off x="5378875" y="1055800"/>
              <a:ext cx="148325" cy="39950"/>
            </a:xfrm>
            <a:custGeom>
              <a:avLst/>
              <a:gdLst/>
              <a:ahLst/>
              <a:cxnLst/>
              <a:rect l="l" t="t" r="r" b="b"/>
              <a:pathLst>
                <a:path w="5933" h="1598" extrusionOk="0">
                  <a:moveTo>
                    <a:pt x="0" y="1"/>
                  </a:moveTo>
                  <a:lnTo>
                    <a:pt x="0" y="1597"/>
                  </a:lnTo>
                  <a:lnTo>
                    <a:pt x="5933" y="1597"/>
                  </a:lnTo>
                  <a:lnTo>
                    <a:pt x="593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20"/>
            <p:cNvSpPr/>
            <p:nvPr/>
          </p:nvSpPr>
          <p:spPr>
            <a:xfrm>
              <a:off x="5492850" y="1055800"/>
              <a:ext cx="17200" cy="39950"/>
            </a:xfrm>
            <a:custGeom>
              <a:avLst/>
              <a:gdLst/>
              <a:ahLst/>
              <a:cxnLst/>
              <a:rect l="l" t="t" r="r" b="b"/>
              <a:pathLst>
                <a:path w="688" h="1598" extrusionOk="0">
                  <a:moveTo>
                    <a:pt x="0" y="1"/>
                  </a:moveTo>
                  <a:lnTo>
                    <a:pt x="0" y="1597"/>
                  </a:lnTo>
                  <a:lnTo>
                    <a:pt x="687" y="1597"/>
                  </a:lnTo>
                  <a:lnTo>
                    <a:pt x="68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20"/>
            <p:cNvSpPr/>
            <p:nvPr/>
          </p:nvSpPr>
          <p:spPr>
            <a:xfrm>
              <a:off x="5390250" y="1095725"/>
              <a:ext cx="153700" cy="31025"/>
            </a:xfrm>
            <a:custGeom>
              <a:avLst/>
              <a:gdLst/>
              <a:ahLst/>
              <a:cxnLst/>
              <a:rect l="l" t="t" r="r" b="b"/>
              <a:pathLst>
                <a:path w="6148" h="1241" extrusionOk="0">
                  <a:moveTo>
                    <a:pt x="0" y="0"/>
                  </a:moveTo>
                  <a:lnTo>
                    <a:pt x="0" y="1241"/>
                  </a:lnTo>
                  <a:lnTo>
                    <a:pt x="6147" y="1241"/>
                  </a:lnTo>
                  <a:lnTo>
                    <a:pt x="61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20"/>
            <p:cNvSpPr/>
            <p:nvPr/>
          </p:nvSpPr>
          <p:spPr>
            <a:xfrm>
              <a:off x="5406525" y="1095725"/>
              <a:ext cx="14750" cy="31025"/>
            </a:xfrm>
            <a:custGeom>
              <a:avLst/>
              <a:gdLst/>
              <a:ahLst/>
              <a:cxnLst/>
              <a:rect l="l" t="t" r="r" b="b"/>
              <a:pathLst>
                <a:path w="590" h="1241" extrusionOk="0">
                  <a:moveTo>
                    <a:pt x="1" y="0"/>
                  </a:moveTo>
                  <a:lnTo>
                    <a:pt x="1" y="1241"/>
                  </a:lnTo>
                  <a:lnTo>
                    <a:pt x="589" y="1241"/>
                  </a:lnTo>
                  <a:lnTo>
                    <a:pt x="5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20"/>
            <p:cNvSpPr/>
            <p:nvPr/>
          </p:nvSpPr>
          <p:spPr>
            <a:xfrm>
              <a:off x="5428600" y="1095725"/>
              <a:ext cx="10300" cy="31025"/>
            </a:xfrm>
            <a:custGeom>
              <a:avLst/>
              <a:gdLst/>
              <a:ahLst/>
              <a:cxnLst/>
              <a:rect l="l" t="t" r="r" b="b"/>
              <a:pathLst>
                <a:path w="412" h="1241" extrusionOk="0">
                  <a:moveTo>
                    <a:pt x="1" y="0"/>
                  </a:moveTo>
                  <a:lnTo>
                    <a:pt x="1" y="1241"/>
                  </a:lnTo>
                  <a:lnTo>
                    <a:pt x="411" y="1241"/>
                  </a:lnTo>
                  <a:lnTo>
                    <a:pt x="41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20"/>
            <p:cNvSpPr/>
            <p:nvPr/>
          </p:nvSpPr>
          <p:spPr>
            <a:xfrm>
              <a:off x="5299700" y="1138550"/>
              <a:ext cx="53100" cy="209675"/>
            </a:xfrm>
            <a:custGeom>
              <a:avLst/>
              <a:gdLst/>
              <a:ahLst/>
              <a:cxnLst/>
              <a:rect l="l" t="t" r="r" b="b"/>
              <a:pathLst>
                <a:path w="2124" h="8387" extrusionOk="0">
                  <a:moveTo>
                    <a:pt x="866" y="0"/>
                  </a:moveTo>
                  <a:lnTo>
                    <a:pt x="9" y="8110"/>
                  </a:lnTo>
                  <a:cubicBezTo>
                    <a:pt x="1" y="8181"/>
                    <a:pt x="18" y="8252"/>
                    <a:pt x="63" y="8306"/>
                  </a:cubicBezTo>
                  <a:cubicBezTo>
                    <a:pt x="108" y="8359"/>
                    <a:pt x="179" y="8386"/>
                    <a:pt x="250" y="8386"/>
                  </a:cubicBezTo>
                  <a:cubicBezTo>
                    <a:pt x="357" y="8386"/>
                    <a:pt x="455" y="8315"/>
                    <a:pt x="482" y="8199"/>
                  </a:cubicBezTo>
                  <a:lnTo>
                    <a:pt x="2124" y="27"/>
                  </a:lnTo>
                  <a:lnTo>
                    <a:pt x="1981" y="0"/>
                  </a:lnTo>
                  <a:lnTo>
                    <a:pt x="340" y="8172"/>
                  </a:lnTo>
                  <a:cubicBezTo>
                    <a:pt x="328" y="8211"/>
                    <a:pt x="285" y="8236"/>
                    <a:pt x="244" y="8236"/>
                  </a:cubicBezTo>
                  <a:cubicBezTo>
                    <a:pt x="219" y="8236"/>
                    <a:pt x="196" y="8228"/>
                    <a:pt x="179" y="8208"/>
                  </a:cubicBezTo>
                  <a:cubicBezTo>
                    <a:pt x="161" y="8190"/>
                    <a:pt x="152" y="8163"/>
                    <a:pt x="161" y="8127"/>
                  </a:cubicBezTo>
                  <a:lnTo>
                    <a:pt x="1018" y="18"/>
                  </a:lnTo>
                  <a:lnTo>
                    <a:pt x="86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20"/>
            <p:cNvSpPr/>
            <p:nvPr/>
          </p:nvSpPr>
          <p:spPr>
            <a:xfrm>
              <a:off x="5634900" y="1138550"/>
              <a:ext cx="53125" cy="209675"/>
            </a:xfrm>
            <a:custGeom>
              <a:avLst/>
              <a:gdLst/>
              <a:ahLst/>
              <a:cxnLst/>
              <a:rect l="l" t="t" r="r" b="b"/>
              <a:pathLst>
                <a:path w="2125" h="8387" extrusionOk="0">
                  <a:moveTo>
                    <a:pt x="144" y="0"/>
                  </a:moveTo>
                  <a:lnTo>
                    <a:pt x="1" y="27"/>
                  </a:lnTo>
                  <a:lnTo>
                    <a:pt x="1642" y="8208"/>
                  </a:lnTo>
                  <a:cubicBezTo>
                    <a:pt x="1669" y="8315"/>
                    <a:pt x="1767" y="8386"/>
                    <a:pt x="1874" y="8386"/>
                  </a:cubicBezTo>
                  <a:cubicBezTo>
                    <a:pt x="1946" y="8386"/>
                    <a:pt x="2017" y="8359"/>
                    <a:pt x="2062" y="8306"/>
                  </a:cubicBezTo>
                  <a:cubicBezTo>
                    <a:pt x="2106" y="8252"/>
                    <a:pt x="2124" y="8181"/>
                    <a:pt x="2115" y="8110"/>
                  </a:cubicBezTo>
                  <a:lnTo>
                    <a:pt x="1259" y="0"/>
                  </a:lnTo>
                  <a:lnTo>
                    <a:pt x="1116" y="18"/>
                  </a:lnTo>
                  <a:lnTo>
                    <a:pt x="1972" y="8136"/>
                  </a:lnTo>
                  <a:cubicBezTo>
                    <a:pt x="1972" y="8163"/>
                    <a:pt x="1963" y="8190"/>
                    <a:pt x="1946" y="8208"/>
                  </a:cubicBezTo>
                  <a:cubicBezTo>
                    <a:pt x="1929" y="8228"/>
                    <a:pt x="1905" y="8236"/>
                    <a:pt x="1881" y="8236"/>
                  </a:cubicBezTo>
                  <a:cubicBezTo>
                    <a:pt x="1840" y="8236"/>
                    <a:pt x="1800" y="8211"/>
                    <a:pt x="1794" y="8172"/>
                  </a:cubicBezTo>
                  <a:lnTo>
                    <a:pt x="1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20"/>
            <p:cNvSpPr/>
            <p:nvPr/>
          </p:nvSpPr>
          <p:spPr>
            <a:xfrm>
              <a:off x="5294125" y="1126725"/>
              <a:ext cx="399675" cy="16300"/>
            </a:xfrm>
            <a:custGeom>
              <a:avLst/>
              <a:gdLst/>
              <a:ahLst/>
              <a:cxnLst/>
              <a:rect l="l" t="t" r="r" b="b"/>
              <a:pathLst>
                <a:path w="15987" h="652" extrusionOk="0">
                  <a:moveTo>
                    <a:pt x="0" y="1"/>
                  </a:moveTo>
                  <a:lnTo>
                    <a:pt x="0" y="652"/>
                  </a:lnTo>
                  <a:lnTo>
                    <a:pt x="15987" y="652"/>
                  </a:lnTo>
                  <a:lnTo>
                    <a:pt x="1598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20"/>
            <p:cNvSpPr/>
            <p:nvPr/>
          </p:nvSpPr>
          <p:spPr>
            <a:xfrm>
              <a:off x="5313750" y="1065175"/>
              <a:ext cx="47525" cy="57775"/>
            </a:xfrm>
            <a:custGeom>
              <a:avLst/>
              <a:gdLst/>
              <a:ahLst/>
              <a:cxnLst/>
              <a:rect l="l" t="t" r="r" b="b"/>
              <a:pathLst>
                <a:path w="1901" h="2311" extrusionOk="0">
                  <a:moveTo>
                    <a:pt x="1892" y="0"/>
                  </a:moveTo>
                  <a:lnTo>
                    <a:pt x="1" y="9"/>
                  </a:lnTo>
                  <a:lnTo>
                    <a:pt x="9" y="1651"/>
                  </a:lnTo>
                  <a:cubicBezTo>
                    <a:pt x="9" y="2016"/>
                    <a:pt x="313" y="2311"/>
                    <a:pt x="679" y="2311"/>
                  </a:cubicBezTo>
                  <a:lnTo>
                    <a:pt x="1241" y="2311"/>
                  </a:lnTo>
                  <a:cubicBezTo>
                    <a:pt x="1606" y="2302"/>
                    <a:pt x="1901" y="2008"/>
                    <a:pt x="1901" y="1642"/>
                  </a:cubicBezTo>
                  <a:lnTo>
                    <a:pt x="189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20"/>
            <p:cNvSpPr/>
            <p:nvPr/>
          </p:nvSpPr>
          <p:spPr>
            <a:xfrm>
              <a:off x="5326025" y="1120250"/>
              <a:ext cx="23000" cy="6500"/>
            </a:xfrm>
            <a:custGeom>
              <a:avLst/>
              <a:gdLst/>
              <a:ahLst/>
              <a:cxnLst/>
              <a:rect l="l" t="t" r="r" b="b"/>
              <a:pathLst>
                <a:path w="920" h="260" extrusionOk="0">
                  <a:moveTo>
                    <a:pt x="0" y="1"/>
                  </a:moveTo>
                  <a:lnTo>
                    <a:pt x="0" y="260"/>
                  </a:lnTo>
                  <a:lnTo>
                    <a:pt x="919" y="260"/>
                  </a:lnTo>
                  <a:lnTo>
                    <a:pt x="91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20"/>
            <p:cNvSpPr/>
            <p:nvPr/>
          </p:nvSpPr>
          <p:spPr>
            <a:xfrm>
              <a:off x="5297250" y="1072300"/>
              <a:ext cx="40400" cy="43525"/>
            </a:xfrm>
            <a:custGeom>
              <a:avLst/>
              <a:gdLst/>
              <a:ahLst/>
              <a:cxnLst/>
              <a:rect l="l" t="t" r="r" b="b"/>
              <a:pathLst>
                <a:path w="1616" h="1741" extrusionOk="0">
                  <a:moveTo>
                    <a:pt x="1312" y="295"/>
                  </a:moveTo>
                  <a:lnTo>
                    <a:pt x="1312" y="1446"/>
                  </a:lnTo>
                  <a:lnTo>
                    <a:pt x="509" y="1446"/>
                  </a:lnTo>
                  <a:cubicBezTo>
                    <a:pt x="393" y="1446"/>
                    <a:pt x="304" y="1348"/>
                    <a:pt x="304" y="1241"/>
                  </a:cubicBezTo>
                  <a:lnTo>
                    <a:pt x="304" y="509"/>
                  </a:lnTo>
                  <a:cubicBezTo>
                    <a:pt x="304" y="393"/>
                    <a:pt x="393" y="295"/>
                    <a:pt x="509" y="295"/>
                  </a:cubicBezTo>
                  <a:close/>
                  <a:moveTo>
                    <a:pt x="509" y="1"/>
                  </a:moveTo>
                  <a:cubicBezTo>
                    <a:pt x="232" y="1"/>
                    <a:pt x="0" y="224"/>
                    <a:pt x="0" y="509"/>
                  </a:cubicBezTo>
                  <a:lnTo>
                    <a:pt x="0" y="1241"/>
                  </a:lnTo>
                  <a:cubicBezTo>
                    <a:pt x="0" y="1517"/>
                    <a:pt x="232" y="1740"/>
                    <a:pt x="509" y="1740"/>
                  </a:cubicBezTo>
                  <a:lnTo>
                    <a:pt x="1615" y="1740"/>
                  </a:lnTo>
                  <a:lnTo>
                    <a:pt x="161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6" name="Google Shape;916;p20"/>
          <p:cNvGrpSpPr/>
          <p:nvPr/>
        </p:nvGrpSpPr>
        <p:grpSpPr>
          <a:xfrm>
            <a:off x="8430764" y="2356208"/>
            <a:ext cx="1039145" cy="1212593"/>
            <a:chOff x="8430764" y="2356208"/>
            <a:chExt cx="1039145" cy="1212593"/>
          </a:xfrm>
        </p:grpSpPr>
        <p:grpSp>
          <p:nvGrpSpPr>
            <p:cNvPr id="917" name="Google Shape;917;p20"/>
            <p:cNvGrpSpPr/>
            <p:nvPr/>
          </p:nvGrpSpPr>
          <p:grpSpPr>
            <a:xfrm>
              <a:off x="8942309" y="2862231"/>
              <a:ext cx="527600" cy="706571"/>
              <a:chOff x="197225" y="2855625"/>
              <a:chExt cx="522790" cy="700199"/>
            </a:xfrm>
          </p:grpSpPr>
          <p:sp>
            <p:nvSpPr>
              <p:cNvPr id="918" name="Google Shape;918;p20"/>
              <p:cNvSpPr/>
              <p:nvPr/>
            </p:nvSpPr>
            <p:spPr>
              <a:xfrm>
                <a:off x="197225" y="2855625"/>
                <a:ext cx="522790" cy="700199"/>
              </a:xfrm>
              <a:custGeom>
                <a:avLst/>
                <a:gdLst/>
                <a:ahLst/>
                <a:cxnLst/>
                <a:rect l="l" t="t" r="r" b="b"/>
                <a:pathLst>
                  <a:path w="16871" h="22598" extrusionOk="0">
                    <a:moveTo>
                      <a:pt x="15291" y="1579"/>
                    </a:moveTo>
                    <a:lnTo>
                      <a:pt x="15291" y="21018"/>
                    </a:lnTo>
                    <a:lnTo>
                      <a:pt x="1579" y="21018"/>
                    </a:lnTo>
                    <a:lnTo>
                      <a:pt x="1579" y="1579"/>
                    </a:lnTo>
                    <a:close/>
                    <a:moveTo>
                      <a:pt x="0" y="0"/>
                    </a:moveTo>
                    <a:lnTo>
                      <a:pt x="0" y="22597"/>
                    </a:lnTo>
                    <a:lnTo>
                      <a:pt x="16870" y="22597"/>
                    </a:lnTo>
                    <a:lnTo>
                      <a:pt x="1687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Google Shape;919;p20"/>
              <p:cNvSpPr/>
              <p:nvPr/>
            </p:nvSpPr>
            <p:spPr>
              <a:xfrm>
                <a:off x="246153" y="2904552"/>
                <a:ext cx="424932" cy="602348"/>
              </a:xfrm>
              <a:custGeom>
                <a:avLst/>
                <a:gdLst/>
                <a:ahLst/>
                <a:cxnLst/>
                <a:rect l="l" t="t" r="r" b="b"/>
                <a:pathLst>
                  <a:path w="13713" h="19440" extrusionOk="0">
                    <a:moveTo>
                      <a:pt x="0" y="0"/>
                    </a:moveTo>
                    <a:lnTo>
                      <a:pt x="0" y="19439"/>
                    </a:lnTo>
                    <a:lnTo>
                      <a:pt x="13712" y="19439"/>
                    </a:lnTo>
                    <a:lnTo>
                      <a:pt x="1371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Google Shape;920;p20"/>
              <p:cNvSpPr/>
              <p:nvPr/>
            </p:nvSpPr>
            <p:spPr>
              <a:xfrm>
                <a:off x="271035" y="2974674"/>
                <a:ext cx="387313" cy="483025"/>
              </a:xfrm>
              <a:custGeom>
                <a:avLst/>
                <a:gdLst/>
                <a:ahLst/>
                <a:cxnLst/>
                <a:rect l="l" t="t" r="r" b="b"/>
                <a:pathLst>
                  <a:path w="12499" h="15589" extrusionOk="0">
                    <a:moveTo>
                      <a:pt x="9215" y="1"/>
                    </a:moveTo>
                    <a:cubicBezTo>
                      <a:pt x="9173" y="1"/>
                      <a:pt x="9138" y="17"/>
                      <a:pt x="9109" y="39"/>
                    </a:cubicBezTo>
                    <a:cubicBezTo>
                      <a:pt x="8440" y="628"/>
                      <a:pt x="7985" y="1430"/>
                      <a:pt x="7815" y="2305"/>
                    </a:cubicBezTo>
                    <a:cubicBezTo>
                      <a:pt x="7655" y="3152"/>
                      <a:pt x="7771" y="4044"/>
                      <a:pt x="8145" y="4829"/>
                    </a:cubicBezTo>
                    <a:cubicBezTo>
                      <a:pt x="8190" y="5481"/>
                      <a:pt x="7940" y="6052"/>
                      <a:pt x="7574" y="6533"/>
                    </a:cubicBezTo>
                    <a:cubicBezTo>
                      <a:pt x="7556" y="5748"/>
                      <a:pt x="7298" y="4963"/>
                      <a:pt x="6843" y="4321"/>
                    </a:cubicBezTo>
                    <a:cubicBezTo>
                      <a:pt x="6334" y="3589"/>
                      <a:pt x="5585" y="3045"/>
                      <a:pt x="4746" y="2778"/>
                    </a:cubicBezTo>
                    <a:cubicBezTo>
                      <a:pt x="4733" y="2775"/>
                      <a:pt x="4720" y="2774"/>
                      <a:pt x="4708" y="2774"/>
                    </a:cubicBezTo>
                    <a:cubicBezTo>
                      <a:pt x="4670" y="2774"/>
                      <a:pt x="4637" y="2784"/>
                      <a:pt x="4604" y="2804"/>
                    </a:cubicBezTo>
                    <a:cubicBezTo>
                      <a:pt x="4568" y="2831"/>
                      <a:pt x="4541" y="2876"/>
                      <a:pt x="4541" y="2929"/>
                    </a:cubicBezTo>
                    <a:cubicBezTo>
                      <a:pt x="4541" y="4696"/>
                      <a:pt x="5603" y="6248"/>
                      <a:pt x="7253" y="6908"/>
                    </a:cubicBezTo>
                    <a:cubicBezTo>
                      <a:pt x="6771" y="7416"/>
                      <a:pt x="6209" y="7782"/>
                      <a:pt x="5853" y="7987"/>
                    </a:cubicBezTo>
                    <a:cubicBezTo>
                      <a:pt x="5603" y="8130"/>
                      <a:pt x="5353" y="8273"/>
                      <a:pt x="5094" y="8407"/>
                    </a:cubicBezTo>
                    <a:cubicBezTo>
                      <a:pt x="4943" y="8496"/>
                      <a:pt x="4782" y="8585"/>
                      <a:pt x="4621" y="8674"/>
                    </a:cubicBezTo>
                    <a:cubicBezTo>
                      <a:pt x="4898" y="7871"/>
                      <a:pt x="4925" y="6988"/>
                      <a:pt x="4675" y="6168"/>
                    </a:cubicBezTo>
                    <a:cubicBezTo>
                      <a:pt x="4425" y="5320"/>
                      <a:pt x="3890" y="4571"/>
                      <a:pt x="3167" y="4044"/>
                    </a:cubicBezTo>
                    <a:cubicBezTo>
                      <a:pt x="3144" y="4027"/>
                      <a:pt x="3114" y="4017"/>
                      <a:pt x="3083" y="4017"/>
                    </a:cubicBezTo>
                    <a:cubicBezTo>
                      <a:pt x="3066" y="4017"/>
                      <a:pt x="3049" y="4020"/>
                      <a:pt x="3033" y="4026"/>
                    </a:cubicBezTo>
                    <a:cubicBezTo>
                      <a:pt x="2989" y="4044"/>
                      <a:pt x="2953" y="4080"/>
                      <a:pt x="2935" y="4125"/>
                    </a:cubicBezTo>
                    <a:cubicBezTo>
                      <a:pt x="2364" y="5837"/>
                      <a:pt x="2917" y="7684"/>
                      <a:pt x="4336" y="8835"/>
                    </a:cubicBezTo>
                    <a:cubicBezTo>
                      <a:pt x="3560" y="9281"/>
                      <a:pt x="2828" y="9798"/>
                      <a:pt x="2347" y="10557"/>
                    </a:cubicBezTo>
                    <a:cubicBezTo>
                      <a:pt x="2543" y="9825"/>
                      <a:pt x="2534" y="9058"/>
                      <a:pt x="2320" y="8335"/>
                    </a:cubicBezTo>
                    <a:cubicBezTo>
                      <a:pt x="2070" y="7488"/>
                      <a:pt x="1535" y="6730"/>
                      <a:pt x="812" y="6212"/>
                    </a:cubicBezTo>
                    <a:cubicBezTo>
                      <a:pt x="789" y="6195"/>
                      <a:pt x="759" y="6185"/>
                      <a:pt x="728" y="6185"/>
                    </a:cubicBezTo>
                    <a:cubicBezTo>
                      <a:pt x="711" y="6185"/>
                      <a:pt x="694" y="6188"/>
                      <a:pt x="678" y="6194"/>
                    </a:cubicBezTo>
                    <a:cubicBezTo>
                      <a:pt x="625" y="6203"/>
                      <a:pt x="589" y="6239"/>
                      <a:pt x="571" y="6292"/>
                    </a:cubicBezTo>
                    <a:cubicBezTo>
                      <a:pt x="0" y="8005"/>
                      <a:pt x="553" y="9852"/>
                      <a:pt x="1990" y="11003"/>
                    </a:cubicBezTo>
                    <a:cubicBezTo>
                      <a:pt x="2016" y="11021"/>
                      <a:pt x="2052" y="11029"/>
                      <a:pt x="2088" y="11029"/>
                    </a:cubicBezTo>
                    <a:cubicBezTo>
                      <a:pt x="1481" y="12394"/>
                      <a:pt x="1740" y="14018"/>
                      <a:pt x="1981" y="15463"/>
                    </a:cubicBezTo>
                    <a:cubicBezTo>
                      <a:pt x="1999" y="15535"/>
                      <a:pt x="2052" y="15579"/>
                      <a:pt x="2124" y="15588"/>
                    </a:cubicBezTo>
                    <a:cubicBezTo>
                      <a:pt x="2132" y="15588"/>
                      <a:pt x="2141" y="15588"/>
                      <a:pt x="2150" y="15579"/>
                    </a:cubicBezTo>
                    <a:cubicBezTo>
                      <a:pt x="2231" y="15570"/>
                      <a:pt x="2293" y="15490"/>
                      <a:pt x="2275" y="15410"/>
                    </a:cubicBezTo>
                    <a:cubicBezTo>
                      <a:pt x="2052" y="14063"/>
                      <a:pt x="1802" y="12546"/>
                      <a:pt x="2302" y="11288"/>
                    </a:cubicBezTo>
                    <a:cubicBezTo>
                      <a:pt x="3096" y="11920"/>
                      <a:pt x="4044" y="12243"/>
                      <a:pt x="4998" y="12243"/>
                    </a:cubicBezTo>
                    <a:cubicBezTo>
                      <a:pt x="5727" y="12243"/>
                      <a:pt x="6460" y="12054"/>
                      <a:pt x="7128" y="11672"/>
                    </a:cubicBezTo>
                    <a:cubicBezTo>
                      <a:pt x="7164" y="11645"/>
                      <a:pt x="7191" y="11600"/>
                      <a:pt x="7200" y="11556"/>
                    </a:cubicBezTo>
                    <a:cubicBezTo>
                      <a:pt x="7209" y="11502"/>
                      <a:pt x="7191" y="11458"/>
                      <a:pt x="7155" y="11422"/>
                    </a:cubicBezTo>
                    <a:cubicBezTo>
                      <a:pt x="6504" y="10824"/>
                      <a:pt x="5656" y="10450"/>
                      <a:pt x="4773" y="10369"/>
                    </a:cubicBezTo>
                    <a:cubicBezTo>
                      <a:pt x="4652" y="10358"/>
                      <a:pt x="4531" y="10353"/>
                      <a:pt x="4410" y="10353"/>
                    </a:cubicBezTo>
                    <a:cubicBezTo>
                      <a:pt x="3755" y="10353"/>
                      <a:pt x="3106" y="10514"/>
                      <a:pt x="2534" y="10815"/>
                    </a:cubicBezTo>
                    <a:cubicBezTo>
                      <a:pt x="2534" y="10806"/>
                      <a:pt x="2534" y="10806"/>
                      <a:pt x="2543" y="10798"/>
                    </a:cubicBezTo>
                    <a:cubicBezTo>
                      <a:pt x="3007" y="10021"/>
                      <a:pt x="3765" y="9504"/>
                      <a:pt x="4568" y="9040"/>
                    </a:cubicBezTo>
                    <a:cubicBezTo>
                      <a:pt x="4577" y="9049"/>
                      <a:pt x="4577" y="9058"/>
                      <a:pt x="4586" y="9067"/>
                    </a:cubicBezTo>
                    <a:cubicBezTo>
                      <a:pt x="5391" y="9739"/>
                      <a:pt x="6371" y="10084"/>
                      <a:pt x="7357" y="10084"/>
                    </a:cubicBezTo>
                    <a:cubicBezTo>
                      <a:pt x="8085" y="10084"/>
                      <a:pt x="8816" y="9896"/>
                      <a:pt x="9483" y="9513"/>
                    </a:cubicBezTo>
                    <a:cubicBezTo>
                      <a:pt x="9528" y="9486"/>
                      <a:pt x="9555" y="9442"/>
                      <a:pt x="9564" y="9388"/>
                    </a:cubicBezTo>
                    <a:cubicBezTo>
                      <a:pt x="9564" y="9343"/>
                      <a:pt x="9546" y="9299"/>
                      <a:pt x="9510" y="9263"/>
                    </a:cubicBezTo>
                    <a:cubicBezTo>
                      <a:pt x="8859" y="8656"/>
                      <a:pt x="8011" y="8282"/>
                      <a:pt x="7128" y="8202"/>
                    </a:cubicBezTo>
                    <a:cubicBezTo>
                      <a:pt x="7014" y="8191"/>
                      <a:pt x="6898" y="8186"/>
                      <a:pt x="6783" y="8186"/>
                    </a:cubicBezTo>
                    <a:cubicBezTo>
                      <a:pt x="6503" y="8186"/>
                      <a:pt x="6222" y="8216"/>
                      <a:pt x="5951" y="8273"/>
                    </a:cubicBezTo>
                    <a:cubicBezTo>
                      <a:pt x="5968" y="8264"/>
                      <a:pt x="5986" y="8255"/>
                      <a:pt x="6004" y="8246"/>
                    </a:cubicBezTo>
                    <a:cubicBezTo>
                      <a:pt x="6397" y="8014"/>
                      <a:pt x="7048" y="7586"/>
                      <a:pt x="7574" y="6997"/>
                    </a:cubicBezTo>
                    <a:cubicBezTo>
                      <a:pt x="7583" y="6997"/>
                      <a:pt x="7583" y="7006"/>
                      <a:pt x="7583" y="7006"/>
                    </a:cubicBezTo>
                    <a:cubicBezTo>
                      <a:pt x="7601" y="7051"/>
                      <a:pt x="7628" y="7077"/>
                      <a:pt x="7672" y="7095"/>
                    </a:cubicBezTo>
                    <a:cubicBezTo>
                      <a:pt x="8199" y="7302"/>
                      <a:pt x="8742" y="7402"/>
                      <a:pt x="9277" y="7402"/>
                    </a:cubicBezTo>
                    <a:cubicBezTo>
                      <a:pt x="10471" y="7402"/>
                      <a:pt x="11622" y="6902"/>
                      <a:pt x="12454" y="5971"/>
                    </a:cubicBezTo>
                    <a:cubicBezTo>
                      <a:pt x="12490" y="5927"/>
                      <a:pt x="12499" y="5882"/>
                      <a:pt x="12490" y="5829"/>
                    </a:cubicBezTo>
                    <a:cubicBezTo>
                      <a:pt x="12481" y="5784"/>
                      <a:pt x="12454" y="5748"/>
                      <a:pt x="12409" y="5721"/>
                    </a:cubicBezTo>
                    <a:cubicBezTo>
                      <a:pt x="11880" y="5489"/>
                      <a:pt x="11305" y="5370"/>
                      <a:pt x="10728" y="5370"/>
                    </a:cubicBezTo>
                    <a:cubicBezTo>
                      <a:pt x="10421" y="5370"/>
                      <a:pt x="10114" y="5403"/>
                      <a:pt x="9813" y="5472"/>
                    </a:cubicBezTo>
                    <a:cubicBezTo>
                      <a:pt x="9135" y="5632"/>
                      <a:pt x="8511" y="5971"/>
                      <a:pt x="8002" y="6435"/>
                    </a:cubicBezTo>
                    <a:cubicBezTo>
                      <a:pt x="8288" y="5989"/>
                      <a:pt x="8466" y="5463"/>
                      <a:pt x="8440" y="4892"/>
                    </a:cubicBezTo>
                    <a:cubicBezTo>
                      <a:pt x="9724" y="3607"/>
                      <a:pt x="10081" y="1734"/>
                      <a:pt x="9350" y="92"/>
                    </a:cubicBezTo>
                    <a:cubicBezTo>
                      <a:pt x="9332" y="48"/>
                      <a:pt x="9287" y="12"/>
                      <a:pt x="9243" y="3"/>
                    </a:cubicBezTo>
                    <a:cubicBezTo>
                      <a:pt x="9233" y="2"/>
                      <a:pt x="9224" y="1"/>
                      <a:pt x="921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20"/>
              <p:cNvSpPr/>
              <p:nvPr/>
            </p:nvSpPr>
            <p:spPr>
              <a:xfrm>
                <a:off x="246153" y="2904552"/>
                <a:ext cx="184407" cy="117216"/>
              </a:xfrm>
              <a:custGeom>
                <a:avLst/>
                <a:gdLst/>
                <a:ahLst/>
                <a:cxnLst/>
                <a:rect l="l" t="t" r="r" b="b"/>
                <a:pathLst>
                  <a:path w="5951" h="3783" extrusionOk="0">
                    <a:moveTo>
                      <a:pt x="5567" y="0"/>
                    </a:moveTo>
                    <a:cubicBezTo>
                      <a:pt x="5523" y="27"/>
                      <a:pt x="5487" y="63"/>
                      <a:pt x="5442" y="89"/>
                    </a:cubicBezTo>
                    <a:cubicBezTo>
                      <a:pt x="4934" y="535"/>
                      <a:pt x="4845" y="1053"/>
                      <a:pt x="4764" y="1552"/>
                    </a:cubicBezTo>
                    <a:cubicBezTo>
                      <a:pt x="4648" y="2204"/>
                      <a:pt x="4541" y="2819"/>
                      <a:pt x="3551" y="3337"/>
                    </a:cubicBezTo>
                    <a:cubicBezTo>
                      <a:pt x="3230" y="3504"/>
                      <a:pt x="2906" y="3588"/>
                      <a:pt x="2580" y="3588"/>
                    </a:cubicBezTo>
                    <a:cubicBezTo>
                      <a:pt x="2091" y="3588"/>
                      <a:pt x="1596" y="3399"/>
                      <a:pt x="1098" y="3024"/>
                    </a:cubicBezTo>
                    <a:cubicBezTo>
                      <a:pt x="669" y="2694"/>
                      <a:pt x="304" y="2284"/>
                      <a:pt x="0" y="1856"/>
                    </a:cubicBezTo>
                    <a:lnTo>
                      <a:pt x="0" y="2186"/>
                    </a:lnTo>
                    <a:cubicBezTo>
                      <a:pt x="45" y="2239"/>
                      <a:pt x="81" y="2293"/>
                      <a:pt x="125" y="2337"/>
                    </a:cubicBezTo>
                    <a:cubicBezTo>
                      <a:pt x="910" y="3292"/>
                      <a:pt x="1758" y="3783"/>
                      <a:pt x="2588" y="3783"/>
                    </a:cubicBezTo>
                    <a:cubicBezTo>
                      <a:pt x="2944" y="3783"/>
                      <a:pt x="3301" y="3693"/>
                      <a:pt x="3649" y="3515"/>
                    </a:cubicBezTo>
                    <a:cubicBezTo>
                      <a:pt x="4720" y="2944"/>
                      <a:pt x="4845" y="2248"/>
                      <a:pt x="4961" y="1588"/>
                    </a:cubicBezTo>
                    <a:cubicBezTo>
                      <a:pt x="5041" y="1097"/>
                      <a:pt x="5121" y="642"/>
                      <a:pt x="5576" y="241"/>
                    </a:cubicBezTo>
                    <a:cubicBezTo>
                      <a:pt x="5683" y="143"/>
                      <a:pt x="5817" y="63"/>
                      <a:pt x="595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20"/>
              <p:cNvSpPr/>
              <p:nvPr/>
            </p:nvSpPr>
            <p:spPr>
              <a:xfrm>
                <a:off x="392100" y="3219681"/>
                <a:ext cx="278980" cy="287231"/>
              </a:xfrm>
              <a:custGeom>
                <a:avLst/>
                <a:gdLst/>
                <a:ahLst/>
                <a:cxnLst/>
                <a:rect l="l" t="t" r="r" b="b"/>
                <a:pathLst>
                  <a:path w="9003" h="9270" extrusionOk="0">
                    <a:moveTo>
                      <a:pt x="9002" y="0"/>
                    </a:moveTo>
                    <a:cubicBezTo>
                      <a:pt x="8565" y="143"/>
                      <a:pt x="8021" y="437"/>
                      <a:pt x="7459" y="1169"/>
                    </a:cubicBezTo>
                    <a:cubicBezTo>
                      <a:pt x="6834" y="1990"/>
                      <a:pt x="6852" y="2864"/>
                      <a:pt x="6870" y="3702"/>
                    </a:cubicBezTo>
                    <a:cubicBezTo>
                      <a:pt x="6897" y="4639"/>
                      <a:pt x="6915" y="5513"/>
                      <a:pt x="6058" y="6254"/>
                    </a:cubicBezTo>
                    <a:cubicBezTo>
                      <a:pt x="5549" y="6693"/>
                      <a:pt x="4966" y="6942"/>
                      <a:pt x="4412" y="6942"/>
                    </a:cubicBezTo>
                    <a:cubicBezTo>
                      <a:pt x="4392" y="6942"/>
                      <a:pt x="4373" y="6941"/>
                      <a:pt x="4354" y="6941"/>
                    </a:cubicBezTo>
                    <a:cubicBezTo>
                      <a:pt x="4042" y="6932"/>
                      <a:pt x="3721" y="6860"/>
                      <a:pt x="3409" y="6789"/>
                    </a:cubicBezTo>
                    <a:cubicBezTo>
                      <a:pt x="3077" y="6714"/>
                      <a:pt x="2732" y="6638"/>
                      <a:pt x="2380" y="6638"/>
                    </a:cubicBezTo>
                    <a:cubicBezTo>
                      <a:pt x="2316" y="6638"/>
                      <a:pt x="2251" y="6641"/>
                      <a:pt x="2186" y="6646"/>
                    </a:cubicBezTo>
                    <a:cubicBezTo>
                      <a:pt x="1036" y="6744"/>
                      <a:pt x="251" y="7788"/>
                      <a:pt x="54" y="8752"/>
                    </a:cubicBezTo>
                    <a:cubicBezTo>
                      <a:pt x="19" y="8930"/>
                      <a:pt x="1" y="9100"/>
                      <a:pt x="1" y="9269"/>
                    </a:cubicBezTo>
                    <a:lnTo>
                      <a:pt x="197" y="9269"/>
                    </a:lnTo>
                    <a:cubicBezTo>
                      <a:pt x="206" y="9108"/>
                      <a:pt x="215" y="8957"/>
                      <a:pt x="251" y="8796"/>
                    </a:cubicBezTo>
                    <a:cubicBezTo>
                      <a:pt x="429" y="7895"/>
                      <a:pt x="1152" y="6932"/>
                      <a:pt x="2204" y="6843"/>
                    </a:cubicBezTo>
                    <a:cubicBezTo>
                      <a:pt x="2264" y="6837"/>
                      <a:pt x="2323" y="6834"/>
                      <a:pt x="2382" y="6834"/>
                    </a:cubicBezTo>
                    <a:cubicBezTo>
                      <a:pt x="2707" y="6834"/>
                      <a:pt x="3032" y="6910"/>
                      <a:pt x="3364" y="6985"/>
                    </a:cubicBezTo>
                    <a:cubicBezTo>
                      <a:pt x="3685" y="7057"/>
                      <a:pt x="4015" y="7128"/>
                      <a:pt x="4354" y="7137"/>
                    </a:cubicBezTo>
                    <a:cubicBezTo>
                      <a:pt x="4364" y="7137"/>
                      <a:pt x="4375" y="7137"/>
                      <a:pt x="4385" y="7137"/>
                    </a:cubicBezTo>
                    <a:cubicBezTo>
                      <a:pt x="4991" y="7137"/>
                      <a:pt x="5631" y="6879"/>
                      <a:pt x="6192" y="6396"/>
                    </a:cubicBezTo>
                    <a:cubicBezTo>
                      <a:pt x="7111" y="5603"/>
                      <a:pt x="7093" y="4639"/>
                      <a:pt x="7066" y="3702"/>
                    </a:cubicBezTo>
                    <a:cubicBezTo>
                      <a:pt x="7048" y="2891"/>
                      <a:pt x="7031" y="2052"/>
                      <a:pt x="7619" y="1294"/>
                    </a:cubicBezTo>
                    <a:cubicBezTo>
                      <a:pt x="8128" y="625"/>
                      <a:pt x="8601" y="348"/>
                      <a:pt x="9002" y="205"/>
                    </a:cubicBezTo>
                    <a:lnTo>
                      <a:pt x="900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3" name="Google Shape;923;p20"/>
            <p:cNvGrpSpPr/>
            <p:nvPr/>
          </p:nvGrpSpPr>
          <p:grpSpPr>
            <a:xfrm>
              <a:off x="8430764" y="2356208"/>
              <a:ext cx="429648" cy="572686"/>
              <a:chOff x="-244350" y="2480775"/>
              <a:chExt cx="379648" cy="506086"/>
            </a:xfrm>
          </p:grpSpPr>
          <p:sp>
            <p:nvSpPr>
              <p:cNvPr id="924" name="Google Shape;924;p20"/>
              <p:cNvSpPr/>
              <p:nvPr/>
            </p:nvSpPr>
            <p:spPr>
              <a:xfrm>
                <a:off x="-244350" y="2480775"/>
                <a:ext cx="379648" cy="506086"/>
              </a:xfrm>
              <a:custGeom>
                <a:avLst/>
                <a:gdLst/>
                <a:ahLst/>
                <a:cxnLst/>
                <a:rect l="l" t="t" r="r" b="b"/>
                <a:pathLst>
                  <a:path w="7897" h="10527" extrusionOk="0">
                    <a:moveTo>
                      <a:pt x="7031" y="866"/>
                    </a:moveTo>
                    <a:lnTo>
                      <a:pt x="7031" y="9671"/>
                    </a:lnTo>
                    <a:lnTo>
                      <a:pt x="866" y="9671"/>
                    </a:lnTo>
                    <a:lnTo>
                      <a:pt x="866" y="866"/>
                    </a:lnTo>
                    <a:close/>
                    <a:moveTo>
                      <a:pt x="1" y="0"/>
                    </a:moveTo>
                    <a:lnTo>
                      <a:pt x="1" y="10527"/>
                    </a:lnTo>
                    <a:lnTo>
                      <a:pt x="7896" y="10527"/>
                    </a:lnTo>
                    <a:lnTo>
                      <a:pt x="789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925;p20"/>
              <p:cNvSpPr/>
              <p:nvPr/>
            </p:nvSpPr>
            <p:spPr>
              <a:xfrm>
                <a:off x="-202718" y="2522359"/>
                <a:ext cx="296382" cy="423348"/>
              </a:xfrm>
              <a:custGeom>
                <a:avLst/>
                <a:gdLst/>
                <a:ahLst/>
                <a:cxnLst/>
                <a:rect l="l" t="t" r="r" b="b"/>
                <a:pathLst>
                  <a:path w="6165" h="8806" extrusionOk="0">
                    <a:moveTo>
                      <a:pt x="0" y="1"/>
                    </a:moveTo>
                    <a:lnTo>
                      <a:pt x="0" y="8806"/>
                    </a:lnTo>
                    <a:lnTo>
                      <a:pt x="6165" y="8806"/>
                    </a:lnTo>
                    <a:lnTo>
                      <a:pt x="616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926;p20"/>
              <p:cNvSpPr/>
              <p:nvPr/>
            </p:nvSpPr>
            <p:spPr>
              <a:xfrm>
                <a:off x="-67630" y="2618411"/>
                <a:ext cx="37354" cy="305853"/>
              </a:xfrm>
              <a:custGeom>
                <a:avLst/>
                <a:gdLst/>
                <a:ahLst/>
                <a:cxnLst/>
                <a:rect l="l" t="t" r="r" b="b"/>
                <a:pathLst>
                  <a:path w="777" h="6362" extrusionOk="0">
                    <a:moveTo>
                      <a:pt x="509" y="1"/>
                    </a:moveTo>
                    <a:cubicBezTo>
                      <a:pt x="491" y="10"/>
                      <a:pt x="482" y="28"/>
                      <a:pt x="482" y="45"/>
                    </a:cubicBezTo>
                    <a:cubicBezTo>
                      <a:pt x="678" y="768"/>
                      <a:pt x="562" y="1526"/>
                      <a:pt x="429" y="2178"/>
                    </a:cubicBezTo>
                    <a:cubicBezTo>
                      <a:pt x="384" y="2374"/>
                      <a:pt x="339" y="2561"/>
                      <a:pt x="295" y="2748"/>
                    </a:cubicBezTo>
                    <a:cubicBezTo>
                      <a:pt x="179" y="3257"/>
                      <a:pt x="54" y="3783"/>
                      <a:pt x="27" y="4310"/>
                    </a:cubicBezTo>
                    <a:cubicBezTo>
                      <a:pt x="0" y="5130"/>
                      <a:pt x="250" y="5871"/>
                      <a:pt x="705" y="6353"/>
                    </a:cubicBezTo>
                    <a:cubicBezTo>
                      <a:pt x="714" y="6361"/>
                      <a:pt x="723" y="6361"/>
                      <a:pt x="732" y="6361"/>
                    </a:cubicBezTo>
                    <a:cubicBezTo>
                      <a:pt x="741" y="6361"/>
                      <a:pt x="759" y="6361"/>
                      <a:pt x="759" y="6353"/>
                    </a:cubicBezTo>
                    <a:cubicBezTo>
                      <a:pt x="777" y="6335"/>
                      <a:pt x="777" y="6317"/>
                      <a:pt x="759" y="6299"/>
                    </a:cubicBezTo>
                    <a:cubicBezTo>
                      <a:pt x="313" y="5835"/>
                      <a:pt x="72" y="5113"/>
                      <a:pt x="107" y="4319"/>
                    </a:cubicBezTo>
                    <a:cubicBezTo>
                      <a:pt x="125" y="3792"/>
                      <a:pt x="250" y="3275"/>
                      <a:pt x="366" y="2766"/>
                    </a:cubicBezTo>
                    <a:cubicBezTo>
                      <a:pt x="411" y="2579"/>
                      <a:pt x="455" y="2383"/>
                      <a:pt x="500" y="2195"/>
                    </a:cubicBezTo>
                    <a:cubicBezTo>
                      <a:pt x="634" y="1535"/>
                      <a:pt x="750" y="768"/>
                      <a:pt x="553" y="28"/>
                    </a:cubicBezTo>
                    <a:cubicBezTo>
                      <a:pt x="553" y="10"/>
                      <a:pt x="527" y="1"/>
                      <a:pt x="50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20"/>
              <p:cNvSpPr/>
              <p:nvPr/>
            </p:nvSpPr>
            <p:spPr>
              <a:xfrm>
                <a:off x="-101955" y="2545290"/>
                <a:ext cx="107688" cy="85189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1772" extrusionOk="0">
                    <a:moveTo>
                      <a:pt x="1600" y="1"/>
                    </a:moveTo>
                    <a:cubicBezTo>
                      <a:pt x="1552" y="1"/>
                      <a:pt x="1509" y="31"/>
                      <a:pt x="1473" y="68"/>
                    </a:cubicBezTo>
                    <a:cubicBezTo>
                      <a:pt x="1437" y="112"/>
                      <a:pt x="1419" y="175"/>
                      <a:pt x="1401" y="237"/>
                    </a:cubicBezTo>
                    <a:cubicBezTo>
                      <a:pt x="1392" y="273"/>
                      <a:pt x="1366" y="380"/>
                      <a:pt x="1330" y="523"/>
                    </a:cubicBezTo>
                    <a:cubicBezTo>
                      <a:pt x="1321" y="398"/>
                      <a:pt x="1321" y="309"/>
                      <a:pt x="1312" y="273"/>
                    </a:cubicBezTo>
                    <a:cubicBezTo>
                      <a:pt x="1303" y="210"/>
                      <a:pt x="1294" y="148"/>
                      <a:pt x="1267" y="94"/>
                    </a:cubicBezTo>
                    <a:cubicBezTo>
                      <a:pt x="1232" y="50"/>
                      <a:pt x="1178" y="5"/>
                      <a:pt x="1116" y="5"/>
                    </a:cubicBezTo>
                    <a:cubicBezTo>
                      <a:pt x="1062" y="5"/>
                      <a:pt x="1009" y="59"/>
                      <a:pt x="982" y="103"/>
                    </a:cubicBezTo>
                    <a:cubicBezTo>
                      <a:pt x="955" y="157"/>
                      <a:pt x="955" y="219"/>
                      <a:pt x="946" y="282"/>
                    </a:cubicBezTo>
                    <a:cubicBezTo>
                      <a:pt x="946" y="380"/>
                      <a:pt x="946" y="478"/>
                      <a:pt x="946" y="576"/>
                    </a:cubicBezTo>
                    <a:cubicBezTo>
                      <a:pt x="893" y="425"/>
                      <a:pt x="839" y="317"/>
                      <a:pt x="821" y="282"/>
                    </a:cubicBezTo>
                    <a:cubicBezTo>
                      <a:pt x="804" y="219"/>
                      <a:pt x="768" y="166"/>
                      <a:pt x="723" y="130"/>
                    </a:cubicBezTo>
                    <a:cubicBezTo>
                      <a:pt x="691" y="98"/>
                      <a:pt x="649" y="75"/>
                      <a:pt x="608" y="75"/>
                    </a:cubicBezTo>
                    <a:cubicBezTo>
                      <a:pt x="593" y="75"/>
                      <a:pt x="577" y="78"/>
                      <a:pt x="563" y="86"/>
                    </a:cubicBezTo>
                    <a:cubicBezTo>
                      <a:pt x="500" y="103"/>
                      <a:pt x="474" y="166"/>
                      <a:pt x="465" y="219"/>
                    </a:cubicBezTo>
                    <a:cubicBezTo>
                      <a:pt x="456" y="282"/>
                      <a:pt x="465" y="335"/>
                      <a:pt x="482" y="398"/>
                    </a:cubicBezTo>
                    <a:cubicBezTo>
                      <a:pt x="500" y="487"/>
                      <a:pt x="536" y="576"/>
                      <a:pt x="563" y="665"/>
                    </a:cubicBezTo>
                    <a:cubicBezTo>
                      <a:pt x="474" y="558"/>
                      <a:pt x="402" y="469"/>
                      <a:pt x="375" y="442"/>
                    </a:cubicBezTo>
                    <a:cubicBezTo>
                      <a:pt x="331" y="398"/>
                      <a:pt x="295" y="353"/>
                      <a:pt x="233" y="326"/>
                    </a:cubicBezTo>
                    <a:cubicBezTo>
                      <a:pt x="208" y="314"/>
                      <a:pt x="179" y="307"/>
                      <a:pt x="151" y="307"/>
                    </a:cubicBezTo>
                    <a:cubicBezTo>
                      <a:pt x="119" y="307"/>
                      <a:pt x="87" y="316"/>
                      <a:pt x="63" y="335"/>
                    </a:cubicBezTo>
                    <a:cubicBezTo>
                      <a:pt x="19" y="371"/>
                      <a:pt x="1" y="442"/>
                      <a:pt x="10" y="496"/>
                    </a:cubicBezTo>
                    <a:cubicBezTo>
                      <a:pt x="19" y="558"/>
                      <a:pt x="54" y="612"/>
                      <a:pt x="81" y="656"/>
                    </a:cubicBezTo>
                    <a:cubicBezTo>
                      <a:pt x="215" y="871"/>
                      <a:pt x="375" y="1067"/>
                      <a:pt x="545" y="1245"/>
                    </a:cubicBezTo>
                    <a:cubicBezTo>
                      <a:pt x="598" y="1298"/>
                      <a:pt x="1106" y="1772"/>
                      <a:pt x="1229" y="1772"/>
                    </a:cubicBezTo>
                    <a:cubicBezTo>
                      <a:pt x="1230" y="1772"/>
                      <a:pt x="1231" y="1772"/>
                      <a:pt x="1232" y="1772"/>
                    </a:cubicBezTo>
                    <a:cubicBezTo>
                      <a:pt x="1348" y="1763"/>
                      <a:pt x="1776" y="1210"/>
                      <a:pt x="1821" y="1147"/>
                    </a:cubicBezTo>
                    <a:cubicBezTo>
                      <a:pt x="1972" y="942"/>
                      <a:pt x="2088" y="728"/>
                      <a:pt x="2195" y="496"/>
                    </a:cubicBezTo>
                    <a:cubicBezTo>
                      <a:pt x="2213" y="442"/>
                      <a:pt x="2240" y="389"/>
                      <a:pt x="2240" y="326"/>
                    </a:cubicBezTo>
                    <a:cubicBezTo>
                      <a:pt x="2240" y="264"/>
                      <a:pt x="2213" y="202"/>
                      <a:pt x="2160" y="175"/>
                    </a:cubicBezTo>
                    <a:cubicBezTo>
                      <a:pt x="2138" y="164"/>
                      <a:pt x="2116" y="159"/>
                      <a:pt x="2093" y="159"/>
                    </a:cubicBezTo>
                    <a:cubicBezTo>
                      <a:pt x="2058" y="159"/>
                      <a:pt x="2023" y="171"/>
                      <a:pt x="1990" y="193"/>
                    </a:cubicBezTo>
                    <a:cubicBezTo>
                      <a:pt x="1937" y="228"/>
                      <a:pt x="1901" y="273"/>
                      <a:pt x="1874" y="326"/>
                    </a:cubicBezTo>
                    <a:cubicBezTo>
                      <a:pt x="1847" y="362"/>
                      <a:pt x="1785" y="451"/>
                      <a:pt x="1714" y="576"/>
                    </a:cubicBezTo>
                    <a:cubicBezTo>
                      <a:pt x="1731" y="487"/>
                      <a:pt x="1749" y="389"/>
                      <a:pt x="1758" y="300"/>
                    </a:cubicBezTo>
                    <a:cubicBezTo>
                      <a:pt x="1767" y="237"/>
                      <a:pt x="1767" y="175"/>
                      <a:pt x="1749" y="121"/>
                    </a:cubicBezTo>
                    <a:cubicBezTo>
                      <a:pt x="1731" y="68"/>
                      <a:pt x="1696" y="14"/>
                      <a:pt x="1633" y="5"/>
                    </a:cubicBezTo>
                    <a:cubicBezTo>
                      <a:pt x="1622" y="2"/>
                      <a:pt x="1611" y="1"/>
                      <a:pt x="16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20"/>
              <p:cNvSpPr/>
              <p:nvPr/>
            </p:nvSpPr>
            <p:spPr>
              <a:xfrm>
                <a:off x="-107099" y="2734173"/>
                <a:ext cx="117591" cy="89708"/>
              </a:xfrm>
              <a:custGeom>
                <a:avLst/>
                <a:gdLst/>
                <a:ahLst/>
                <a:cxnLst/>
                <a:rect l="l" t="t" r="r" b="b"/>
                <a:pathLst>
                  <a:path w="2446" h="1866" extrusionOk="0">
                    <a:moveTo>
                      <a:pt x="43" y="1"/>
                    </a:moveTo>
                    <a:cubicBezTo>
                      <a:pt x="32" y="1"/>
                      <a:pt x="21" y="8"/>
                      <a:pt x="10" y="19"/>
                    </a:cubicBezTo>
                    <a:cubicBezTo>
                      <a:pt x="1" y="37"/>
                      <a:pt x="1" y="55"/>
                      <a:pt x="18" y="73"/>
                    </a:cubicBezTo>
                    <a:cubicBezTo>
                      <a:pt x="233" y="225"/>
                      <a:pt x="456" y="385"/>
                      <a:pt x="607" y="608"/>
                    </a:cubicBezTo>
                    <a:cubicBezTo>
                      <a:pt x="830" y="929"/>
                      <a:pt x="875" y="1741"/>
                      <a:pt x="866" y="1821"/>
                    </a:cubicBezTo>
                    <a:lnTo>
                      <a:pt x="857" y="1821"/>
                    </a:lnTo>
                    <a:cubicBezTo>
                      <a:pt x="857" y="1839"/>
                      <a:pt x="857" y="1848"/>
                      <a:pt x="875" y="1857"/>
                    </a:cubicBezTo>
                    <a:cubicBezTo>
                      <a:pt x="884" y="1866"/>
                      <a:pt x="884" y="1866"/>
                      <a:pt x="893" y="1866"/>
                    </a:cubicBezTo>
                    <a:lnTo>
                      <a:pt x="911" y="1866"/>
                    </a:lnTo>
                    <a:cubicBezTo>
                      <a:pt x="920" y="1857"/>
                      <a:pt x="928" y="1848"/>
                      <a:pt x="937" y="1839"/>
                    </a:cubicBezTo>
                    <a:cubicBezTo>
                      <a:pt x="1000" y="1634"/>
                      <a:pt x="1205" y="1527"/>
                      <a:pt x="1321" y="1482"/>
                    </a:cubicBezTo>
                    <a:cubicBezTo>
                      <a:pt x="1446" y="1429"/>
                      <a:pt x="1589" y="1411"/>
                      <a:pt x="1713" y="1384"/>
                    </a:cubicBezTo>
                    <a:cubicBezTo>
                      <a:pt x="1776" y="1375"/>
                      <a:pt x="1838" y="1366"/>
                      <a:pt x="1892" y="1349"/>
                    </a:cubicBezTo>
                    <a:cubicBezTo>
                      <a:pt x="2052" y="1322"/>
                      <a:pt x="2284" y="1259"/>
                      <a:pt x="2436" y="1090"/>
                    </a:cubicBezTo>
                    <a:cubicBezTo>
                      <a:pt x="2445" y="1072"/>
                      <a:pt x="2445" y="1045"/>
                      <a:pt x="2436" y="1036"/>
                    </a:cubicBezTo>
                    <a:cubicBezTo>
                      <a:pt x="2427" y="1027"/>
                      <a:pt x="2416" y="1023"/>
                      <a:pt x="2406" y="1023"/>
                    </a:cubicBezTo>
                    <a:cubicBezTo>
                      <a:pt x="2396" y="1023"/>
                      <a:pt x="2387" y="1027"/>
                      <a:pt x="2383" y="1036"/>
                    </a:cubicBezTo>
                    <a:cubicBezTo>
                      <a:pt x="2276" y="1152"/>
                      <a:pt x="2115" y="1233"/>
                      <a:pt x="1874" y="1277"/>
                    </a:cubicBezTo>
                    <a:cubicBezTo>
                      <a:pt x="1821" y="1295"/>
                      <a:pt x="1758" y="1304"/>
                      <a:pt x="1705" y="1313"/>
                    </a:cubicBezTo>
                    <a:cubicBezTo>
                      <a:pt x="1571" y="1340"/>
                      <a:pt x="1428" y="1357"/>
                      <a:pt x="1294" y="1411"/>
                    </a:cubicBezTo>
                    <a:cubicBezTo>
                      <a:pt x="1196" y="1447"/>
                      <a:pt x="1035" y="1527"/>
                      <a:pt x="928" y="1670"/>
                    </a:cubicBezTo>
                    <a:cubicBezTo>
                      <a:pt x="920" y="1393"/>
                      <a:pt x="857" y="831"/>
                      <a:pt x="670" y="564"/>
                    </a:cubicBezTo>
                    <a:cubicBezTo>
                      <a:pt x="509" y="332"/>
                      <a:pt x="277" y="162"/>
                      <a:pt x="63" y="10"/>
                    </a:cubicBezTo>
                    <a:cubicBezTo>
                      <a:pt x="56" y="4"/>
                      <a:pt x="49" y="1"/>
                      <a:pt x="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Google Shape;929;p20"/>
              <p:cNvSpPr/>
              <p:nvPr/>
            </p:nvSpPr>
            <p:spPr>
              <a:xfrm>
                <a:off x="-10614" y="2704559"/>
                <a:ext cx="92689" cy="89996"/>
              </a:xfrm>
              <a:custGeom>
                <a:avLst/>
                <a:gdLst/>
                <a:ahLst/>
                <a:cxnLst/>
                <a:rect l="l" t="t" r="r" b="b"/>
                <a:pathLst>
                  <a:path w="1928" h="1872" extrusionOk="0">
                    <a:moveTo>
                      <a:pt x="270" y="1"/>
                    </a:moveTo>
                    <a:cubicBezTo>
                      <a:pt x="220" y="1"/>
                      <a:pt x="168" y="34"/>
                      <a:pt x="144" y="82"/>
                    </a:cubicBezTo>
                    <a:cubicBezTo>
                      <a:pt x="108" y="127"/>
                      <a:pt x="90" y="189"/>
                      <a:pt x="81" y="243"/>
                    </a:cubicBezTo>
                    <a:cubicBezTo>
                      <a:pt x="28" y="493"/>
                      <a:pt x="1" y="742"/>
                      <a:pt x="1" y="992"/>
                    </a:cubicBezTo>
                    <a:cubicBezTo>
                      <a:pt x="1" y="1064"/>
                      <a:pt x="37" y="1768"/>
                      <a:pt x="126" y="1840"/>
                    </a:cubicBezTo>
                    <a:cubicBezTo>
                      <a:pt x="151" y="1863"/>
                      <a:pt x="227" y="1871"/>
                      <a:pt x="323" y="1871"/>
                    </a:cubicBezTo>
                    <a:cubicBezTo>
                      <a:pt x="563" y="1871"/>
                      <a:pt x="931" y="1819"/>
                      <a:pt x="982" y="1813"/>
                    </a:cubicBezTo>
                    <a:cubicBezTo>
                      <a:pt x="1232" y="1768"/>
                      <a:pt x="1473" y="1697"/>
                      <a:pt x="1705" y="1599"/>
                    </a:cubicBezTo>
                    <a:cubicBezTo>
                      <a:pt x="1758" y="1572"/>
                      <a:pt x="1812" y="1554"/>
                      <a:pt x="1856" y="1510"/>
                    </a:cubicBezTo>
                    <a:cubicBezTo>
                      <a:pt x="1901" y="1465"/>
                      <a:pt x="1928" y="1403"/>
                      <a:pt x="1910" y="1349"/>
                    </a:cubicBezTo>
                    <a:cubicBezTo>
                      <a:pt x="1892" y="1287"/>
                      <a:pt x="1830" y="1251"/>
                      <a:pt x="1776" y="1242"/>
                    </a:cubicBezTo>
                    <a:cubicBezTo>
                      <a:pt x="1757" y="1236"/>
                      <a:pt x="1737" y="1234"/>
                      <a:pt x="1718" y="1234"/>
                    </a:cubicBezTo>
                    <a:cubicBezTo>
                      <a:pt x="1676" y="1234"/>
                      <a:pt x="1635" y="1245"/>
                      <a:pt x="1598" y="1251"/>
                    </a:cubicBezTo>
                    <a:cubicBezTo>
                      <a:pt x="1553" y="1260"/>
                      <a:pt x="1446" y="1287"/>
                      <a:pt x="1303" y="1322"/>
                    </a:cubicBezTo>
                    <a:cubicBezTo>
                      <a:pt x="1384" y="1269"/>
                      <a:pt x="1464" y="1215"/>
                      <a:pt x="1535" y="1153"/>
                    </a:cubicBezTo>
                    <a:cubicBezTo>
                      <a:pt x="1580" y="1117"/>
                      <a:pt x="1625" y="1072"/>
                      <a:pt x="1651" y="1019"/>
                    </a:cubicBezTo>
                    <a:cubicBezTo>
                      <a:pt x="1678" y="974"/>
                      <a:pt x="1687" y="903"/>
                      <a:pt x="1651" y="858"/>
                    </a:cubicBezTo>
                    <a:cubicBezTo>
                      <a:pt x="1621" y="814"/>
                      <a:pt x="1573" y="794"/>
                      <a:pt x="1521" y="794"/>
                    </a:cubicBezTo>
                    <a:cubicBezTo>
                      <a:pt x="1511" y="794"/>
                      <a:pt x="1501" y="794"/>
                      <a:pt x="1491" y="796"/>
                    </a:cubicBezTo>
                    <a:cubicBezTo>
                      <a:pt x="1428" y="796"/>
                      <a:pt x="1375" y="832"/>
                      <a:pt x="1321" y="858"/>
                    </a:cubicBezTo>
                    <a:cubicBezTo>
                      <a:pt x="1286" y="876"/>
                      <a:pt x="1196" y="939"/>
                      <a:pt x="1071" y="1019"/>
                    </a:cubicBezTo>
                    <a:cubicBezTo>
                      <a:pt x="1152" y="930"/>
                      <a:pt x="1205" y="849"/>
                      <a:pt x="1232" y="823"/>
                    </a:cubicBezTo>
                    <a:cubicBezTo>
                      <a:pt x="1268" y="778"/>
                      <a:pt x="1303" y="725"/>
                      <a:pt x="1321" y="671"/>
                    </a:cubicBezTo>
                    <a:cubicBezTo>
                      <a:pt x="1330" y="609"/>
                      <a:pt x="1321" y="537"/>
                      <a:pt x="1277" y="502"/>
                    </a:cubicBezTo>
                    <a:cubicBezTo>
                      <a:pt x="1249" y="474"/>
                      <a:pt x="1212" y="464"/>
                      <a:pt x="1175" y="464"/>
                    </a:cubicBezTo>
                    <a:cubicBezTo>
                      <a:pt x="1151" y="464"/>
                      <a:pt x="1128" y="468"/>
                      <a:pt x="1107" y="475"/>
                    </a:cubicBezTo>
                    <a:cubicBezTo>
                      <a:pt x="1054" y="502"/>
                      <a:pt x="1009" y="537"/>
                      <a:pt x="964" y="573"/>
                    </a:cubicBezTo>
                    <a:cubicBezTo>
                      <a:pt x="893" y="644"/>
                      <a:pt x="822" y="716"/>
                      <a:pt x="759" y="787"/>
                    </a:cubicBezTo>
                    <a:cubicBezTo>
                      <a:pt x="822" y="644"/>
                      <a:pt x="866" y="528"/>
                      <a:pt x="875" y="493"/>
                    </a:cubicBezTo>
                    <a:cubicBezTo>
                      <a:pt x="902" y="430"/>
                      <a:pt x="920" y="377"/>
                      <a:pt x="911" y="314"/>
                    </a:cubicBezTo>
                    <a:cubicBezTo>
                      <a:pt x="911" y="252"/>
                      <a:pt x="875" y="189"/>
                      <a:pt x="822" y="163"/>
                    </a:cubicBezTo>
                    <a:cubicBezTo>
                      <a:pt x="807" y="158"/>
                      <a:pt x="792" y="156"/>
                      <a:pt x="777" y="156"/>
                    </a:cubicBezTo>
                    <a:cubicBezTo>
                      <a:pt x="735" y="156"/>
                      <a:pt x="691" y="172"/>
                      <a:pt x="652" y="198"/>
                    </a:cubicBezTo>
                    <a:cubicBezTo>
                      <a:pt x="608" y="234"/>
                      <a:pt x="581" y="287"/>
                      <a:pt x="545" y="332"/>
                    </a:cubicBezTo>
                    <a:cubicBezTo>
                      <a:pt x="500" y="412"/>
                      <a:pt x="465" y="502"/>
                      <a:pt x="420" y="591"/>
                    </a:cubicBezTo>
                    <a:cubicBezTo>
                      <a:pt x="438" y="448"/>
                      <a:pt x="438" y="332"/>
                      <a:pt x="438" y="296"/>
                    </a:cubicBezTo>
                    <a:cubicBezTo>
                      <a:pt x="447" y="234"/>
                      <a:pt x="447" y="171"/>
                      <a:pt x="420" y="118"/>
                    </a:cubicBezTo>
                    <a:cubicBezTo>
                      <a:pt x="402" y="55"/>
                      <a:pt x="349" y="11"/>
                      <a:pt x="286" y="2"/>
                    </a:cubicBezTo>
                    <a:cubicBezTo>
                      <a:pt x="281" y="1"/>
                      <a:pt x="275" y="1"/>
                      <a:pt x="27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930;p20"/>
              <p:cNvSpPr/>
              <p:nvPr/>
            </p:nvSpPr>
            <p:spPr>
              <a:xfrm>
                <a:off x="-177864" y="2659514"/>
                <a:ext cx="92256" cy="90333"/>
              </a:xfrm>
              <a:custGeom>
                <a:avLst/>
                <a:gdLst/>
                <a:ahLst/>
                <a:cxnLst/>
                <a:rect l="l" t="t" r="r" b="b"/>
                <a:pathLst>
                  <a:path w="1919" h="1879" extrusionOk="0">
                    <a:moveTo>
                      <a:pt x="1521" y="1"/>
                    </a:moveTo>
                    <a:cubicBezTo>
                      <a:pt x="1513" y="1"/>
                      <a:pt x="1506" y="1"/>
                      <a:pt x="1499" y="2"/>
                    </a:cubicBezTo>
                    <a:cubicBezTo>
                      <a:pt x="1437" y="11"/>
                      <a:pt x="1392" y="65"/>
                      <a:pt x="1375" y="127"/>
                    </a:cubicBezTo>
                    <a:cubicBezTo>
                      <a:pt x="1357" y="181"/>
                      <a:pt x="1366" y="243"/>
                      <a:pt x="1375" y="306"/>
                    </a:cubicBezTo>
                    <a:cubicBezTo>
                      <a:pt x="1375" y="341"/>
                      <a:pt x="1392" y="457"/>
                      <a:pt x="1419" y="600"/>
                    </a:cubicBezTo>
                    <a:cubicBezTo>
                      <a:pt x="1375" y="520"/>
                      <a:pt x="1321" y="430"/>
                      <a:pt x="1267" y="359"/>
                    </a:cubicBezTo>
                    <a:cubicBezTo>
                      <a:pt x="1232" y="306"/>
                      <a:pt x="1196" y="261"/>
                      <a:pt x="1151" y="225"/>
                    </a:cubicBezTo>
                    <a:cubicBezTo>
                      <a:pt x="1120" y="210"/>
                      <a:pt x="1086" y="200"/>
                      <a:pt x="1053" y="200"/>
                    </a:cubicBezTo>
                    <a:cubicBezTo>
                      <a:pt x="1028" y="200"/>
                      <a:pt x="1004" y="205"/>
                      <a:pt x="982" y="216"/>
                    </a:cubicBezTo>
                    <a:cubicBezTo>
                      <a:pt x="928" y="243"/>
                      <a:pt x="902" y="306"/>
                      <a:pt x="902" y="368"/>
                    </a:cubicBezTo>
                    <a:cubicBezTo>
                      <a:pt x="911" y="430"/>
                      <a:pt x="928" y="484"/>
                      <a:pt x="955" y="546"/>
                    </a:cubicBezTo>
                    <a:cubicBezTo>
                      <a:pt x="973" y="582"/>
                      <a:pt x="1027" y="680"/>
                      <a:pt x="1089" y="805"/>
                    </a:cubicBezTo>
                    <a:cubicBezTo>
                      <a:pt x="1009" y="716"/>
                      <a:pt x="937" y="653"/>
                      <a:pt x="911" y="627"/>
                    </a:cubicBezTo>
                    <a:cubicBezTo>
                      <a:pt x="866" y="591"/>
                      <a:pt x="821" y="546"/>
                      <a:pt x="768" y="529"/>
                    </a:cubicBezTo>
                    <a:cubicBezTo>
                      <a:pt x="744" y="522"/>
                      <a:pt x="718" y="517"/>
                      <a:pt x="693" y="517"/>
                    </a:cubicBezTo>
                    <a:cubicBezTo>
                      <a:pt x="654" y="517"/>
                      <a:pt x="617" y="528"/>
                      <a:pt x="589" y="555"/>
                    </a:cubicBezTo>
                    <a:cubicBezTo>
                      <a:pt x="554" y="600"/>
                      <a:pt x="545" y="662"/>
                      <a:pt x="554" y="725"/>
                    </a:cubicBezTo>
                    <a:cubicBezTo>
                      <a:pt x="572" y="778"/>
                      <a:pt x="607" y="823"/>
                      <a:pt x="643" y="876"/>
                    </a:cubicBezTo>
                    <a:cubicBezTo>
                      <a:pt x="705" y="948"/>
                      <a:pt x="768" y="1028"/>
                      <a:pt x="839" y="1100"/>
                    </a:cubicBezTo>
                    <a:cubicBezTo>
                      <a:pt x="697" y="1028"/>
                      <a:pt x="589" y="966"/>
                      <a:pt x="554" y="957"/>
                    </a:cubicBezTo>
                    <a:cubicBezTo>
                      <a:pt x="491" y="930"/>
                      <a:pt x="438" y="903"/>
                      <a:pt x="375" y="903"/>
                    </a:cubicBezTo>
                    <a:cubicBezTo>
                      <a:pt x="313" y="903"/>
                      <a:pt x="250" y="930"/>
                      <a:pt x="224" y="984"/>
                    </a:cubicBezTo>
                    <a:cubicBezTo>
                      <a:pt x="197" y="1028"/>
                      <a:pt x="206" y="1100"/>
                      <a:pt x="242" y="1144"/>
                    </a:cubicBezTo>
                    <a:cubicBezTo>
                      <a:pt x="268" y="1198"/>
                      <a:pt x="322" y="1233"/>
                      <a:pt x="366" y="1269"/>
                    </a:cubicBezTo>
                    <a:cubicBezTo>
                      <a:pt x="447" y="1323"/>
                      <a:pt x="527" y="1367"/>
                      <a:pt x="607" y="1421"/>
                    </a:cubicBezTo>
                    <a:cubicBezTo>
                      <a:pt x="465" y="1394"/>
                      <a:pt x="358" y="1376"/>
                      <a:pt x="313" y="1367"/>
                    </a:cubicBezTo>
                    <a:cubicBezTo>
                      <a:pt x="286" y="1367"/>
                      <a:pt x="257" y="1365"/>
                      <a:pt x="227" y="1365"/>
                    </a:cubicBezTo>
                    <a:cubicBezTo>
                      <a:pt x="197" y="1365"/>
                      <a:pt x="166" y="1367"/>
                      <a:pt x="134" y="1376"/>
                    </a:cubicBezTo>
                    <a:cubicBezTo>
                      <a:pt x="81" y="1394"/>
                      <a:pt x="27" y="1439"/>
                      <a:pt x="10" y="1492"/>
                    </a:cubicBezTo>
                    <a:cubicBezTo>
                      <a:pt x="1" y="1554"/>
                      <a:pt x="36" y="1617"/>
                      <a:pt x="81" y="1653"/>
                    </a:cubicBezTo>
                    <a:cubicBezTo>
                      <a:pt x="126" y="1688"/>
                      <a:pt x="179" y="1706"/>
                      <a:pt x="242" y="1724"/>
                    </a:cubicBezTo>
                    <a:cubicBezTo>
                      <a:pt x="473" y="1795"/>
                      <a:pt x="723" y="1849"/>
                      <a:pt x="973" y="1867"/>
                    </a:cubicBezTo>
                    <a:cubicBezTo>
                      <a:pt x="1009" y="1871"/>
                      <a:pt x="1167" y="1878"/>
                      <a:pt x="1338" y="1878"/>
                    </a:cubicBezTo>
                    <a:cubicBezTo>
                      <a:pt x="1552" y="1878"/>
                      <a:pt x="1785" y="1867"/>
                      <a:pt x="1829" y="1822"/>
                    </a:cubicBezTo>
                    <a:cubicBezTo>
                      <a:pt x="1919" y="1733"/>
                      <a:pt x="1883" y="1037"/>
                      <a:pt x="1874" y="957"/>
                    </a:cubicBezTo>
                    <a:cubicBezTo>
                      <a:pt x="1847" y="707"/>
                      <a:pt x="1803" y="466"/>
                      <a:pt x="1722" y="225"/>
                    </a:cubicBezTo>
                    <a:cubicBezTo>
                      <a:pt x="1705" y="172"/>
                      <a:pt x="1687" y="109"/>
                      <a:pt x="1651" y="65"/>
                    </a:cubicBezTo>
                    <a:cubicBezTo>
                      <a:pt x="1620" y="26"/>
                      <a:pt x="1569" y="1"/>
                      <a:pt x="152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21"/>
          <p:cNvSpPr/>
          <p:nvPr/>
        </p:nvSpPr>
        <p:spPr>
          <a:xfrm flipH="1">
            <a:off x="6515139" y="-623007"/>
            <a:ext cx="4473599" cy="2154074"/>
          </a:xfrm>
          <a:custGeom>
            <a:avLst/>
            <a:gdLst/>
            <a:ahLst/>
            <a:cxnLst/>
            <a:rect l="l" t="t" r="r" b="b"/>
            <a:pathLst>
              <a:path w="26606" h="12811" extrusionOk="0">
                <a:moveTo>
                  <a:pt x="681" y="0"/>
                </a:moveTo>
                <a:cubicBezTo>
                  <a:pt x="681" y="0"/>
                  <a:pt x="0" y="3029"/>
                  <a:pt x="3131" y="4181"/>
                </a:cubicBezTo>
                <a:cubicBezTo>
                  <a:pt x="6258" y="5333"/>
                  <a:pt x="8503" y="6644"/>
                  <a:pt x="8948" y="8790"/>
                </a:cubicBezTo>
                <a:cubicBezTo>
                  <a:pt x="9301" y="10474"/>
                  <a:pt x="12290" y="12810"/>
                  <a:pt x="16574" y="12810"/>
                </a:cubicBezTo>
                <a:cubicBezTo>
                  <a:pt x="17749" y="12810"/>
                  <a:pt x="19022" y="12634"/>
                  <a:pt x="20364" y="12221"/>
                </a:cubicBezTo>
                <a:cubicBezTo>
                  <a:pt x="26605" y="10302"/>
                  <a:pt x="25770" y="7677"/>
                  <a:pt x="23067" y="6404"/>
                </a:cubicBezTo>
                <a:cubicBezTo>
                  <a:pt x="20364" y="5136"/>
                  <a:pt x="21520" y="3457"/>
                  <a:pt x="21598" y="2686"/>
                </a:cubicBezTo>
                <a:cubicBezTo>
                  <a:pt x="21679" y="1915"/>
                  <a:pt x="21195" y="159"/>
                  <a:pt x="20480" y="0"/>
                </a:cubicBezTo>
                <a:close/>
              </a:path>
            </a:pathLst>
          </a:custGeom>
          <a:solidFill>
            <a:srgbClr val="FFFFFF">
              <a:alpha val="226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3" name="Google Shape;933;p21"/>
          <p:cNvSpPr/>
          <p:nvPr/>
        </p:nvSpPr>
        <p:spPr>
          <a:xfrm rot="-9156514" flipH="1">
            <a:off x="-1761464" y="3999666"/>
            <a:ext cx="4077497" cy="1963376"/>
          </a:xfrm>
          <a:custGeom>
            <a:avLst/>
            <a:gdLst/>
            <a:ahLst/>
            <a:cxnLst/>
            <a:rect l="l" t="t" r="r" b="b"/>
            <a:pathLst>
              <a:path w="26606" h="12811" extrusionOk="0">
                <a:moveTo>
                  <a:pt x="681" y="0"/>
                </a:moveTo>
                <a:cubicBezTo>
                  <a:pt x="681" y="0"/>
                  <a:pt x="0" y="3029"/>
                  <a:pt x="3131" y="4181"/>
                </a:cubicBezTo>
                <a:cubicBezTo>
                  <a:pt x="6258" y="5333"/>
                  <a:pt x="8503" y="6644"/>
                  <a:pt x="8948" y="8790"/>
                </a:cubicBezTo>
                <a:cubicBezTo>
                  <a:pt x="9301" y="10474"/>
                  <a:pt x="12290" y="12810"/>
                  <a:pt x="16574" y="12810"/>
                </a:cubicBezTo>
                <a:cubicBezTo>
                  <a:pt x="17749" y="12810"/>
                  <a:pt x="19022" y="12634"/>
                  <a:pt x="20364" y="12221"/>
                </a:cubicBezTo>
                <a:cubicBezTo>
                  <a:pt x="26605" y="10302"/>
                  <a:pt x="25770" y="7677"/>
                  <a:pt x="23067" y="6404"/>
                </a:cubicBezTo>
                <a:cubicBezTo>
                  <a:pt x="20364" y="5136"/>
                  <a:pt x="21520" y="3457"/>
                  <a:pt x="21598" y="2686"/>
                </a:cubicBezTo>
                <a:cubicBezTo>
                  <a:pt x="21679" y="1915"/>
                  <a:pt x="21195" y="159"/>
                  <a:pt x="20480" y="0"/>
                </a:cubicBezTo>
                <a:close/>
              </a:path>
            </a:pathLst>
          </a:custGeom>
          <a:solidFill>
            <a:srgbClr val="FFFFFF">
              <a:alpha val="226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34" name="Google Shape;934;p21"/>
          <p:cNvGrpSpPr/>
          <p:nvPr/>
        </p:nvGrpSpPr>
        <p:grpSpPr>
          <a:xfrm>
            <a:off x="-763801" y="109177"/>
            <a:ext cx="1473050" cy="1052579"/>
            <a:chOff x="8427567" y="122992"/>
            <a:chExt cx="1320411" cy="943509"/>
          </a:xfrm>
        </p:grpSpPr>
        <p:sp>
          <p:nvSpPr>
            <p:cNvPr id="935" name="Google Shape;935;p21"/>
            <p:cNvSpPr/>
            <p:nvPr/>
          </p:nvSpPr>
          <p:spPr>
            <a:xfrm>
              <a:off x="8493440" y="190091"/>
              <a:ext cx="809534" cy="809534"/>
            </a:xfrm>
            <a:custGeom>
              <a:avLst/>
              <a:gdLst/>
              <a:ahLst/>
              <a:cxnLst/>
              <a:rect l="l" t="t" r="r" b="b"/>
              <a:pathLst>
                <a:path w="14526" h="14526" extrusionOk="0">
                  <a:moveTo>
                    <a:pt x="7261" y="0"/>
                  </a:moveTo>
                  <a:cubicBezTo>
                    <a:pt x="3252" y="0"/>
                    <a:pt x="1" y="3252"/>
                    <a:pt x="1" y="7261"/>
                  </a:cubicBezTo>
                  <a:cubicBezTo>
                    <a:pt x="1" y="11275"/>
                    <a:pt x="3252" y="14526"/>
                    <a:pt x="7261" y="14526"/>
                  </a:cubicBezTo>
                  <a:cubicBezTo>
                    <a:pt x="11275" y="14526"/>
                    <a:pt x="14526" y="11275"/>
                    <a:pt x="14526" y="7261"/>
                  </a:cubicBezTo>
                  <a:cubicBezTo>
                    <a:pt x="14526" y="3252"/>
                    <a:pt x="11275" y="0"/>
                    <a:pt x="72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21"/>
            <p:cNvSpPr/>
            <p:nvPr/>
          </p:nvSpPr>
          <p:spPr>
            <a:xfrm>
              <a:off x="8427567" y="122992"/>
              <a:ext cx="1320411" cy="943509"/>
            </a:xfrm>
            <a:custGeom>
              <a:avLst/>
              <a:gdLst/>
              <a:ahLst/>
              <a:cxnLst/>
              <a:rect l="l" t="t" r="r" b="b"/>
              <a:pathLst>
                <a:path w="23693" h="16930" extrusionOk="0">
                  <a:moveTo>
                    <a:pt x="8495" y="2151"/>
                  </a:moveTo>
                  <a:cubicBezTo>
                    <a:pt x="11981" y="2151"/>
                    <a:pt x="14808" y="4978"/>
                    <a:pt x="14808" y="8465"/>
                  </a:cubicBezTo>
                  <a:cubicBezTo>
                    <a:pt x="14808" y="11952"/>
                    <a:pt x="11981" y="14779"/>
                    <a:pt x="8495" y="14779"/>
                  </a:cubicBezTo>
                  <a:cubicBezTo>
                    <a:pt x="5008" y="14779"/>
                    <a:pt x="2181" y="11952"/>
                    <a:pt x="2181" y="8465"/>
                  </a:cubicBezTo>
                  <a:cubicBezTo>
                    <a:pt x="2181" y="4978"/>
                    <a:pt x="5008" y="2151"/>
                    <a:pt x="8495" y="2151"/>
                  </a:cubicBezTo>
                  <a:close/>
                  <a:moveTo>
                    <a:pt x="1435" y="1"/>
                  </a:moveTo>
                  <a:cubicBezTo>
                    <a:pt x="643" y="1"/>
                    <a:pt x="0" y="643"/>
                    <a:pt x="0" y="1436"/>
                  </a:cubicBezTo>
                  <a:lnTo>
                    <a:pt x="0" y="15499"/>
                  </a:lnTo>
                  <a:cubicBezTo>
                    <a:pt x="0" y="16291"/>
                    <a:pt x="643" y="16929"/>
                    <a:pt x="1435" y="16929"/>
                  </a:cubicBezTo>
                  <a:lnTo>
                    <a:pt x="22258" y="16929"/>
                  </a:lnTo>
                  <a:cubicBezTo>
                    <a:pt x="23050" y="16929"/>
                    <a:pt x="23693" y="16291"/>
                    <a:pt x="23693" y="15499"/>
                  </a:cubicBezTo>
                  <a:lnTo>
                    <a:pt x="23693" y="1436"/>
                  </a:lnTo>
                  <a:cubicBezTo>
                    <a:pt x="23693" y="643"/>
                    <a:pt x="23050" y="1"/>
                    <a:pt x="222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21"/>
            <p:cNvSpPr/>
            <p:nvPr/>
          </p:nvSpPr>
          <p:spPr>
            <a:xfrm>
              <a:off x="8771311" y="293193"/>
              <a:ext cx="251454" cy="253627"/>
            </a:xfrm>
            <a:custGeom>
              <a:avLst/>
              <a:gdLst/>
              <a:ahLst/>
              <a:cxnLst/>
              <a:rect l="l" t="t" r="r" b="b"/>
              <a:pathLst>
                <a:path w="4512" h="4551" extrusionOk="0">
                  <a:moveTo>
                    <a:pt x="2275" y="1"/>
                  </a:moveTo>
                  <a:cubicBezTo>
                    <a:pt x="1020" y="1"/>
                    <a:pt x="1" y="1016"/>
                    <a:pt x="1" y="2275"/>
                  </a:cubicBezTo>
                  <a:cubicBezTo>
                    <a:pt x="1" y="3531"/>
                    <a:pt x="1358" y="4546"/>
                    <a:pt x="2275" y="4550"/>
                  </a:cubicBezTo>
                  <a:cubicBezTo>
                    <a:pt x="3072" y="3132"/>
                    <a:pt x="4511" y="3089"/>
                    <a:pt x="4511" y="1834"/>
                  </a:cubicBezTo>
                  <a:cubicBezTo>
                    <a:pt x="4511" y="579"/>
                    <a:pt x="3534" y="1"/>
                    <a:pt x="22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21"/>
            <p:cNvSpPr/>
            <p:nvPr/>
          </p:nvSpPr>
          <p:spPr>
            <a:xfrm>
              <a:off x="8598937" y="581653"/>
              <a:ext cx="280099" cy="232394"/>
            </a:xfrm>
            <a:custGeom>
              <a:avLst/>
              <a:gdLst/>
              <a:ahLst/>
              <a:cxnLst/>
              <a:rect l="l" t="t" r="r" b="b"/>
              <a:pathLst>
                <a:path w="5026" h="4170" extrusionOk="0">
                  <a:moveTo>
                    <a:pt x="1737" y="1"/>
                  </a:moveTo>
                  <a:cubicBezTo>
                    <a:pt x="1532" y="1"/>
                    <a:pt x="1324" y="52"/>
                    <a:pt x="1102" y="179"/>
                  </a:cubicBezTo>
                  <a:cubicBezTo>
                    <a:pt x="14" y="809"/>
                    <a:pt x="1" y="1944"/>
                    <a:pt x="631" y="3032"/>
                  </a:cubicBezTo>
                  <a:cubicBezTo>
                    <a:pt x="1053" y="3761"/>
                    <a:pt x="1817" y="4169"/>
                    <a:pt x="2603" y="4169"/>
                  </a:cubicBezTo>
                  <a:cubicBezTo>
                    <a:pt x="2990" y="4169"/>
                    <a:pt x="3382" y="4071"/>
                    <a:pt x="3740" y="3863"/>
                  </a:cubicBezTo>
                  <a:cubicBezTo>
                    <a:pt x="4828" y="3238"/>
                    <a:pt x="5025" y="1554"/>
                    <a:pt x="4571" y="758"/>
                  </a:cubicBezTo>
                  <a:lnTo>
                    <a:pt x="4571" y="758"/>
                  </a:lnTo>
                  <a:cubicBezTo>
                    <a:pt x="4560" y="758"/>
                    <a:pt x="4549" y="758"/>
                    <a:pt x="4538" y="758"/>
                  </a:cubicBezTo>
                  <a:cubicBezTo>
                    <a:pt x="3266" y="758"/>
                    <a:pt x="2528" y="1"/>
                    <a:pt x="17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21"/>
            <p:cNvSpPr/>
            <p:nvPr/>
          </p:nvSpPr>
          <p:spPr>
            <a:xfrm>
              <a:off x="8942737" y="563541"/>
              <a:ext cx="254742" cy="258420"/>
            </a:xfrm>
            <a:custGeom>
              <a:avLst/>
              <a:gdLst/>
              <a:ahLst/>
              <a:cxnLst/>
              <a:rect l="l" t="t" r="r" b="b"/>
              <a:pathLst>
                <a:path w="4571" h="4637" extrusionOk="0">
                  <a:moveTo>
                    <a:pt x="2130" y="1"/>
                  </a:moveTo>
                  <a:cubicBezTo>
                    <a:pt x="1242" y="1"/>
                    <a:pt x="335" y="509"/>
                    <a:pt x="0" y="1083"/>
                  </a:cubicBezTo>
                  <a:cubicBezTo>
                    <a:pt x="827" y="2479"/>
                    <a:pt x="146" y="3743"/>
                    <a:pt x="1234" y="4372"/>
                  </a:cubicBezTo>
                  <a:cubicBezTo>
                    <a:pt x="1547" y="4554"/>
                    <a:pt x="1853" y="4637"/>
                    <a:pt x="2144" y="4637"/>
                  </a:cubicBezTo>
                  <a:cubicBezTo>
                    <a:pt x="2862" y="4637"/>
                    <a:pt x="3493" y="4131"/>
                    <a:pt x="3941" y="3357"/>
                  </a:cubicBezTo>
                  <a:cubicBezTo>
                    <a:pt x="4571" y="2269"/>
                    <a:pt x="4198" y="877"/>
                    <a:pt x="3106" y="247"/>
                  </a:cubicBezTo>
                  <a:cubicBezTo>
                    <a:pt x="2805" y="75"/>
                    <a:pt x="2469" y="1"/>
                    <a:pt x="21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21"/>
            <p:cNvSpPr/>
            <p:nvPr/>
          </p:nvSpPr>
          <p:spPr>
            <a:xfrm>
              <a:off x="8825481" y="525477"/>
              <a:ext cx="145455" cy="145232"/>
            </a:xfrm>
            <a:custGeom>
              <a:avLst/>
              <a:gdLst/>
              <a:ahLst/>
              <a:cxnLst/>
              <a:rect l="l" t="t" r="r" b="b"/>
              <a:pathLst>
                <a:path w="2610" h="2606" extrusionOk="0">
                  <a:moveTo>
                    <a:pt x="1303" y="1"/>
                  </a:moveTo>
                  <a:cubicBezTo>
                    <a:pt x="584" y="1"/>
                    <a:pt x="1" y="583"/>
                    <a:pt x="1" y="1303"/>
                  </a:cubicBezTo>
                  <a:cubicBezTo>
                    <a:pt x="1" y="2023"/>
                    <a:pt x="584" y="2605"/>
                    <a:pt x="1303" y="2605"/>
                  </a:cubicBezTo>
                  <a:cubicBezTo>
                    <a:pt x="2027" y="2605"/>
                    <a:pt x="2610" y="2023"/>
                    <a:pt x="2610" y="1303"/>
                  </a:cubicBezTo>
                  <a:cubicBezTo>
                    <a:pt x="2610" y="583"/>
                    <a:pt x="2027" y="1"/>
                    <a:pt x="13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21"/>
            <p:cNvSpPr/>
            <p:nvPr/>
          </p:nvSpPr>
          <p:spPr>
            <a:xfrm>
              <a:off x="8857024" y="557020"/>
              <a:ext cx="82425" cy="82425"/>
            </a:xfrm>
            <a:custGeom>
              <a:avLst/>
              <a:gdLst/>
              <a:ahLst/>
              <a:cxnLst/>
              <a:rect l="l" t="t" r="r" b="b"/>
              <a:pathLst>
                <a:path w="1479" h="1479" extrusionOk="0">
                  <a:moveTo>
                    <a:pt x="737" y="0"/>
                  </a:moveTo>
                  <a:cubicBezTo>
                    <a:pt x="330" y="0"/>
                    <a:pt x="0" y="330"/>
                    <a:pt x="0" y="737"/>
                  </a:cubicBezTo>
                  <a:cubicBezTo>
                    <a:pt x="0" y="1144"/>
                    <a:pt x="330" y="1478"/>
                    <a:pt x="737" y="1478"/>
                  </a:cubicBezTo>
                  <a:cubicBezTo>
                    <a:pt x="1148" y="1478"/>
                    <a:pt x="1478" y="1144"/>
                    <a:pt x="1478" y="737"/>
                  </a:cubicBezTo>
                  <a:cubicBezTo>
                    <a:pt x="1478" y="330"/>
                    <a:pt x="1148" y="0"/>
                    <a:pt x="7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21"/>
            <p:cNvSpPr/>
            <p:nvPr/>
          </p:nvSpPr>
          <p:spPr>
            <a:xfrm>
              <a:off x="8879483" y="579424"/>
              <a:ext cx="37283" cy="37339"/>
            </a:xfrm>
            <a:custGeom>
              <a:avLst/>
              <a:gdLst/>
              <a:ahLst/>
              <a:cxnLst/>
              <a:rect l="l" t="t" r="r" b="b"/>
              <a:pathLst>
                <a:path w="669" h="670" extrusionOk="0">
                  <a:moveTo>
                    <a:pt x="334" y="1"/>
                  </a:moveTo>
                  <a:cubicBezTo>
                    <a:pt x="150" y="1"/>
                    <a:pt x="0" y="151"/>
                    <a:pt x="0" y="335"/>
                  </a:cubicBezTo>
                  <a:cubicBezTo>
                    <a:pt x="0" y="519"/>
                    <a:pt x="150" y="669"/>
                    <a:pt x="334" y="669"/>
                  </a:cubicBezTo>
                  <a:cubicBezTo>
                    <a:pt x="518" y="669"/>
                    <a:pt x="668" y="519"/>
                    <a:pt x="668" y="335"/>
                  </a:cubicBezTo>
                  <a:cubicBezTo>
                    <a:pt x="668" y="151"/>
                    <a:pt x="518" y="1"/>
                    <a:pt x="3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21"/>
            <p:cNvSpPr/>
            <p:nvPr/>
          </p:nvSpPr>
          <p:spPr>
            <a:xfrm>
              <a:off x="8532340" y="228991"/>
              <a:ext cx="731735" cy="731512"/>
            </a:xfrm>
            <a:custGeom>
              <a:avLst/>
              <a:gdLst/>
              <a:ahLst/>
              <a:cxnLst/>
              <a:rect l="l" t="t" r="r" b="b"/>
              <a:pathLst>
                <a:path w="13130" h="13126" extrusionOk="0">
                  <a:moveTo>
                    <a:pt x="6563" y="442"/>
                  </a:moveTo>
                  <a:cubicBezTo>
                    <a:pt x="9943" y="442"/>
                    <a:pt x="12689" y="3188"/>
                    <a:pt x="12689" y="6563"/>
                  </a:cubicBezTo>
                  <a:cubicBezTo>
                    <a:pt x="12689" y="9943"/>
                    <a:pt x="9943" y="12688"/>
                    <a:pt x="6563" y="12688"/>
                  </a:cubicBezTo>
                  <a:cubicBezTo>
                    <a:pt x="3188" y="12688"/>
                    <a:pt x="442" y="9943"/>
                    <a:pt x="442" y="6563"/>
                  </a:cubicBezTo>
                  <a:cubicBezTo>
                    <a:pt x="442" y="3188"/>
                    <a:pt x="3188" y="442"/>
                    <a:pt x="6563" y="442"/>
                  </a:cubicBezTo>
                  <a:close/>
                  <a:moveTo>
                    <a:pt x="6563" y="1"/>
                  </a:moveTo>
                  <a:cubicBezTo>
                    <a:pt x="2948" y="1"/>
                    <a:pt x="1" y="2948"/>
                    <a:pt x="1" y="6563"/>
                  </a:cubicBezTo>
                  <a:cubicBezTo>
                    <a:pt x="1" y="10183"/>
                    <a:pt x="2948" y="13125"/>
                    <a:pt x="6563" y="13125"/>
                  </a:cubicBezTo>
                  <a:cubicBezTo>
                    <a:pt x="10183" y="13125"/>
                    <a:pt x="13130" y="10183"/>
                    <a:pt x="13130" y="6563"/>
                  </a:cubicBezTo>
                  <a:cubicBezTo>
                    <a:pt x="13130" y="2948"/>
                    <a:pt x="10183" y="1"/>
                    <a:pt x="65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21"/>
            <p:cNvSpPr/>
            <p:nvPr/>
          </p:nvSpPr>
          <p:spPr>
            <a:xfrm>
              <a:off x="9338756" y="341678"/>
              <a:ext cx="323513" cy="43971"/>
            </a:xfrm>
            <a:custGeom>
              <a:avLst/>
              <a:gdLst/>
              <a:ahLst/>
              <a:cxnLst/>
              <a:rect l="l" t="t" r="r" b="b"/>
              <a:pathLst>
                <a:path w="5805" h="789" extrusionOk="0">
                  <a:moveTo>
                    <a:pt x="395" y="0"/>
                  </a:moveTo>
                  <a:cubicBezTo>
                    <a:pt x="176" y="0"/>
                    <a:pt x="1" y="176"/>
                    <a:pt x="1" y="395"/>
                  </a:cubicBezTo>
                  <a:cubicBezTo>
                    <a:pt x="1" y="613"/>
                    <a:pt x="176" y="789"/>
                    <a:pt x="395" y="789"/>
                  </a:cubicBezTo>
                  <a:lnTo>
                    <a:pt x="5411" y="789"/>
                  </a:lnTo>
                  <a:cubicBezTo>
                    <a:pt x="5629" y="789"/>
                    <a:pt x="5805" y="613"/>
                    <a:pt x="5805" y="395"/>
                  </a:cubicBezTo>
                  <a:cubicBezTo>
                    <a:pt x="5805" y="176"/>
                    <a:pt x="5629" y="0"/>
                    <a:pt x="54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21"/>
            <p:cNvSpPr/>
            <p:nvPr/>
          </p:nvSpPr>
          <p:spPr>
            <a:xfrm>
              <a:off x="9324656" y="327578"/>
              <a:ext cx="351712" cy="72170"/>
            </a:xfrm>
            <a:custGeom>
              <a:avLst/>
              <a:gdLst/>
              <a:ahLst/>
              <a:cxnLst/>
              <a:rect l="l" t="t" r="r" b="b"/>
              <a:pathLst>
                <a:path w="6311" h="1295" extrusionOk="0">
                  <a:moveTo>
                    <a:pt x="5664" y="506"/>
                  </a:moveTo>
                  <a:cubicBezTo>
                    <a:pt x="5745" y="506"/>
                    <a:pt x="5809" y="570"/>
                    <a:pt x="5809" y="648"/>
                  </a:cubicBezTo>
                  <a:cubicBezTo>
                    <a:pt x="5809" y="729"/>
                    <a:pt x="5745" y="793"/>
                    <a:pt x="5664" y="793"/>
                  </a:cubicBezTo>
                  <a:lnTo>
                    <a:pt x="648" y="793"/>
                  </a:lnTo>
                  <a:cubicBezTo>
                    <a:pt x="566" y="793"/>
                    <a:pt x="502" y="729"/>
                    <a:pt x="502" y="648"/>
                  </a:cubicBezTo>
                  <a:cubicBezTo>
                    <a:pt x="502" y="570"/>
                    <a:pt x="566" y="506"/>
                    <a:pt x="648" y="506"/>
                  </a:cubicBezTo>
                  <a:close/>
                  <a:moveTo>
                    <a:pt x="648" y="1"/>
                  </a:moveTo>
                  <a:cubicBezTo>
                    <a:pt x="292" y="1"/>
                    <a:pt x="1" y="292"/>
                    <a:pt x="1" y="648"/>
                  </a:cubicBezTo>
                  <a:cubicBezTo>
                    <a:pt x="1" y="1003"/>
                    <a:pt x="292" y="1294"/>
                    <a:pt x="648" y="1294"/>
                  </a:cubicBezTo>
                  <a:lnTo>
                    <a:pt x="5664" y="1294"/>
                  </a:lnTo>
                  <a:cubicBezTo>
                    <a:pt x="6019" y="1294"/>
                    <a:pt x="6310" y="1003"/>
                    <a:pt x="6310" y="648"/>
                  </a:cubicBezTo>
                  <a:cubicBezTo>
                    <a:pt x="6310" y="292"/>
                    <a:pt x="6019" y="1"/>
                    <a:pt x="566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21"/>
            <p:cNvSpPr/>
            <p:nvPr/>
          </p:nvSpPr>
          <p:spPr>
            <a:xfrm>
              <a:off x="9338756" y="494435"/>
              <a:ext cx="323513" cy="44027"/>
            </a:xfrm>
            <a:custGeom>
              <a:avLst/>
              <a:gdLst/>
              <a:ahLst/>
              <a:cxnLst/>
              <a:rect l="l" t="t" r="r" b="b"/>
              <a:pathLst>
                <a:path w="5805" h="790" extrusionOk="0">
                  <a:moveTo>
                    <a:pt x="395" y="1"/>
                  </a:moveTo>
                  <a:cubicBezTo>
                    <a:pt x="176" y="1"/>
                    <a:pt x="1" y="177"/>
                    <a:pt x="1" y="395"/>
                  </a:cubicBezTo>
                  <a:cubicBezTo>
                    <a:pt x="1" y="613"/>
                    <a:pt x="176" y="789"/>
                    <a:pt x="395" y="789"/>
                  </a:cubicBezTo>
                  <a:lnTo>
                    <a:pt x="5411" y="789"/>
                  </a:lnTo>
                  <a:cubicBezTo>
                    <a:pt x="5629" y="789"/>
                    <a:pt x="5805" y="613"/>
                    <a:pt x="5805" y="395"/>
                  </a:cubicBezTo>
                  <a:cubicBezTo>
                    <a:pt x="5805" y="177"/>
                    <a:pt x="5629" y="1"/>
                    <a:pt x="54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21"/>
            <p:cNvSpPr/>
            <p:nvPr/>
          </p:nvSpPr>
          <p:spPr>
            <a:xfrm>
              <a:off x="9324656" y="480614"/>
              <a:ext cx="351712" cy="71892"/>
            </a:xfrm>
            <a:custGeom>
              <a:avLst/>
              <a:gdLst/>
              <a:ahLst/>
              <a:cxnLst/>
              <a:rect l="l" t="t" r="r" b="b"/>
              <a:pathLst>
                <a:path w="6311" h="1290" extrusionOk="0">
                  <a:moveTo>
                    <a:pt x="5664" y="502"/>
                  </a:moveTo>
                  <a:cubicBezTo>
                    <a:pt x="5745" y="502"/>
                    <a:pt x="5809" y="566"/>
                    <a:pt x="5809" y="643"/>
                  </a:cubicBezTo>
                  <a:cubicBezTo>
                    <a:pt x="5809" y="720"/>
                    <a:pt x="5745" y="789"/>
                    <a:pt x="5664" y="789"/>
                  </a:cubicBezTo>
                  <a:lnTo>
                    <a:pt x="648" y="789"/>
                  </a:lnTo>
                  <a:cubicBezTo>
                    <a:pt x="566" y="789"/>
                    <a:pt x="502" y="720"/>
                    <a:pt x="502" y="643"/>
                  </a:cubicBezTo>
                  <a:cubicBezTo>
                    <a:pt x="502" y="566"/>
                    <a:pt x="566" y="502"/>
                    <a:pt x="648" y="502"/>
                  </a:cubicBezTo>
                  <a:close/>
                  <a:moveTo>
                    <a:pt x="648" y="1"/>
                  </a:moveTo>
                  <a:cubicBezTo>
                    <a:pt x="292" y="1"/>
                    <a:pt x="1" y="287"/>
                    <a:pt x="1" y="643"/>
                  </a:cubicBezTo>
                  <a:cubicBezTo>
                    <a:pt x="1" y="999"/>
                    <a:pt x="292" y="1290"/>
                    <a:pt x="648" y="1290"/>
                  </a:cubicBezTo>
                  <a:lnTo>
                    <a:pt x="5664" y="1290"/>
                  </a:lnTo>
                  <a:cubicBezTo>
                    <a:pt x="6019" y="1290"/>
                    <a:pt x="6310" y="999"/>
                    <a:pt x="6310" y="643"/>
                  </a:cubicBezTo>
                  <a:cubicBezTo>
                    <a:pt x="6310" y="287"/>
                    <a:pt x="6019" y="1"/>
                    <a:pt x="566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21"/>
            <p:cNvSpPr/>
            <p:nvPr/>
          </p:nvSpPr>
          <p:spPr>
            <a:xfrm>
              <a:off x="9338756" y="647248"/>
              <a:ext cx="323513" cy="43971"/>
            </a:xfrm>
            <a:custGeom>
              <a:avLst/>
              <a:gdLst/>
              <a:ahLst/>
              <a:cxnLst/>
              <a:rect l="l" t="t" r="r" b="b"/>
              <a:pathLst>
                <a:path w="5805" h="789" extrusionOk="0">
                  <a:moveTo>
                    <a:pt x="395" y="0"/>
                  </a:moveTo>
                  <a:cubicBezTo>
                    <a:pt x="176" y="0"/>
                    <a:pt x="1" y="176"/>
                    <a:pt x="1" y="394"/>
                  </a:cubicBezTo>
                  <a:cubicBezTo>
                    <a:pt x="1" y="613"/>
                    <a:pt x="176" y="789"/>
                    <a:pt x="395" y="789"/>
                  </a:cubicBezTo>
                  <a:lnTo>
                    <a:pt x="5411" y="789"/>
                  </a:lnTo>
                  <a:cubicBezTo>
                    <a:pt x="5629" y="789"/>
                    <a:pt x="5805" y="613"/>
                    <a:pt x="5805" y="394"/>
                  </a:cubicBezTo>
                  <a:cubicBezTo>
                    <a:pt x="5805" y="176"/>
                    <a:pt x="5629" y="0"/>
                    <a:pt x="54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21"/>
            <p:cNvSpPr/>
            <p:nvPr/>
          </p:nvSpPr>
          <p:spPr>
            <a:xfrm>
              <a:off x="9324656" y="633148"/>
              <a:ext cx="351712" cy="72170"/>
            </a:xfrm>
            <a:custGeom>
              <a:avLst/>
              <a:gdLst/>
              <a:ahLst/>
              <a:cxnLst/>
              <a:rect l="l" t="t" r="r" b="b"/>
              <a:pathLst>
                <a:path w="6311" h="1295" extrusionOk="0">
                  <a:moveTo>
                    <a:pt x="5664" y="502"/>
                  </a:moveTo>
                  <a:cubicBezTo>
                    <a:pt x="5745" y="502"/>
                    <a:pt x="5809" y="566"/>
                    <a:pt x="5809" y="647"/>
                  </a:cubicBezTo>
                  <a:cubicBezTo>
                    <a:pt x="5809" y="725"/>
                    <a:pt x="5745" y="789"/>
                    <a:pt x="5664" y="789"/>
                  </a:cubicBezTo>
                  <a:lnTo>
                    <a:pt x="648" y="789"/>
                  </a:lnTo>
                  <a:cubicBezTo>
                    <a:pt x="566" y="789"/>
                    <a:pt x="502" y="725"/>
                    <a:pt x="502" y="647"/>
                  </a:cubicBezTo>
                  <a:cubicBezTo>
                    <a:pt x="502" y="566"/>
                    <a:pt x="566" y="502"/>
                    <a:pt x="648" y="502"/>
                  </a:cubicBezTo>
                  <a:close/>
                  <a:moveTo>
                    <a:pt x="648" y="1"/>
                  </a:moveTo>
                  <a:cubicBezTo>
                    <a:pt x="292" y="1"/>
                    <a:pt x="1" y="292"/>
                    <a:pt x="1" y="647"/>
                  </a:cubicBezTo>
                  <a:cubicBezTo>
                    <a:pt x="1" y="1003"/>
                    <a:pt x="292" y="1294"/>
                    <a:pt x="648" y="1294"/>
                  </a:cubicBezTo>
                  <a:lnTo>
                    <a:pt x="5664" y="1294"/>
                  </a:lnTo>
                  <a:cubicBezTo>
                    <a:pt x="6019" y="1294"/>
                    <a:pt x="6310" y="1003"/>
                    <a:pt x="6310" y="647"/>
                  </a:cubicBezTo>
                  <a:cubicBezTo>
                    <a:pt x="6310" y="292"/>
                    <a:pt x="6019" y="1"/>
                    <a:pt x="566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21"/>
            <p:cNvSpPr/>
            <p:nvPr/>
          </p:nvSpPr>
          <p:spPr>
            <a:xfrm>
              <a:off x="9338756" y="800005"/>
              <a:ext cx="323513" cy="43971"/>
            </a:xfrm>
            <a:custGeom>
              <a:avLst/>
              <a:gdLst/>
              <a:ahLst/>
              <a:cxnLst/>
              <a:rect l="l" t="t" r="r" b="b"/>
              <a:pathLst>
                <a:path w="5805" h="789" extrusionOk="0">
                  <a:moveTo>
                    <a:pt x="395" y="1"/>
                  </a:moveTo>
                  <a:cubicBezTo>
                    <a:pt x="176" y="1"/>
                    <a:pt x="1" y="176"/>
                    <a:pt x="1" y="395"/>
                  </a:cubicBezTo>
                  <a:cubicBezTo>
                    <a:pt x="1" y="613"/>
                    <a:pt x="176" y="789"/>
                    <a:pt x="395" y="789"/>
                  </a:cubicBezTo>
                  <a:lnTo>
                    <a:pt x="5411" y="789"/>
                  </a:lnTo>
                  <a:cubicBezTo>
                    <a:pt x="5629" y="789"/>
                    <a:pt x="5805" y="613"/>
                    <a:pt x="5805" y="395"/>
                  </a:cubicBezTo>
                  <a:cubicBezTo>
                    <a:pt x="5805" y="176"/>
                    <a:pt x="5629" y="1"/>
                    <a:pt x="54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21"/>
            <p:cNvSpPr/>
            <p:nvPr/>
          </p:nvSpPr>
          <p:spPr>
            <a:xfrm>
              <a:off x="9324656" y="785961"/>
              <a:ext cx="351712" cy="71892"/>
            </a:xfrm>
            <a:custGeom>
              <a:avLst/>
              <a:gdLst/>
              <a:ahLst/>
              <a:cxnLst/>
              <a:rect l="l" t="t" r="r" b="b"/>
              <a:pathLst>
                <a:path w="6311" h="1290" extrusionOk="0">
                  <a:moveTo>
                    <a:pt x="5664" y="501"/>
                  </a:moveTo>
                  <a:cubicBezTo>
                    <a:pt x="5745" y="501"/>
                    <a:pt x="5809" y="566"/>
                    <a:pt x="5809" y="647"/>
                  </a:cubicBezTo>
                  <a:cubicBezTo>
                    <a:pt x="5809" y="724"/>
                    <a:pt x="5745" y="788"/>
                    <a:pt x="5664" y="788"/>
                  </a:cubicBezTo>
                  <a:lnTo>
                    <a:pt x="648" y="788"/>
                  </a:lnTo>
                  <a:cubicBezTo>
                    <a:pt x="566" y="788"/>
                    <a:pt x="502" y="724"/>
                    <a:pt x="502" y="647"/>
                  </a:cubicBezTo>
                  <a:cubicBezTo>
                    <a:pt x="502" y="566"/>
                    <a:pt x="566" y="501"/>
                    <a:pt x="648" y="501"/>
                  </a:cubicBezTo>
                  <a:close/>
                  <a:moveTo>
                    <a:pt x="648" y="0"/>
                  </a:moveTo>
                  <a:cubicBezTo>
                    <a:pt x="292" y="0"/>
                    <a:pt x="1" y="291"/>
                    <a:pt x="1" y="647"/>
                  </a:cubicBezTo>
                  <a:cubicBezTo>
                    <a:pt x="1" y="1002"/>
                    <a:pt x="292" y="1289"/>
                    <a:pt x="648" y="1289"/>
                  </a:cubicBezTo>
                  <a:lnTo>
                    <a:pt x="5664" y="1289"/>
                  </a:lnTo>
                  <a:cubicBezTo>
                    <a:pt x="6019" y="1289"/>
                    <a:pt x="6310" y="1002"/>
                    <a:pt x="6310" y="647"/>
                  </a:cubicBezTo>
                  <a:cubicBezTo>
                    <a:pt x="6310" y="291"/>
                    <a:pt x="6019" y="0"/>
                    <a:pt x="56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21"/>
            <p:cNvSpPr/>
            <p:nvPr/>
          </p:nvSpPr>
          <p:spPr>
            <a:xfrm>
              <a:off x="8516847" y="215393"/>
              <a:ext cx="761105" cy="760882"/>
            </a:xfrm>
            <a:custGeom>
              <a:avLst/>
              <a:gdLst/>
              <a:ahLst/>
              <a:cxnLst/>
              <a:rect l="l" t="t" r="r" b="b"/>
              <a:pathLst>
                <a:path w="13657" h="13653" extrusionOk="0">
                  <a:moveTo>
                    <a:pt x="12080" y="283"/>
                  </a:moveTo>
                  <a:cubicBezTo>
                    <a:pt x="12791" y="283"/>
                    <a:pt x="13369" y="866"/>
                    <a:pt x="13369" y="1577"/>
                  </a:cubicBezTo>
                  <a:lnTo>
                    <a:pt x="13369" y="12071"/>
                  </a:lnTo>
                  <a:cubicBezTo>
                    <a:pt x="13369" y="12787"/>
                    <a:pt x="12791" y="13365"/>
                    <a:pt x="12080" y="13365"/>
                  </a:cubicBezTo>
                  <a:lnTo>
                    <a:pt x="1577" y="13365"/>
                  </a:lnTo>
                  <a:cubicBezTo>
                    <a:pt x="866" y="13365"/>
                    <a:pt x="287" y="12787"/>
                    <a:pt x="287" y="12071"/>
                  </a:cubicBezTo>
                  <a:lnTo>
                    <a:pt x="287" y="1577"/>
                  </a:lnTo>
                  <a:cubicBezTo>
                    <a:pt x="287" y="866"/>
                    <a:pt x="866" y="283"/>
                    <a:pt x="1577" y="283"/>
                  </a:cubicBezTo>
                  <a:close/>
                  <a:moveTo>
                    <a:pt x="1577" y="1"/>
                  </a:moveTo>
                  <a:cubicBezTo>
                    <a:pt x="707" y="1"/>
                    <a:pt x="0" y="707"/>
                    <a:pt x="0" y="1577"/>
                  </a:cubicBezTo>
                  <a:lnTo>
                    <a:pt x="0" y="12071"/>
                  </a:lnTo>
                  <a:cubicBezTo>
                    <a:pt x="0" y="12941"/>
                    <a:pt x="707" y="13652"/>
                    <a:pt x="1577" y="13652"/>
                  </a:cubicBezTo>
                  <a:lnTo>
                    <a:pt x="12080" y="13652"/>
                  </a:lnTo>
                  <a:cubicBezTo>
                    <a:pt x="12949" y="13652"/>
                    <a:pt x="13656" y="12941"/>
                    <a:pt x="13656" y="12071"/>
                  </a:cubicBezTo>
                  <a:lnTo>
                    <a:pt x="13656" y="1577"/>
                  </a:lnTo>
                  <a:cubicBezTo>
                    <a:pt x="13656" y="707"/>
                    <a:pt x="12949" y="1"/>
                    <a:pt x="120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21"/>
            <p:cNvSpPr/>
            <p:nvPr/>
          </p:nvSpPr>
          <p:spPr>
            <a:xfrm>
              <a:off x="8524927" y="299880"/>
              <a:ext cx="744887" cy="17499"/>
            </a:xfrm>
            <a:custGeom>
              <a:avLst/>
              <a:gdLst/>
              <a:ahLst/>
              <a:cxnLst/>
              <a:rect l="l" t="t" r="r" b="b"/>
              <a:pathLst>
                <a:path w="13366" h="314" extrusionOk="0">
                  <a:moveTo>
                    <a:pt x="1" y="1"/>
                  </a:moveTo>
                  <a:lnTo>
                    <a:pt x="1" y="314"/>
                  </a:lnTo>
                  <a:lnTo>
                    <a:pt x="13366" y="314"/>
                  </a:lnTo>
                  <a:lnTo>
                    <a:pt x="1336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21"/>
            <p:cNvSpPr/>
            <p:nvPr/>
          </p:nvSpPr>
          <p:spPr>
            <a:xfrm>
              <a:off x="8524927" y="415688"/>
              <a:ext cx="744887" cy="17499"/>
            </a:xfrm>
            <a:custGeom>
              <a:avLst/>
              <a:gdLst/>
              <a:ahLst/>
              <a:cxnLst/>
              <a:rect l="l" t="t" r="r" b="b"/>
              <a:pathLst>
                <a:path w="13366" h="314" extrusionOk="0">
                  <a:moveTo>
                    <a:pt x="1" y="0"/>
                  </a:moveTo>
                  <a:lnTo>
                    <a:pt x="1" y="313"/>
                  </a:lnTo>
                  <a:lnTo>
                    <a:pt x="13366" y="313"/>
                  </a:lnTo>
                  <a:lnTo>
                    <a:pt x="133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21"/>
            <p:cNvSpPr/>
            <p:nvPr/>
          </p:nvSpPr>
          <p:spPr>
            <a:xfrm>
              <a:off x="8524927" y="531440"/>
              <a:ext cx="744887" cy="17276"/>
            </a:xfrm>
            <a:custGeom>
              <a:avLst/>
              <a:gdLst/>
              <a:ahLst/>
              <a:cxnLst/>
              <a:rect l="l" t="t" r="r" b="b"/>
              <a:pathLst>
                <a:path w="13366" h="310" extrusionOk="0">
                  <a:moveTo>
                    <a:pt x="1" y="1"/>
                  </a:moveTo>
                  <a:lnTo>
                    <a:pt x="1" y="309"/>
                  </a:lnTo>
                  <a:lnTo>
                    <a:pt x="13366" y="309"/>
                  </a:lnTo>
                  <a:lnTo>
                    <a:pt x="1336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21"/>
            <p:cNvSpPr/>
            <p:nvPr/>
          </p:nvSpPr>
          <p:spPr>
            <a:xfrm>
              <a:off x="8524927" y="647025"/>
              <a:ext cx="744887" cy="17443"/>
            </a:xfrm>
            <a:custGeom>
              <a:avLst/>
              <a:gdLst/>
              <a:ahLst/>
              <a:cxnLst/>
              <a:rect l="l" t="t" r="r" b="b"/>
              <a:pathLst>
                <a:path w="13366" h="313" extrusionOk="0">
                  <a:moveTo>
                    <a:pt x="1" y="0"/>
                  </a:moveTo>
                  <a:lnTo>
                    <a:pt x="1" y="313"/>
                  </a:lnTo>
                  <a:lnTo>
                    <a:pt x="13366" y="313"/>
                  </a:lnTo>
                  <a:lnTo>
                    <a:pt x="133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21"/>
            <p:cNvSpPr/>
            <p:nvPr/>
          </p:nvSpPr>
          <p:spPr>
            <a:xfrm>
              <a:off x="8524927" y="762777"/>
              <a:ext cx="744887" cy="17276"/>
            </a:xfrm>
            <a:custGeom>
              <a:avLst/>
              <a:gdLst/>
              <a:ahLst/>
              <a:cxnLst/>
              <a:rect l="l" t="t" r="r" b="b"/>
              <a:pathLst>
                <a:path w="13366" h="310" extrusionOk="0">
                  <a:moveTo>
                    <a:pt x="1" y="1"/>
                  </a:moveTo>
                  <a:lnTo>
                    <a:pt x="1" y="309"/>
                  </a:lnTo>
                  <a:lnTo>
                    <a:pt x="13366" y="309"/>
                  </a:lnTo>
                  <a:lnTo>
                    <a:pt x="1336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21"/>
            <p:cNvSpPr/>
            <p:nvPr/>
          </p:nvSpPr>
          <p:spPr>
            <a:xfrm>
              <a:off x="8524927" y="878585"/>
              <a:ext cx="744887" cy="17221"/>
            </a:xfrm>
            <a:custGeom>
              <a:avLst/>
              <a:gdLst/>
              <a:ahLst/>
              <a:cxnLst/>
              <a:rect l="l" t="t" r="r" b="b"/>
              <a:pathLst>
                <a:path w="13366" h="309" extrusionOk="0">
                  <a:moveTo>
                    <a:pt x="1" y="0"/>
                  </a:moveTo>
                  <a:lnTo>
                    <a:pt x="1" y="309"/>
                  </a:lnTo>
                  <a:lnTo>
                    <a:pt x="13366" y="309"/>
                  </a:lnTo>
                  <a:lnTo>
                    <a:pt x="133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21"/>
            <p:cNvSpPr/>
            <p:nvPr/>
          </p:nvSpPr>
          <p:spPr>
            <a:xfrm>
              <a:off x="8599439" y="231387"/>
              <a:ext cx="17499" cy="744887"/>
            </a:xfrm>
            <a:custGeom>
              <a:avLst/>
              <a:gdLst/>
              <a:ahLst/>
              <a:cxnLst/>
              <a:rect l="l" t="t" r="r" b="b"/>
              <a:pathLst>
                <a:path w="314" h="13366" extrusionOk="0">
                  <a:moveTo>
                    <a:pt x="0" y="1"/>
                  </a:moveTo>
                  <a:lnTo>
                    <a:pt x="0" y="13365"/>
                  </a:lnTo>
                  <a:lnTo>
                    <a:pt x="313" y="13365"/>
                  </a:lnTo>
                  <a:lnTo>
                    <a:pt x="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21"/>
            <p:cNvSpPr/>
            <p:nvPr/>
          </p:nvSpPr>
          <p:spPr>
            <a:xfrm>
              <a:off x="8715190" y="231387"/>
              <a:ext cx="17499" cy="744887"/>
            </a:xfrm>
            <a:custGeom>
              <a:avLst/>
              <a:gdLst/>
              <a:ahLst/>
              <a:cxnLst/>
              <a:rect l="l" t="t" r="r" b="b"/>
              <a:pathLst>
                <a:path w="314" h="13366" extrusionOk="0">
                  <a:moveTo>
                    <a:pt x="1" y="1"/>
                  </a:moveTo>
                  <a:lnTo>
                    <a:pt x="1" y="13365"/>
                  </a:lnTo>
                  <a:lnTo>
                    <a:pt x="314" y="13365"/>
                  </a:lnTo>
                  <a:lnTo>
                    <a:pt x="31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21"/>
            <p:cNvSpPr/>
            <p:nvPr/>
          </p:nvSpPr>
          <p:spPr>
            <a:xfrm>
              <a:off x="8830998" y="231387"/>
              <a:ext cx="17221" cy="744887"/>
            </a:xfrm>
            <a:custGeom>
              <a:avLst/>
              <a:gdLst/>
              <a:ahLst/>
              <a:cxnLst/>
              <a:rect l="l" t="t" r="r" b="b"/>
              <a:pathLst>
                <a:path w="309" h="13366" extrusionOk="0">
                  <a:moveTo>
                    <a:pt x="0" y="1"/>
                  </a:moveTo>
                  <a:lnTo>
                    <a:pt x="0" y="13365"/>
                  </a:lnTo>
                  <a:lnTo>
                    <a:pt x="309" y="13365"/>
                  </a:lnTo>
                  <a:lnTo>
                    <a:pt x="30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21"/>
            <p:cNvSpPr/>
            <p:nvPr/>
          </p:nvSpPr>
          <p:spPr>
            <a:xfrm>
              <a:off x="8946527" y="231387"/>
              <a:ext cx="17499" cy="744887"/>
            </a:xfrm>
            <a:custGeom>
              <a:avLst/>
              <a:gdLst/>
              <a:ahLst/>
              <a:cxnLst/>
              <a:rect l="l" t="t" r="r" b="b"/>
              <a:pathLst>
                <a:path w="314" h="13366" extrusionOk="0">
                  <a:moveTo>
                    <a:pt x="1" y="1"/>
                  </a:moveTo>
                  <a:lnTo>
                    <a:pt x="1" y="13365"/>
                  </a:lnTo>
                  <a:lnTo>
                    <a:pt x="313" y="13365"/>
                  </a:lnTo>
                  <a:lnTo>
                    <a:pt x="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21"/>
            <p:cNvSpPr/>
            <p:nvPr/>
          </p:nvSpPr>
          <p:spPr>
            <a:xfrm>
              <a:off x="9062334" y="231387"/>
              <a:ext cx="17443" cy="744887"/>
            </a:xfrm>
            <a:custGeom>
              <a:avLst/>
              <a:gdLst/>
              <a:ahLst/>
              <a:cxnLst/>
              <a:rect l="l" t="t" r="r" b="b"/>
              <a:pathLst>
                <a:path w="313" h="13366" extrusionOk="0">
                  <a:moveTo>
                    <a:pt x="0" y="1"/>
                  </a:moveTo>
                  <a:lnTo>
                    <a:pt x="0" y="13365"/>
                  </a:lnTo>
                  <a:lnTo>
                    <a:pt x="313" y="13365"/>
                  </a:lnTo>
                  <a:lnTo>
                    <a:pt x="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21"/>
            <p:cNvSpPr/>
            <p:nvPr/>
          </p:nvSpPr>
          <p:spPr>
            <a:xfrm>
              <a:off x="9178086" y="231387"/>
              <a:ext cx="17276" cy="744887"/>
            </a:xfrm>
            <a:custGeom>
              <a:avLst/>
              <a:gdLst/>
              <a:ahLst/>
              <a:cxnLst/>
              <a:rect l="l" t="t" r="r" b="b"/>
              <a:pathLst>
                <a:path w="310" h="13366" extrusionOk="0">
                  <a:moveTo>
                    <a:pt x="1" y="1"/>
                  </a:moveTo>
                  <a:lnTo>
                    <a:pt x="1" y="13365"/>
                  </a:lnTo>
                  <a:lnTo>
                    <a:pt x="309" y="13365"/>
                  </a:lnTo>
                  <a:lnTo>
                    <a:pt x="30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65" name="Google Shape;965;p21"/>
          <p:cNvSpPr/>
          <p:nvPr/>
        </p:nvSpPr>
        <p:spPr>
          <a:xfrm>
            <a:off x="4571993" y="4582222"/>
            <a:ext cx="5318609" cy="21779"/>
          </a:xfrm>
          <a:custGeom>
            <a:avLst/>
            <a:gdLst/>
            <a:ahLst/>
            <a:cxnLst/>
            <a:rect l="l" t="t" r="r" b="b"/>
            <a:pathLst>
              <a:path w="65205" h="267" extrusionOk="0">
                <a:moveTo>
                  <a:pt x="1" y="1"/>
                </a:moveTo>
                <a:lnTo>
                  <a:pt x="1" y="267"/>
                </a:lnTo>
                <a:lnTo>
                  <a:pt x="65205" y="267"/>
                </a:lnTo>
                <a:lnTo>
                  <a:pt x="65205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66" name="Google Shape;966;p21"/>
          <p:cNvGrpSpPr/>
          <p:nvPr/>
        </p:nvGrpSpPr>
        <p:grpSpPr>
          <a:xfrm>
            <a:off x="8439529" y="830847"/>
            <a:ext cx="734697" cy="500041"/>
            <a:chOff x="6864100" y="3366850"/>
            <a:chExt cx="195450" cy="133025"/>
          </a:xfrm>
        </p:grpSpPr>
        <p:sp>
          <p:nvSpPr>
            <p:cNvPr id="967" name="Google Shape;967;p21"/>
            <p:cNvSpPr/>
            <p:nvPr/>
          </p:nvSpPr>
          <p:spPr>
            <a:xfrm>
              <a:off x="6887975" y="3366850"/>
              <a:ext cx="23800" cy="125325"/>
            </a:xfrm>
            <a:custGeom>
              <a:avLst/>
              <a:gdLst/>
              <a:ahLst/>
              <a:cxnLst/>
              <a:rect l="l" t="t" r="r" b="b"/>
              <a:pathLst>
                <a:path w="952" h="5013" extrusionOk="0">
                  <a:moveTo>
                    <a:pt x="0" y="1"/>
                  </a:moveTo>
                  <a:lnTo>
                    <a:pt x="0" y="5012"/>
                  </a:lnTo>
                  <a:lnTo>
                    <a:pt x="951" y="5012"/>
                  </a:lnTo>
                  <a:lnTo>
                    <a:pt x="95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21"/>
            <p:cNvSpPr/>
            <p:nvPr/>
          </p:nvSpPr>
          <p:spPr>
            <a:xfrm>
              <a:off x="6887975" y="3380975"/>
              <a:ext cx="23800" cy="8600"/>
            </a:xfrm>
            <a:custGeom>
              <a:avLst/>
              <a:gdLst/>
              <a:ahLst/>
              <a:cxnLst/>
              <a:rect l="l" t="t" r="r" b="b"/>
              <a:pathLst>
                <a:path w="952" h="344" extrusionOk="0">
                  <a:moveTo>
                    <a:pt x="0" y="1"/>
                  </a:moveTo>
                  <a:lnTo>
                    <a:pt x="0" y="344"/>
                  </a:lnTo>
                  <a:lnTo>
                    <a:pt x="951" y="344"/>
                  </a:lnTo>
                  <a:lnTo>
                    <a:pt x="95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21"/>
            <p:cNvSpPr/>
            <p:nvPr/>
          </p:nvSpPr>
          <p:spPr>
            <a:xfrm>
              <a:off x="6887975" y="3472000"/>
              <a:ext cx="23800" cy="8600"/>
            </a:xfrm>
            <a:custGeom>
              <a:avLst/>
              <a:gdLst/>
              <a:ahLst/>
              <a:cxnLst/>
              <a:rect l="l" t="t" r="r" b="b"/>
              <a:pathLst>
                <a:path w="952" h="344" extrusionOk="0">
                  <a:moveTo>
                    <a:pt x="0" y="1"/>
                  </a:moveTo>
                  <a:lnTo>
                    <a:pt x="0" y="344"/>
                  </a:lnTo>
                  <a:lnTo>
                    <a:pt x="951" y="344"/>
                  </a:lnTo>
                  <a:lnTo>
                    <a:pt x="95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21"/>
            <p:cNvSpPr/>
            <p:nvPr/>
          </p:nvSpPr>
          <p:spPr>
            <a:xfrm>
              <a:off x="6911750" y="3366850"/>
              <a:ext cx="23900" cy="125325"/>
            </a:xfrm>
            <a:custGeom>
              <a:avLst/>
              <a:gdLst/>
              <a:ahLst/>
              <a:cxnLst/>
              <a:rect l="l" t="t" r="r" b="b"/>
              <a:pathLst>
                <a:path w="956" h="5013" extrusionOk="0">
                  <a:moveTo>
                    <a:pt x="0" y="1"/>
                  </a:moveTo>
                  <a:lnTo>
                    <a:pt x="0" y="5012"/>
                  </a:lnTo>
                  <a:lnTo>
                    <a:pt x="956" y="5012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21"/>
            <p:cNvSpPr/>
            <p:nvPr/>
          </p:nvSpPr>
          <p:spPr>
            <a:xfrm>
              <a:off x="6911750" y="3380975"/>
              <a:ext cx="23900" cy="8600"/>
            </a:xfrm>
            <a:custGeom>
              <a:avLst/>
              <a:gdLst/>
              <a:ahLst/>
              <a:cxnLst/>
              <a:rect l="l" t="t" r="r" b="b"/>
              <a:pathLst>
                <a:path w="956" h="344" extrusionOk="0">
                  <a:moveTo>
                    <a:pt x="0" y="1"/>
                  </a:moveTo>
                  <a:lnTo>
                    <a:pt x="0" y="344"/>
                  </a:lnTo>
                  <a:lnTo>
                    <a:pt x="956" y="344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21"/>
            <p:cNvSpPr/>
            <p:nvPr/>
          </p:nvSpPr>
          <p:spPr>
            <a:xfrm>
              <a:off x="6911750" y="3472000"/>
              <a:ext cx="23900" cy="8600"/>
            </a:xfrm>
            <a:custGeom>
              <a:avLst/>
              <a:gdLst/>
              <a:ahLst/>
              <a:cxnLst/>
              <a:rect l="l" t="t" r="r" b="b"/>
              <a:pathLst>
                <a:path w="956" h="344" extrusionOk="0">
                  <a:moveTo>
                    <a:pt x="0" y="1"/>
                  </a:moveTo>
                  <a:lnTo>
                    <a:pt x="0" y="344"/>
                  </a:lnTo>
                  <a:lnTo>
                    <a:pt x="956" y="344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21"/>
            <p:cNvSpPr/>
            <p:nvPr/>
          </p:nvSpPr>
          <p:spPr>
            <a:xfrm>
              <a:off x="6935625" y="3366850"/>
              <a:ext cx="23800" cy="125325"/>
            </a:xfrm>
            <a:custGeom>
              <a:avLst/>
              <a:gdLst/>
              <a:ahLst/>
              <a:cxnLst/>
              <a:rect l="l" t="t" r="r" b="b"/>
              <a:pathLst>
                <a:path w="952" h="5013" extrusionOk="0">
                  <a:moveTo>
                    <a:pt x="1" y="1"/>
                  </a:moveTo>
                  <a:lnTo>
                    <a:pt x="1" y="5012"/>
                  </a:lnTo>
                  <a:lnTo>
                    <a:pt x="951" y="5012"/>
                  </a:lnTo>
                  <a:lnTo>
                    <a:pt x="9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21"/>
            <p:cNvSpPr/>
            <p:nvPr/>
          </p:nvSpPr>
          <p:spPr>
            <a:xfrm>
              <a:off x="6935625" y="3380975"/>
              <a:ext cx="23800" cy="8600"/>
            </a:xfrm>
            <a:custGeom>
              <a:avLst/>
              <a:gdLst/>
              <a:ahLst/>
              <a:cxnLst/>
              <a:rect l="l" t="t" r="r" b="b"/>
              <a:pathLst>
                <a:path w="952" h="344" extrusionOk="0">
                  <a:moveTo>
                    <a:pt x="1" y="1"/>
                  </a:moveTo>
                  <a:lnTo>
                    <a:pt x="1" y="344"/>
                  </a:lnTo>
                  <a:lnTo>
                    <a:pt x="951" y="344"/>
                  </a:lnTo>
                  <a:lnTo>
                    <a:pt x="95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21"/>
            <p:cNvSpPr/>
            <p:nvPr/>
          </p:nvSpPr>
          <p:spPr>
            <a:xfrm>
              <a:off x="6935625" y="3472000"/>
              <a:ext cx="23800" cy="8600"/>
            </a:xfrm>
            <a:custGeom>
              <a:avLst/>
              <a:gdLst/>
              <a:ahLst/>
              <a:cxnLst/>
              <a:rect l="l" t="t" r="r" b="b"/>
              <a:pathLst>
                <a:path w="952" h="344" extrusionOk="0">
                  <a:moveTo>
                    <a:pt x="1" y="1"/>
                  </a:moveTo>
                  <a:lnTo>
                    <a:pt x="1" y="344"/>
                  </a:lnTo>
                  <a:lnTo>
                    <a:pt x="951" y="344"/>
                  </a:lnTo>
                  <a:lnTo>
                    <a:pt x="95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21"/>
            <p:cNvSpPr/>
            <p:nvPr/>
          </p:nvSpPr>
          <p:spPr>
            <a:xfrm>
              <a:off x="6959400" y="3372300"/>
              <a:ext cx="83650" cy="120300"/>
            </a:xfrm>
            <a:custGeom>
              <a:avLst/>
              <a:gdLst/>
              <a:ahLst/>
              <a:cxnLst/>
              <a:rect l="l" t="t" r="r" b="b"/>
              <a:pathLst>
                <a:path w="3346" h="4812" extrusionOk="0">
                  <a:moveTo>
                    <a:pt x="827" y="1"/>
                  </a:moveTo>
                  <a:lnTo>
                    <a:pt x="0" y="481"/>
                  </a:lnTo>
                  <a:lnTo>
                    <a:pt x="2519" y="4811"/>
                  </a:lnTo>
                  <a:lnTo>
                    <a:pt x="3346" y="4332"/>
                  </a:lnTo>
                  <a:lnTo>
                    <a:pt x="82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21"/>
            <p:cNvSpPr/>
            <p:nvPr/>
          </p:nvSpPr>
          <p:spPr>
            <a:xfrm>
              <a:off x="6966575" y="3384525"/>
              <a:ext cx="24875" cy="19400"/>
            </a:xfrm>
            <a:custGeom>
              <a:avLst/>
              <a:gdLst/>
              <a:ahLst/>
              <a:cxnLst/>
              <a:rect l="l" t="t" r="r" b="b"/>
              <a:pathLst>
                <a:path w="995" h="776" extrusionOk="0">
                  <a:moveTo>
                    <a:pt x="823" y="0"/>
                  </a:moveTo>
                  <a:lnTo>
                    <a:pt x="0" y="480"/>
                  </a:lnTo>
                  <a:lnTo>
                    <a:pt x="172" y="776"/>
                  </a:lnTo>
                  <a:lnTo>
                    <a:pt x="994" y="296"/>
                  </a:lnTo>
                  <a:lnTo>
                    <a:pt x="82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21"/>
            <p:cNvSpPr/>
            <p:nvPr/>
          </p:nvSpPr>
          <p:spPr>
            <a:xfrm>
              <a:off x="7012300" y="3463225"/>
              <a:ext cx="24975" cy="19400"/>
            </a:xfrm>
            <a:custGeom>
              <a:avLst/>
              <a:gdLst/>
              <a:ahLst/>
              <a:cxnLst/>
              <a:rect l="l" t="t" r="r" b="b"/>
              <a:pathLst>
                <a:path w="999" h="776" extrusionOk="0">
                  <a:moveTo>
                    <a:pt x="823" y="1"/>
                  </a:moveTo>
                  <a:lnTo>
                    <a:pt x="1" y="480"/>
                  </a:lnTo>
                  <a:lnTo>
                    <a:pt x="172" y="776"/>
                  </a:lnTo>
                  <a:lnTo>
                    <a:pt x="999" y="296"/>
                  </a:lnTo>
                  <a:lnTo>
                    <a:pt x="82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21"/>
            <p:cNvSpPr/>
            <p:nvPr/>
          </p:nvSpPr>
          <p:spPr>
            <a:xfrm>
              <a:off x="6864100" y="3492150"/>
              <a:ext cx="195450" cy="7725"/>
            </a:xfrm>
            <a:custGeom>
              <a:avLst/>
              <a:gdLst/>
              <a:ahLst/>
              <a:cxnLst/>
              <a:rect l="l" t="t" r="r" b="b"/>
              <a:pathLst>
                <a:path w="7818" h="309" extrusionOk="0">
                  <a:moveTo>
                    <a:pt x="0" y="0"/>
                  </a:moveTo>
                  <a:lnTo>
                    <a:pt x="0" y="309"/>
                  </a:lnTo>
                  <a:lnTo>
                    <a:pt x="7818" y="309"/>
                  </a:lnTo>
                  <a:lnTo>
                    <a:pt x="781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80" name="Google Shape;980;p21"/>
          <p:cNvSpPr/>
          <p:nvPr/>
        </p:nvSpPr>
        <p:spPr>
          <a:xfrm>
            <a:off x="-105207" y="4582222"/>
            <a:ext cx="5318609" cy="21779"/>
          </a:xfrm>
          <a:custGeom>
            <a:avLst/>
            <a:gdLst/>
            <a:ahLst/>
            <a:cxnLst/>
            <a:rect l="l" t="t" r="r" b="b"/>
            <a:pathLst>
              <a:path w="65205" h="267" extrusionOk="0">
                <a:moveTo>
                  <a:pt x="1" y="1"/>
                </a:moveTo>
                <a:lnTo>
                  <a:pt x="1" y="267"/>
                </a:lnTo>
                <a:lnTo>
                  <a:pt x="65205" y="267"/>
                </a:lnTo>
                <a:lnTo>
                  <a:pt x="65205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81" name="Google Shape;981;p21"/>
          <p:cNvGrpSpPr/>
          <p:nvPr/>
        </p:nvGrpSpPr>
        <p:grpSpPr>
          <a:xfrm>
            <a:off x="8391228" y="3058255"/>
            <a:ext cx="1331677" cy="1545752"/>
            <a:chOff x="5294125" y="884300"/>
            <a:chExt cx="399675" cy="463925"/>
          </a:xfrm>
        </p:grpSpPr>
        <p:sp>
          <p:nvSpPr>
            <p:cNvPr id="982" name="Google Shape;982;p21"/>
            <p:cNvSpPr/>
            <p:nvPr/>
          </p:nvSpPr>
          <p:spPr>
            <a:xfrm>
              <a:off x="5472100" y="901250"/>
              <a:ext cx="6950" cy="170200"/>
            </a:xfrm>
            <a:custGeom>
              <a:avLst/>
              <a:gdLst/>
              <a:ahLst/>
              <a:cxnLst/>
              <a:rect l="l" t="t" r="r" b="b"/>
              <a:pathLst>
                <a:path w="278" h="6808" extrusionOk="0">
                  <a:moveTo>
                    <a:pt x="0" y="0"/>
                  </a:moveTo>
                  <a:lnTo>
                    <a:pt x="0" y="6807"/>
                  </a:lnTo>
                  <a:lnTo>
                    <a:pt x="277" y="6807"/>
                  </a:lnTo>
                  <a:lnTo>
                    <a:pt x="2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21"/>
            <p:cNvSpPr/>
            <p:nvPr/>
          </p:nvSpPr>
          <p:spPr>
            <a:xfrm>
              <a:off x="5412550" y="884300"/>
              <a:ext cx="126025" cy="80750"/>
            </a:xfrm>
            <a:custGeom>
              <a:avLst/>
              <a:gdLst/>
              <a:ahLst/>
              <a:cxnLst/>
              <a:rect l="l" t="t" r="r" b="b"/>
              <a:pathLst>
                <a:path w="5041" h="3230" extrusionOk="0">
                  <a:moveTo>
                    <a:pt x="1044" y="0"/>
                  </a:moveTo>
                  <a:lnTo>
                    <a:pt x="1" y="3230"/>
                  </a:lnTo>
                  <a:lnTo>
                    <a:pt x="5041" y="3230"/>
                  </a:lnTo>
                  <a:lnTo>
                    <a:pt x="399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21"/>
            <p:cNvSpPr/>
            <p:nvPr/>
          </p:nvSpPr>
          <p:spPr>
            <a:xfrm>
              <a:off x="5378875" y="1055800"/>
              <a:ext cx="148325" cy="39950"/>
            </a:xfrm>
            <a:custGeom>
              <a:avLst/>
              <a:gdLst/>
              <a:ahLst/>
              <a:cxnLst/>
              <a:rect l="l" t="t" r="r" b="b"/>
              <a:pathLst>
                <a:path w="5933" h="1598" extrusionOk="0">
                  <a:moveTo>
                    <a:pt x="0" y="1"/>
                  </a:moveTo>
                  <a:lnTo>
                    <a:pt x="0" y="1597"/>
                  </a:lnTo>
                  <a:lnTo>
                    <a:pt x="5933" y="1597"/>
                  </a:lnTo>
                  <a:lnTo>
                    <a:pt x="593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21"/>
            <p:cNvSpPr/>
            <p:nvPr/>
          </p:nvSpPr>
          <p:spPr>
            <a:xfrm>
              <a:off x="5492850" y="1055800"/>
              <a:ext cx="17200" cy="39950"/>
            </a:xfrm>
            <a:custGeom>
              <a:avLst/>
              <a:gdLst/>
              <a:ahLst/>
              <a:cxnLst/>
              <a:rect l="l" t="t" r="r" b="b"/>
              <a:pathLst>
                <a:path w="688" h="1598" extrusionOk="0">
                  <a:moveTo>
                    <a:pt x="0" y="1"/>
                  </a:moveTo>
                  <a:lnTo>
                    <a:pt x="0" y="1597"/>
                  </a:lnTo>
                  <a:lnTo>
                    <a:pt x="687" y="1597"/>
                  </a:lnTo>
                  <a:lnTo>
                    <a:pt x="68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21"/>
            <p:cNvSpPr/>
            <p:nvPr/>
          </p:nvSpPr>
          <p:spPr>
            <a:xfrm>
              <a:off x="5390250" y="1095725"/>
              <a:ext cx="153700" cy="31025"/>
            </a:xfrm>
            <a:custGeom>
              <a:avLst/>
              <a:gdLst/>
              <a:ahLst/>
              <a:cxnLst/>
              <a:rect l="l" t="t" r="r" b="b"/>
              <a:pathLst>
                <a:path w="6148" h="1241" extrusionOk="0">
                  <a:moveTo>
                    <a:pt x="0" y="0"/>
                  </a:moveTo>
                  <a:lnTo>
                    <a:pt x="0" y="1241"/>
                  </a:lnTo>
                  <a:lnTo>
                    <a:pt x="6147" y="1241"/>
                  </a:lnTo>
                  <a:lnTo>
                    <a:pt x="61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21"/>
            <p:cNvSpPr/>
            <p:nvPr/>
          </p:nvSpPr>
          <p:spPr>
            <a:xfrm>
              <a:off x="5406525" y="1095725"/>
              <a:ext cx="14750" cy="31025"/>
            </a:xfrm>
            <a:custGeom>
              <a:avLst/>
              <a:gdLst/>
              <a:ahLst/>
              <a:cxnLst/>
              <a:rect l="l" t="t" r="r" b="b"/>
              <a:pathLst>
                <a:path w="590" h="1241" extrusionOk="0">
                  <a:moveTo>
                    <a:pt x="1" y="0"/>
                  </a:moveTo>
                  <a:lnTo>
                    <a:pt x="1" y="1241"/>
                  </a:lnTo>
                  <a:lnTo>
                    <a:pt x="589" y="1241"/>
                  </a:lnTo>
                  <a:lnTo>
                    <a:pt x="58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21"/>
            <p:cNvSpPr/>
            <p:nvPr/>
          </p:nvSpPr>
          <p:spPr>
            <a:xfrm>
              <a:off x="5428600" y="1095725"/>
              <a:ext cx="10300" cy="31025"/>
            </a:xfrm>
            <a:custGeom>
              <a:avLst/>
              <a:gdLst/>
              <a:ahLst/>
              <a:cxnLst/>
              <a:rect l="l" t="t" r="r" b="b"/>
              <a:pathLst>
                <a:path w="412" h="1241" extrusionOk="0">
                  <a:moveTo>
                    <a:pt x="1" y="0"/>
                  </a:moveTo>
                  <a:lnTo>
                    <a:pt x="1" y="1241"/>
                  </a:lnTo>
                  <a:lnTo>
                    <a:pt x="411" y="1241"/>
                  </a:lnTo>
                  <a:lnTo>
                    <a:pt x="4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21"/>
            <p:cNvSpPr/>
            <p:nvPr/>
          </p:nvSpPr>
          <p:spPr>
            <a:xfrm>
              <a:off x="5299700" y="1138550"/>
              <a:ext cx="53100" cy="209675"/>
            </a:xfrm>
            <a:custGeom>
              <a:avLst/>
              <a:gdLst/>
              <a:ahLst/>
              <a:cxnLst/>
              <a:rect l="l" t="t" r="r" b="b"/>
              <a:pathLst>
                <a:path w="2124" h="8387" extrusionOk="0">
                  <a:moveTo>
                    <a:pt x="866" y="0"/>
                  </a:moveTo>
                  <a:lnTo>
                    <a:pt x="9" y="8110"/>
                  </a:lnTo>
                  <a:cubicBezTo>
                    <a:pt x="1" y="8181"/>
                    <a:pt x="18" y="8252"/>
                    <a:pt x="63" y="8306"/>
                  </a:cubicBezTo>
                  <a:cubicBezTo>
                    <a:pt x="108" y="8359"/>
                    <a:pt x="179" y="8386"/>
                    <a:pt x="250" y="8386"/>
                  </a:cubicBezTo>
                  <a:cubicBezTo>
                    <a:pt x="357" y="8386"/>
                    <a:pt x="455" y="8315"/>
                    <a:pt x="482" y="8199"/>
                  </a:cubicBezTo>
                  <a:lnTo>
                    <a:pt x="2124" y="27"/>
                  </a:lnTo>
                  <a:lnTo>
                    <a:pt x="1981" y="0"/>
                  </a:lnTo>
                  <a:lnTo>
                    <a:pt x="340" y="8172"/>
                  </a:lnTo>
                  <a:cubicBezTo>
                    <a:pt x="328" y="8211"/>
                    <a:pt x="285" y="8236"/>
                    <a:pt x="244" y="8236"/>
                  </a:cubicBezTo>
                  <a:cubicBezTo>
                    <a:pt x="219" y="8236"/>
                    <a:pt x="196" y="8228"/>
                    <a:pt x="179" y="8208"/>
                  </a:cubicBezTo>
                  <a:cubicBezTo>
                    <a:pt x="161" y="8190"/>
                    <a:pt x="152" y="8163"/>
                    <a:pt x="161" y="8127"/>
                  </a:cubicBezTo>
                  <a:lnTo>
                    <a:pt x="1018" y="18"/>
                  </a:lnTo>
                  <a:lnTo>
                    <a:pt x="86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21"/>
            <p:cNvSpPr/>
            <p:nvPr/>
          </p:nvSpPr>
          <p:spPr>
            <a:xfrm>
              <a:off x="5634900" y="1138550"/>
              <a:ext cx="53125" cy="209675"/>
            </a:xfrm>
            <a:custGeom>
              <a:avLst/>
              <a:gdLst/>
              <a:ahLst/>
              <a:cxnLst/>
              <a:rect l="l" t="t" r="r" b="b"/>
              <a:pathLst>
                <a:path w="2125" h="8387" extrusionOk="0">
                  <a:moveTo>
                    <a:pt x="144" y="0"/>
                  </a:moveTo>
                  <a:lnTo>
                    <a:pt x="1" y="27"/>
                  </a:lnTo>
                  <a:lnTo>
                    <a:pt x="1642" y="8208"/>
                  </a:lnTo>
                  <a:cubicBezTo>
                    <a:pt x="1669" y="8315"/>
                    <a:pt x="1767" y="8386"/>
                    <a:pt x="1874" y="8386"/>
                  </a:cubicBezTo>
                  <a:cubicBezTo>
                    <a:pt x="1946" y="8386"/>
                    <a:pt x="2017" y="8359"/>
                    <a:pt x="2062" y="8306"/>
                  </a:cubicBezTo>
                  <a:cubicBezTo>
                    <a:pt x="2106" y="8252"/>
                    <a:pt x="2124" y="8181"/>
                    <a:pt x="2115" y="8110"/>
                  </a:cubicBezTo>
                  <a:lnTo>
                    <a:pt x="1259" y="0"/>
                  </a:lnTo>
                  <a:lnTo>
                    <a:pt x="1116" y="18"/>
                  </a:lnTo>
                  <a:lnTo>
                    <a:pt x="1972" y="8136"/>
                  </a:lnTo>
                  <a:cubicBezTo>
                    <a:pt x="1972" y="8163"/>
                    <a:pt x="1963" y="8190"/>
                    <a:pt x="1946" y="8208"/>
                  </a:cubicBezTo>
                  <a:cubicBezTo>
                    <a:pt x="1929" y="8228"/>
                    <a:pt x="1905" y="8236"/>
                    <a:pt x="1881" y="8236"/>
                  </a:cubicBezTo>
                  <a:cubicBezTo>
                    <a:pt x="1840" y="8236"/>
                    <a:pt x="1800" y="8211"/>
                    <a:pt x="1794" y="8172"/>
                  </a:cubicBezTo>
                  <a:lnTo>
                    <a:pt x="1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21"/>
            <p:cNvSpPr/>
            <p:nvPr/>
          </p:nvSpPr>
          <p:spPr>
            <a:xfrm>
              <a:off x="5294125" y="1126725"/>
              <a:ext cx="399675" cy="16300"/>
            </a:xfrm>
            <a:custGeom>
              <a:avLst/>
              <a:gdLst/>
              <a:ahLst/>
              <a:cxnLst/>
              <a:rect l="l" t="t" r="r" b="b"/>
              <a:pathLst>
                <a:path w="15987" h="652" extrusionOk="0">
                  <a:moveTo>
                    <a:pt x="0" y="1"/>
                  </a:moveTo>
                  <a:lnTo>
                    <a:pt x="0" y="652"/>
                  </a:lnTo>
                  <a:lnTo>
                    <a:pt x="15987" y="652"/>
                  </a:lnTo>
                  <a:lnTo>
                    <a:pt x="159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21"/>
            <p:cNvSpPr/>
            <p:nvPr/>
          </p:nvSpPr>
          <p:spPr>
            <a:xfrm>
              <a:off x="5313750" y="1065175"/>
              <a:ext cx="47525" cy="57775"/>
            </a:xfrm>
            <a:custGeom>
              <a:avLst/>
              <a:gdLst/>
              <a:ahLst/>
              <a:cxnLst/>
              <a:rect l="l" t="t" r="r" b="b"/>
              <a:pathLst>
                <a:path w="1901" h="2311" extrusionOk="0">
                  <a:moveTo>
                    <a:pt x="1892" y="0"/>
                  </a:moveTo>
                  <a:lnTo>
                    <a:pt x="1" y="9"/>
                  </a:lnTo>
                  <a:lnTo>
                    <a:pt x="9" y="1651"/>
                  </a:lnTo>
                  <a:cubicBezTo>
                    <a:pt x="9" y="2016"/>
                    <a:pt x="313" y="2311"/>
                    <a:pt x="679" y="2311"/>
                  </a:cubicBezTo>
                  <a:lnTo>
                    <a:pt x="1241" y="2311"/>
                  </a:lnTo>
                  <a:cubicBezTo>
                    <a:pt x="1606" y="2302"/>
                    <a:pt x="1901" y="2008"/>
                    <a:pt x="1901" y="1642"/>
                  </a:cubicBezTo>
                  <a:lnTo>
                    <a:pt x="18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21"/>
            <p:cNvSpPr/>
            <p:nvPr/>
          </p:nvSpPr>
          <p:spPr>
            <a:xfrm>
              <a:off x="5326025" y="1120250"/>
              <a:ext cx="23000" cy="6500"/>
            </a:xfrm>
            <a:custGeom>
              <a:avLst/>
              <a:gdLst/>
              <a:ahLst/>
              <a:cxnLst/>
              <a:rect l="l" t="t" r="r" b="b"/>
              <a:pathLst>
                <a:path w="920" h="260" extrusionOk="0">
                  <a:moveTo>
                    <a:pt x="0" y="1"/>
                  </a:moveTo>
                  <a:lnTo>
                    <a:pt x="0" y="260"/>
                  </a:lnTo>
                  <a:lnTo>
                    <a:pt x="919" y="260"/>
                  </a:lnTo>
                  <a:lnTo>
                    <a:pt x="91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21"/>
            <p:cNvSpPr/>
            <p:nvPr/>
          </p:nvSpPr>
          <p:spPr>
            <a:xfrm>
              <a:off x="5297250" y="1072300"/>
              <a:ext cx="40400" cy="43525"/>
            </a:xfrm>
            <a:custGeom>
              <a:avLst/>
              <a:gdLst/>
              <a:ahLst/>
              <a:cxnLst/>
              <a:rect l="l" t="t" r="r" b="b"/>
              <a:pathLst>
                <a:path w="1616" h="1741" extrusionOk="0">
                  <a:moveTo>
                    <a:pt x="1312" y="295"/>
                  </a:moveTo>
                  <a:lnTo>
                    <a:pt x="1312" y="1446"/>
                  </a:lnTo>
                  <a:lnTo>
                    <a:pt x="509" y="1446"/>
                  </a:lnTo>
                  <a:cubicBezTo>
                    <a:pt x="393" y="1446"/>
                    <a:pt x="304" y="1348"/>
                    <a:pt x="304" y="1241"/>
                  </a:cubicBezTo>
                  <a:lnTo>
                    <a:pt x="304" y="509"/>
                  </a:lnTo>
                  <a:cubicBezTo>
                    <a:pt x="304" y="393"/>
                    <a:pt x="393" y="295"/>
                    <a:pt x="509" y="295"/>
                  </a:cubicBezTo>
                  <a:close/>
                  <a:moveTo>
                    <a:pt x="509" y="1"/>
                  </a:moveTo>
                  <a:cubicBezTo>
                    <a:pt x="232" y="1"/>
                    <a:pt x="0" y="224"/>
                    <a:pt x="0" y="509"/>
                  </a:cubicBezTo>
                  <a:lnTo>
                    <a:pt x="0" y="1241"/>
                  </a:lnTo>
                  <a:cubicBezTo>
                    <a:pt x="0" y="1517"/>
                    <a:pt x="232" y="1740"/>
                    <a:pt x="509" y="1740"/>
                  </a:cubicBezTo>
                  <a:lnTo>
                    <a:pt x="1615" y="1740"/>
                  </a:lnTo>
                  <a:lnTo>
                    <a:pt x="16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5" name="Google Shape;995;p21"/>
          <p:cNvGrpSpPr/>
          <p:nvPr/>
        </p:nvGrpSpPr>
        <p:grpSpPr>
          <a:xfrm>
            <a:off x="-560618" y="2790587"/>
            <a:ext cx="1190248" cy="1813421"/>
            <a:chOff x="9231782" y="2801487"/>
            <a:chExt cx="1190248" cy="1813421"/>
          </a:xfrm>
        </p:grpSpPr>
        <p:sp>
          <p:nvSpPr>
            <p:cNvPr id="996" name="Google Shape;996;p21"/>
            <p:cNvSpPr/>
            <p:nvPr/>
          </p:nvSpPr>
          <p:spPr>
            <a:xfrm>
              <a:off x="10107618" y="3108892"/>
              <a:ext cx="314411" cy="205391"/>
            </a:xfrm>
            <a:custGeom>
              <a:avLst/>
              <a:gdLst/>
              <a:ahLst/>
              <a:cxnLst/>
              <a:rect l="l" t="t" r="r" b="b"/>
              <a:pathLst>
                <a:path w="4176" h="2728" extrusionOk="0">
                  <a:moveTo>
                    <a:pt x="1914" y="0"/>
                  </a:moveTo>
                  <a:cubicBezTo>
                    <a:pt x="1694" y="0"/>
                    <a:pt x="1473" y="14"/>
                    <a:pt x="1249" y="28"/>
                  </a:cubicBezTo>
                  <a:lnTo>
                    <a:pt x="0" y="1331"/>
                  </a:lnTo>
                  <a:cubicBezTo>
                    <a:pt x="223" y="1295"/>
                    <a:pt x="452" y="1261"/>
                    <a:pt x="677" y="1261"/>
                  </a:cubicBezTo>
                  <a:cubicBezTo>
                    <a:pt x="895" y="1261"/>
                    <a:pt x="1110" y="1292"/>
                    <a:pt x="1312" y="1384"/>
                  </a:cubicBezTo>
                  <a:cubicBezTo>
                    <a:pt x="1686" y="1554"/>
                    <a:pt x="1954" y="1893"/>
                    <a:pt x="2248" y="2196"/>
                  </a:cubicBezTo>
                  <a:cubicBezTo>
                    <a:pt x="2513" y="2469"/>
                    <a:pt x="2848" y="2727"/>
                    <a:pt x="3215" y="2727"/>
                  </a:cubicBezTo>
                  <a:cubicBezTo>
                    <a:pt x="3244" y="2727"/>
                    <a:pt x="3272" y="2726"/>
                    <a:pt x="3301" y="2723"/>
                  </a:cubicBezTo>
                  <a:cubicBezTo>
                    <a:pt x="3720" y="2687"/>
                    <a:pt x="4059" y="2268"/>
                    <a:pt x="4122" y="1813"/>
                  </a:cubicBezTo>
                  <a:cubicBezTo>
                    <a:pt x="4175" y="1358"/>
                    <a:pt x="3979" y="894"/>
                    <a:pt x="3658" y="590"/>
                  </a:cubicBezTo>
                  <a:cubicBezTo>
                    <a:pt x="3346" y="278"/>
                    <a:pt x="2935" y="118"/>
                    <a:pt x="2516" y="46"/>
                  </a:cubicBezTo>
                  <a:cubicBezTo>
                    <a:pt x="2316" y="12"/>
                    <a:pt x="2115" y="0"/>
                    <a:pt x="19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21"/>
            <p:cNvSpPr/>
            <p:nvPr/>
          </p:nvSpPr>
          <p:spPr>
            <a:xfrm>
              <a:off x="10210388" y="3479089"/>
              <a:ext cx="206897" cy="123626"/>
            </a:xfrm>
            <a:custGeom>
              <a:avLst/>
              <a:gdLst/>
              <a:ahLst/>
              <a:cxnLst/>
              <a:rect l="l" t="t" r="r" b="b"/>
              <a:pathLst>
                <a:path w="2748" h="1642" extrusionOk="0">
                  <a:moveTo>
                    <a:pt x="1240" y="0"/>
                  </a:moveTo>
                  <a:lnTo>
                    <a:pt x="0" y="143"/>
                  </a:lnTo>
                  <a:cubicBezTo>
                    <a:pt x="72" y="393"/>
                    <a:pt x="330" y="544"/>
                    <a:pt x="580" y="634"/>
                  </a:cubicBezTo>
                  <a:cubicBezTo>
                    <a:pt x="803" y="714"/>
                    <a:pt x="1017" y="776"/>
                    <a:pt x="1214" y="928"/>
                  </a:cubicBezTo>
                  <a:cubicBezTo>
                    <a:pt x="1383" y="1071"/>
                    <a:pt x="1526" y="1240"/>
                    <a:pt x="1677" y="1383"/>
                  </a:cubicBezTo>
                  <a:cubicBezTo>
                    <a:pt x="1820" y="1526"/>
                    <a:pt x="1999" y="1642"/>
                    <a:pt x="2195" y="1642"/>
                  </a:cubicBezTo>
                  <a:cubicBezTo>
                    <a:pt x="2507" y="1633"/>
                    <a:pt x="2748" y="1276"/>
                    <a:pt x="2712" y="955"/>
                  </a:cubicBezTo>
                  <a:cubicBezTo>
                    <a:pt x="2677" y="625"/>
                    <a:pt x="2436" y="357"/>
                    <a:pt x="2159" y="214"/>
                  </a:cubicBezTo>
                  <a:cubicBezTo>
                    <a:pt x="1874" y="63"/>
                    <a:pt x="1553" y="27"/>
                    <a:pt x="12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21"/>
            <p:cNvSpPr/>
            <p:nvPr/>
          </p:nvSpPr>
          <p:spPr>
            <a:xfrm>
              <a:off x="9990770" y="3446338"/>
              <a:ext cx="390981" cy="259826"/>
            </a:xfrm>
            <a:custGeom>
              <a:avLst/>
              <a:gdLst/>
              <a:ahLst/>
              <a:cxnLst/>
              <a:rect l="l" t="t" r="r" b="b"/>
              <a:pathLst>
                <a:path w="5193" h="3451" extrusionOk="0">
                  <a:moveTo>
                    <a:pt x="3016" y="0"/>
                  </a:moveTo>
                  <a:cubicBezTo>
                    <a:pt x="2329" y="0"/>
                    <a:pt x="1638" y="267"/>
                    <a:pt x="1115" y="738"/>
                  </a:cubicBezTo>
                  <a:cubicBezTo>
                    <a:pt x="384" y="1408"/>
                    <a:pt x="0" y="2442"/>
                    <a:pt x="36" y="3450"/>
                  </a:cubicBezTo>
                  <a:cubicBezTo>
                    <a:pt x="669" y="3111"/>
                    <a:pt x="1543" y="2656"/>
                    <a:pt x="2070" y="2166"/>
                  </a:cubicBezTo>
                  <a:cubicBezTo>
                    <a:pt x="2195" y="2050"/>
                    <a:pt x="2320" y="1934"/>
                    <a:pt x="2453" y="1836"/>
                  </a:cubicBezTo>
                  <a:cubicBezTo>
                    <a:pt x="2653" y="1686"/>
                    <a:pt x="3687" y="694"/>
                    <a:pt x="4915" y="694"/>
                  </a:cubicBezTo>
                  <a:cubicBezTo>
                    <a:pt x="5006" y="694"/>
                    <a:pt x="5099" y="700"/>
                    <a:pt x="5192" y="712"/>
                  </a:cubicBezTo>
                  <a:cubicBezTo>
                    <a:pt x="4728" y="408"/>
                    <a:pt x="4211" y="266"/>
                    <a:pt x="3827" y="132"/>
                  </a:cubicBezTo>
                  <a:cubicBezTo>
                    <a:pt x="3565" y="43"/>
                    <a:pt x="3291" y="0"/>
                    <a:pt x="30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21"/>
            <p:cNvSpPr/>
            <p:nvPr/>
          </p:nvSpPr>
          <p:spPr>
            <a:xfrm>
              <a:off x="9914879" y="3089317"/>
              <a:ext cx="392939" cy="438188"/>
            </a:xfrm>
            <a:custGeom>
              <a:avLst/>
              <a:gdLst/>
              <a:ahLst/>
              <a:cxnLst/>
              <a:rect l="l" t="t" r="r" b="b"/>
              <a:pathLst>
                <a:path w="5219" h="5820" extrusionOk="0">
                  <a:moveTo>
                    <a:pt x="2579" y="0"/>
                  </a:moveTo>
                  <a:cubicBezTo>
                    <a:pt x="1699" y="0"/>
                    <a:pt x="870" y="628"/>
                    <a:pt x="464" y="1448"/>
                  </a:cubicBezTo>
                  <a:cubicBezTo>
                    <a:pt x="18" y="2331"/>
                    <a:pt x="0" y="3393"/>
                    <a:pt x="187" y="4374"/>
                  </a:cubicBezTo>
                  <a:cubicBezTo>
                    <a:pt x="277" y="4856"/>
                    <a:pt x="419" y="5338"/>
                    <a:pt x="339" y="5819"/>
                  </a:cubicBezTo>
                  <a:cubicBezTo>
                    <a:pt x="1802" y="4303"/>
                    <a:pt x="1927" y="2492"/>
                    <a:pt x="2855" y="1992"/>
                  </a:cubicBezTo>
                  <a:cubicBezTo>
                    <a:pt x="3765" y="1493"/>
                    <a:pt x="4291" y="636"/>
                    <a:pt x="5219" y="395"/>
                  </a:cubicBezTo>
                  <a:cubicBezTo>
                    <a:pt x="5112" y="324"/>
                    <a:pt x="4916" y="279"/>
                    <a:pt x="4773" y="279"/>
                  </a:cubicBezTo>
                  <a:cubicBezTo>
                    <a:pt x="4656" y="283"/>
                    <a:pt x="4541" y="286"/>
                    <a:pt x="4426" y="286"/>
                  </a:cubicBezTo>
                  <a:cubicBezTo>
                    <a:pt x="4216" y="286"/>
                    <a:pt x="4008" y="275"/>
                    <a:pt x="3800" y="235"/>
                  </a:cubicBezTo>
                  <a:cubicBezTo>
                    <a:pt x="3452" y="181"/>
                    <a:pt x="3131" y="48"/>
                    <a:pt x="2783" y="12"/>
                  </a:cubicBezTo>
                  <a:cubicBezTo>
                    <a:pt x="2715" y="4"/>
                    <a:pt x="2647" y="0"/>
                    <a:pt x="25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21"/>
            <p:cNvSpPr/>
            <p:nvPr/>
          </p:nvSpPr>
          <p:spPr>
            <a:xfrm>
              <a:off x="9568926" y="2801487"/>
              <a:ext cx="338579" cy="637330"/>
            </a:xfrm>
            <a:custGeom>
              <a:avLst/>
              <a:gdLst/>
              <a:ahLst/>
              <a:cxnLst/>
              <a:rect l="l" t="t" r="r" b="b"/>
              <a:pathLst>
                <a:path w="4497" h="8465" extrusionOk="0">
                  <a:moveTo>
                    <a:pt x="875" y="1"/>
                  </a:moveTo>
                  <a:cubicBezTo>
                    <a:pt x="630" y="1"/>
                    <a:pt x="379" y="89"/>
                    <a:pt x="215" y="275"/>
                  </a:cubicBezTo>
                  <a:cubicBezTo>
                    <a:pt x="63" y="463"/>
                    <a:pt x="1" y="713"/>
                    <a:pt x="1" y="953"/>
                  </a:cubicBezTo>
                  <a:cubicBezTo>
                    <a:pt x="1" y="1194"/>
                    <a:pt x="63" y="1426"/>
                    <a:pt x="126" y="1658"/>
                  </a:cubicBezTo>
                  <a:cubicBezTo>
                    <a:pt x="215" y="1961"/>
                    <a:pt x="304" y="2265"/>
                    <a:pt x="393" y="2559"/>
                  </a:cubicBezTo>
                  <a:cubicBezTo>
                    <a:pt x="491" y="2862"/>
                    <a:pt x="598" y="3157"/>
                    <a:pt x="732" y="3442"/>
                  </a:cubicBezTo>
                  <a:cubicBezTo>
                    <a:pt x="857" y="3701"/>
                    <a:pt x="1000" y="3942"/>
                    <a:pt x="1143" y="4192"/>
                  </a:cubicBezTo>
                  <a:cubicBezTo>
                    <a:pt x="1383" y="4575"/>
                    <a:pt x="1615" y="4959"/>
                    <a:pt x="1847" y="5343"/>
                  </a:cubicBezTo>
                  <a:cubicBezTo>
                    <a:pt x="1999" y="5610"/>
                    <a:pt x="2160" y="5878"/>
                    <a:pt x="2356" y="6110"/>
                  </a:cubicBezTo>
                  <a:cubicBezTo>
                    <a:pt x="2677" y="6493"/>
                    <a:pt x="3096" y="6797"/>
                    <a:pt x="3453" y="7145"/>
                  </a:cubicBezTo>
                  <a:cubicBezTo>
                    <a:pt x="3810" y="7501"/>
                    <a:pt x="4122" y="7956"/>
                    <a:pt x="4158" y="8465"/>
                  </a:cubicBezTo>
                  <a:cubicBezTo>
                    <a:pt x="4497" y="7769"/>
                    <a:pt x="4390" y="6351"/>
                    <a:pt x="4292" y="5708"/>
                  </a:cubicBezTo>
                  <a:cubicBezTo>
                    <a:pt x="4247" y="5405"/>
                    <a:pt x="4194" y="5111"/>
                    <a:pt x="4104" y="4816"/>
                  </a:cubicBezTo>
                  <a:cubicBezTo>
                    <a:pt x="3837" y="3906"/>
                    <a:pt x="3221" y="3148"/>
                    <a:pt x="2900" y="2265"/>
                  </a:cubicBezTo>
                  <a:cubicBezTo>
                    <a:pt x="2722" y="1765"/>
                    <a:pt x="2632" y="1221"/>
                    <a:pt x="2302" y="811"/>
                  </a:cubicBezTo>
                  <a:cubicBezTo>
                    <a:pt x="2186" y="659"/>
                    <a:pt x="2035" y="534"/>
                    <a:pt x="1883" y="418"/>
                  </a:cubicBezTo>
                  <a:cubicBezTo>
                    <a:pt x="1633" y="231"/>
                    <a:pt x="1357" y="70"/>
                    <a:pt x="1053" y="17"/>
                  </a:cubicBezTo>
                  <a:cubicBezTo>
                    <a:pt x="995" y="6"/>
                    <a:pt x="935" y="1"/>
                    <a:pt x="8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21"/>
            <p:cNvSpPr/>
            <p:nvPr/>
          </p:nvSpPr>
          <p:spPr>
            <a:xfrm>
              <a:off x="9661832" y="2880089"/>
              <a:ext cx="258471" cy="1091027"/>
            </a:xfrm>
            <a:custGeom>
              <a:avLst/>
              <a:gdLst/>
              <a:ahLst/>
              <a:cxnLst/>
              <a:rect l="l" t="t" r="r" b="b"/>
              <a:pathLst>
                <a:path w="3433" h="14491" extrusionOk="0">
                  <a:moveTo>
                    <a:pt x="22" y="0"/>
                  </a:moveTo>
                  <a:cubicBezTo>
                    <a:pt x="12" y="0"/>
                    <a:pt x="0" y="13"/>
                    <a:pt x="7" y="25"/>
                  </a:cubicBezTo>
                  <a:cubicBezTo>
                    <a:pt x="560" y="1140"/>
                    <a:pt x="1140" y="2256"/>
                    <a:pt x="1702" y="3371"/>
                  </a:cubicBezTo>
                  <a:cubicBezTo>
                    <a:pt x="2094" y="4147"/>
                    <a:pt x="2362" y="4923"/>
                    <a:pt x="2549" y="5770"/>
                  </a:cubicBezTo>
                  <a:cubicBezTo>
                    <a:pt x="2942" y="7590"/>
                    <a:pt x="3076" y="9473"/>
                    <a:pt x="3147" y="11337"/>
                  </a:cubicBezTo>
                  <a:cubicBezTo>
                    <a:pt x="3192" y="12372"/>
                    <a:pt x="3165" y="13416"/>
                    <a:pt x="3192" y="14451"/>
                  </a:cubicBezTo>
                  <a:cubicBezTo>
                    <a:pt x="3196" y="14477"/>
                    <a:pt x="3216" y="14491"/>
                    <a:pt x="3236" y="14491"/>
                  </a:cubicBezTo>
                  <a:cubicBezTo>
                    <a:pt x="3256" y="14491"/>
                    <a:pt x="3276" y="14477"/>
                    <a:pt x="3281" y="14451"/>
                  </a:cubicBezTo>
                  <a:cubicBezTo>
                    <a:pt x="3432" y="12550"/>
                    <a:pt x="3290" y="10570"/>
                    <a:pt x="3093" y="8679"/>
                  </a:cubicBezTo>
                  <a:cubicBezTo>
                    <a:pt x="2933" y="7073"/>
                    <a:pt x="2745" y="5369"/>
                    <a:pt x="2059" y="3897"/>
                  </a:cubicBezTo>
                  <a:cubicBezTo>
                    <a:pt x="1443" y="2577"/>
                    <a:pt x="711" y="1301"/>
                    <a:pt x="33" y="8"/>
                  </a:cubicBezTo>
                  <a:cubicBezTo>
                    <a:pt x="31" y="2"/>
                    <a:pt x="27" y="0"/>
                    <a:pt x="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21"/>
            <p:cNvSpPr/>
            <p:nvPr/>
          </p:nvSpPr>
          <p:spPr>
            <a:xfrm>
              <a:off x="9913523" y="3107311"/>
              <a:ext cx="282187" cy="776165"/>
            </a:xfrm>
            <a:custGeom>
              <a:avLst/>
              <a:gdLst/>
              <a:ahLst/>
              <a:cxnLst/>
              <a:rect l="l" t="t" r="r" b="b"/>
              <a:pathLst>
                <a:path w="3748" h="10309" extrusionOk="0">
                  <a:moveTo>
                    <a:pt x="3586" y="0"/>
                  </a:moveTo>
                  <a:cubicBezTo>
                    <a:pt x="2808" y="0"/>
                    <a:pt x="2155" y="587"/>
                    <a:pt x="1713" y="1182"/>
                  </a:cubicBezTo>
                  <a:cubicBezTo>
                    <a:pt x="1178" y="1896"/>
                    <a:pt x="883" y="2761"/>
                    <a:pt x="678" y="3618"/>
                  </a:cubicBezTo>
                  <a:cubicBezTo>
                    <a:pt x="188" y="5759"/>
                    <a:pt x="0" y="8096"/>
                    <a:pt x="205" y="10282"/>
                  </a:cubicBezTo>
                  <a:cubicBezTo>
                    <a:pt x="205" y="10300"/>
                    <a:pt x="219" y="10309"/>
                    <a:pt x="232" y="10309"/>
                  </a:cubicBezTo>
                  <a:cubicBezTo>
                    <a:pt x="246" y="10309"/>
                    <a:pt x="259" y="10300"/>
                    <a:pt x="259" y="10282"/>
                  </a:cubicBezTo>
                  <a:cubicBezTo>
                    <a:pt x="259" y="8212"/>
                    <a:pt x="304" y="6151"/>
                    <a:pt x="696" y="4108"/>
                  </a:cubicBezTo>
                  <a:cubicBezTo>
                    <a:pt x="857" y="3288"/>
                    <a:pt x="1080" y="2476"/>
                    <a:pt x="1490" y="1744"/>
                  </a:cubicBezTo>
                  <a:cubicBezTo>
                    <a:pt x="1919" y="957"/>
                    <a:pt x="2674" y="75"/>
                    <a:pt x="3645" y="75"/>
                  </a:cubicBezTo>
                  <a:cubicBezTo>
                    <a:pt x="3664" y="75"/>
                    <a:pt x="3683" y="75"/>
                    <a:pt x="3702" y="76"/>
                  </a:cubicBezTo>
                  <a:cubicBezTo>
                    <a:pt x="3747" y="76"/>
                    <a:pt x="3747" y="14"/>
                    <a:pt x="3702" y="5"/>
                  </a:cubicBezTo>
                  <a:cubicBezTo>
                    <a:pt x="3663" y="2"/>
                    <a:pt x="3624" y="0"/>
                    <a:pt x="35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21"/>
            <p:cNvSpPr/>
            <p:nvPr/>
          </p:nvSpPr>
          <p:spPr>
            <a:xfrm>
              <a:off x="9958471" y="3465386"/>
              <a:ext cx="343774" cy="538851"/>
            </a:xfrm>
            <a:custGeom>
              <a:avLst/>
              <a:gdLst/>
              <a:ahLst/>
              <a:cxnLst/>
              <a:rect l="l" t="t" r="r" b="b"/>
              <a:pathLst>
                <a:path w="4566" h="7157" extrusionOk="0">
                  <a:moveTo>
                    <a:pt x="3897" y="0"/>
                  </a:moveTo>
                  <a:cubicBezTo>
                    <a:pt x="2655" y="0"/>
                    <a:pt x="1551" y="869"/>
                    <a:pt x="947" y="1948"/>
                  </a:cubicBezTo>
                  <a:cubicBezTo>
                    <a:pt x="81" y="3492"/>
                    <a:pt x="1" y="5410"/>
                    <a:pt x="117" y="7123"/>
                  </a:cubicBezTo>
                  <a:cubicBezTo>
                    <a:pt x="121" y="7145"/>
                    <a:pt x="139" y="7156"/>
                    <a:pt x="156" y="7156"/>
                  </a:cubicBezTo>
                  <a:cubicBezTo>
                    <a:pt x="173" y="7156"/>
                    <a:pt x="188" y="7145"/>
                    <a:pt x="188" y="7123"/>
                  </a:cubicBezTo>
                  <a:cubicBezTo>
                    <a:pt x="269" y="5499"/>
                    <a:pt x="179" y="3858"/>
                    <a:pt x="884" y="2341"/>
                  </a:cubicBezTo>
                  <a:cubicBezTo>
                    <a:pt x="1453" y="1116"/>
                    <a:pt x="2596" y="94"/>
                    <a:pt x="3960" y="94"/>
                  </a:cubicBezTo>
                  <a:cubicBezTo>
                    <a:pt x="4136" y="94"/>
                    <a:pt x="4315" y="111"/>
                    <a:pt x="4497" y="146"/>
                  </a:cubicBezTo>
                  <a:cubicBezTo>
                    <a:pt x="4500" y="147"/>
                    <a:pt x="4503" y="147"/>
                    <a:pt x="4506" y="147"/>
                  </a:cubicBezTo>
                  <a:cubicBezTo>
                    <a:pt x="4553" y="147"/>
                    <a:pt x="4566" y="83"/>
                    <a:pt x="4524" y="75"/>
                  </a:cubicBezTo>
                  <a:cubicBezTo>
                    <a:pt x="4312" y="24"/>
                    <a:pt x="4102" y="0"/>
                    <a:pt x="38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21"/>
            <p:cNvSpPr/>
            <p:nvPr/>
          </p:nvSpPr>
          <p:spPr>
            <a:xfrm>
              <a:off x="9303607" y="3268806"/>
              <a:ext cx="535387" cy="396402"/>
            </a:xfrm>
            <a:custGeom>
              <a:avLst/>
              <a:gdLst/>
              <a:ahLst/>
              <a:cxnLst/>
              <a:rect l="l" t="t" r="r" b="b"/>
              <a:pathLst>
                <a:path w="7111" h="5265" extrusionOk="0">
                  <a:moveTo>
                    <a:pt x="2729" y="0"/>
                  </a:moveTo>
                  <a:cubicBezTo>
                    <a:pt x="2486" y="0"/>
                    <a:pt x="2239" y="29"/>
                    <a:pt x="1990" y="90"/>
                  </a:cubicBezTo>
                  <a:cubicBezTo>
                    <a:pt x="1303" y="260"/>
                    <a:pt x="652" y="554"/>
                    <a:pt x="1" y="857"/>
                  </a:cubicBezTo>
                  <a:cubicBezTo>
                    <a:pt x="622" y="727"/>
                    <a:pt x="1074" y="656"/>
                    <a:pt x="1467" y="656"/>
                  </a:cubicBezTo>
                  <a:cubicBezTo>
                    <a:pt x="2017" y="656"/>
                    <a:pt x="2451" y="795"/>
                    <a:pt x="3070" y="1107"/>
                  </a:cubicBezTo>
                  <a:cubicBezTo>
                    <a:pt x="4113" y="1633"/>
                    <a:pt x="4693" y="2963"/>
                    <a:pt x="5371" y="3962"/>
                  </a:cubicBezTo>
                  <a:cubicBezTo>
                    <a:pt x="5529" y="4202"/>
                    <a:pt x="6372" y="5265"/>
                    <a:pt x="6794" y="5265"/>
                  </a:cubicBezTo>
                  <a:cubicBezTo>
                    <a:pt x="6921" y="5265"/>
                    <a:pt x="7010" y="5169"/>
                    <a:pt x="7031" y="4925"/>
                  </a:cubicBezTo>
                  <a:cubicBezTo>
                    <a:pt x="7111" y="3962"/>
                    <a:pt x="6852" y="2802"/>
                    <a:pt x="6272" y="2062"/>
                  </a:cubicBezTo>
                  <a:cubicBezTo>
                    <a:pt x="5377" y="931"/>
                    <a:pt x="4113" y="0"/>
                    <a:pt x="2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21"/>
            <p:cNvSpPr/>
            <p:nvPr/>
          </p:nvSpPr>
          <p:spPr>
            <a:xfrm>
              <a:off x="9409765" y="3278519"/>
              <a:ext cx="476661" cy="671361"/>
            </a:xfrm>
            <a:custGeom>
              <a:avLst/>
              <a:gdLst/>
              <a:ahLst/>
              <a:cxnLst/>
              <a:rect l="l" t="t" r="r" b="b"/>
              <a:pathLst>
                <a:path w="6331" h="8917" extrusionOk="0">
                  <a:moveTo>
                    <a:pt x="1130" y="0"/>
                  </a:moveTo>
                  <a:cubicBezTo>
                    <a:pt x="757" y="0"/>
                    <a:pt x="383" y="47"/>
                    <a:pt x="18" y="122"/>
                  </a:cubicBezTo>
                  <a:cubicBezTo>
                    <a:pt x="0" y="122"/>
                    <a:pt x="9" y="139"/>
                    <a:pt x="18" y="139"/>
                  </a:cubicBezTo>
                  <a:cubicBezTo>
                    <a:pt x="324" y="87"/>
                    <a:pt x="638" y="57"/>
                    <a:pt x="951" y="57"/>
                  </a:cubicBezTo>
                  <a:cubicBezTo>
                    <a:pt x="1653" y="57"/>
                    <a:pt x="2349" y="209"/>
                    <a:pt x="2935" y="603"/>
                  </a:cubicBezTo>
                  <a:cubicBezTo>
                    <a:pt x="3703" y="1121"/>
                    <a:pt x="4193" y="2013"/>
                    <a:pt x="4604" y="2816"/>
                  </a:cubicBezTo>
                  <a:cubicBezTo>
                    <a:pt x="5023" y="3645"/>
                    <a:pt x="5371" y="4511"/>
                    <a:pt x="5603" y="5412"/>
                  </a:cubicBezTo>
                  <a:cubicBezTo>
                    <a:pt x="5915" y="6554"/>
                    <a:pt x="6022" y="7731"/>
                    <a:pt x="6245" y="8891"/>
                  </a:cubicBezTo>
                  <a:cubicBezTo>
                    <a:pt x="6249" y="8909"/>
                    <a:pt x="6264" y="8917"/>
                    <a:pt x="6280" y="8917"/>
                  </a:cubicBezTo>
                  <a:cubicBezTo>
                    <a:pt x="6304" y="8917"/>
                    <a:pt x="6331" y="8900"/>
                    <a:pt x="6325" y="8873"/>
                  </a:cubicBezTo>
                  <a:cubicBezTo>
                    <a:pt x="6165" y="6625"/>
                    <a:pt x="5612" y="4377"/>
                    <a:pt x="4514" y="2405"/>
                  </a:cubicBezTo>
                  <a:cubicBezTo>
                    <a:pt x="4086" y="1620"/>
                    <a:pt x="3560" y="800"/>
                    <a:pt x="2748" y="371"/>
                  </a:cubicBezTo>
                  <a:cubicBezTo>
                    <a:pt x="2240" y="104"/>
                    <a:pt x="1687" y="0"/>
                    <a:pt x="11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21"/>
            <p:cNvSpPr/>
            <p:nvPr/>
          </p:nvSpPr>
          <p:spPr>
            <a:xfrm>
              <a:off x="9693228" y="3855835"/>
              <a:ext cx="437284" cy="398359"/>
            </a:xfrm>
            <a:custGeom>
              <a:avLst/>
              <a:gdLst/>
              <a:ahLst/>
              <a:cxnLst/>
              <a:rect l="l" t="t" r="r" b="b"/>
              <a:pathLst>
                <a:path w="5808" h="5291" extrusionOk="0">
                  <a:moveTo>
                    <a:pt x="0" y="1"/>
                  </a:moveTo>
                  <a:lnTo>
                    <a:pt x="803" y="5291"/>
                  </a:lnTo>
                  <a:lnTo>
                    <a:pt x="5005" y="5291"/>
                  </a:lnTo>
                  <a:lnTo>
                    <a:pt x="580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21"/>
            <p:cNvSpPr/>
            <p:nvPr/>
          </p:nvSpPr>
          <p:spPr>
            <a:xfrm>
              <a:off x="9706629" y="3945204"/>
              <a:ext cx="410481" cy="22888"/>
            </a:xfrm>
            <a:custGeom>
              <a:avLst/>
              <a:gdLst/>
              <a:ahLst/>
              <a:cxnLst/>
              <a:rect l="l" t="t" r="r" b="b"/>
              <a:pathLst>
                <a:path w="5452" h="304" extrusionOk="0">
                  <a:moveTo>
                    <a:pt x="1" y="0"/>
                  </a:moveTo>
                  <a:lnTo>
                    <a:pt x="45" y="304"/>
                  </a:lnTo>
                  <a:lnTo>
                    <a:pt x="5407" y="304"/>
                  </a:lnTo>
                  <a:lnTo>
                    <a:pt x="545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21"/>
            <p:cNvSpPr/>
            <p:nvPr/>
          </p:nvSpPr>
          <p:spPr>
            <a:xfrm>
              <a:off x="9672373" y="3955970"/>
              <a:ext cx="107514" cy="658938"/>
            </a:xfrm>
            <a:custGeom>
              <a:avLst/>
              <a:gdLst/>
              <a:ahLst/>
              <a:cxnLst/>
              <a:rect l="l" t="t" r="r" b="b"/>
              <a:pathLst>
                <a:path w="1428" h="8752" extrusionOk="0">
                  <a:moveTo>
                    <a:pt x="1276" y="0"/>
                  </a:moveTo>
                  <a:lnTo>
                    <a:pt x="1" y="8734"/>
                  </a:lnTo>
                  <a:lnTo>
                    <a:pt x="152" y="8752"/>
                  </a:lnTo>
                  <a:lnTo>
                    <a:pt x="1428" y="18"/>
                  </a:lnTo>
                  <a:lnTo>
                    <a:pt x="12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21"/>
            <p:cNvSpPr/>
            <p:nvPr/>
          </p:nvSpPr>
          <p:spPr>
            <a:xfrm>
              <a:off x="10041816" y="3955970"/>
              <a:ext cx="107514" cy="658938"/>
            </a:xfrm>
            <a:custGeom>
              <a:avLst/>
              <a:gdLst/>
              <a:ahLst/>
              <a:cxnLst/>
              <a:rect l="l" t="t" r="r" b="b"/>
              <a:pathLst>
                <a:path w="1428" h="8752" extrusionOk="0">
                  <a:moveTo>
                    <a:pt x="152" y="0"/>
                  </a:moveTo>
                  <a:lnTo>
                    <a:pt x="0" y="18"/>
                  </a:lnTo>
                  <a:lnTo>
                    <a:pt x="1276" y="8752"/>
                  </a:lnTo>
                  <a:lnTo>
                    <a:pt x="1427" y="8734"/>
                  </a:lnTo>
                  <a:lnTo>
                    <a:pt x="1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21"/>
            <p:cNvSpPr/>
            <p:nvPr/>
          </p:nvSpPr>
          <p:spPr>
            <a:xfrm>
              <a:off x="9905467" y="3956572"/>
              <a:ext cx="10766" cy="657658"/>
            </a:xfrm>
            <a:custGeom>
              <a:avLst/>
              <a:gdLst/>
              <a:ahLst/>
              <a:cxnLst/>
              <a:rect l="l" t="t" r="r" b="b"/>
              <a:pathLst>
                <a:path w="143" h="8735" extrusionOk="0">
                  <a:moveTo>
                    <a:pt x="0" y="1"/>
                  </a:moveTo>
                  <a:lnTo>
                    <a:pt x="0" y="8735"/>
                  </a:lnTo>
                  <a:lnTo>
                    <a:pt x="143" y="8735"/>
                  </a:lnTo>
                  <a:lnTo>
                    <a:pt x="1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21"/>
            <p:cNvSpPr/>
            <p:nvPr/>
          </p:nvSpPr>
          <p:spPr>
            <a:xfrm>
              <a:off x="9231782" y="3266096"/>
              <a:ext cx="446018" cy="245596"/>
            </a:xfrm>
            <a:custGeom>
              <a:avLst/>
              <a:gdLst/>
              <a:ahLst/>
              <a:cxnLst/>
              <a:rect l="l" t="t" r="r" b="b"/>
              <a:pathLst>
                <a:path w="5924" h="3262" extrusionOk="0">
                  <a:moveTo>
                    <a:pt x="3726" y="0"/>
                  </a:moveTo>
                  <a:cubicBezTo>
                    <a:pt x="3605" y="0"/>
                    <a:pt x="3484" y="6"/>
                    <a:pt x="3364" y="19"/>
                  </a:cubicBezTo>
                  <a:cubicBezTo>
                    <a:pt x="2543" y="90"/>
                    <a:pt x="1669" y="367"/>
                    <a:pt x="982" y="858"/>
                  </a:cubicBezTo>
                  <a:cubicBezTo>
                    <a:pt x="348" y="1313"/>
                    <a:pt x="0" y="1946"/>
                    <a:pt x="545" y="2758"/>
                  </a:cubicBezTo>
                  <a:cubicBezTo>
                    <a:pt x="781" y="3107"/>
                    <a:pt x="1185" y="3262"/>
                    <a:pt x="1606" y="3262"/>
                  </a:cubicBezTo>
                  <a:cubicBezTo>
                    <a:pt x="1884" y="3262"/>
                    <a:pt x="2169" y="3194"/>
                    <a:pt x="2418" y="3070"/>
                  </a:cubicBezTo>
                  <a:cubicBezTo>
                    <a:pt x="3033" y="2758"/>
                    <a:pt x="3480" y="2178"/>
                    <a:pt x="3961" y="1660"/>
                  </a:cubicBezTo>
                  <a:cubicBezTo>
                    <a:pt x="4434" y="1143"/>
                    <a:pt x="5924" y="822"/>
                    <a:pt x="5924" y="822"/>
                  </a:cubicBezTo>
                  <a:cubicBezTo>
                    <a:pt x="5924" y="822"/>
                    <a:pt x="5585" y="465"/>
                    <a:pt x="5201" y="304"/>
                  </a:cubicBezTo>
                  <a:cubicBezTo>
                    <a:pt x="5014" y="233"/>
                    <a:pt x="4818" y="162"/>
                    <a:pt x="4621" y="108"/>
                  </a:cubicBezTo>
                  <a:cubicBezTo>
                    <a:pt x="4329" y="38"/>
                    <a:pt x="4027" y="0"/>
                    <a:pt x="37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21"/>
            <p:cNvSpPr/>
            <p:nvPr/>
          </p:nvSpPr>
          <p:spPr>
            <a:xfrm>
              <a:off x="9332292" y="3272872"/>
              <a:ext cx="249511" cy="134995"/>
            </a:xfrm>
            <a:custGeom>
              <a:avLst/>
              <a:gdLst/>
              <a:ahLst/>
              <a:cxnLst/>
              <a:rect l="l" t="t" r="r" b="b"/>
              <a:pathLst>
                <a:path w="3314" h="1793" extrusionOk="0">
                  <a:moveTo>
                    <a:pt x="3286" y="0"/>
                  </a:moveTo>
                  <a:cubicBezTo>
                    <a:pt x="2136" y="36"/>
                    <a:pt x="548" y="634"/>
                    <a:pt x="12" y="1749"/>
                  </a:cubicBezTo>
                  <a:cubicBezTo>
                    <a:pt x="1" y="1773"/>
                    <a:pt x="16" y="1793"/>
                    <a:pt x="34" y="1793"/>
                  </a:cubicBezTo>
                  <a:cubicBezTo>
                    <a:pt x="42" y="1793"/>
                    <a:pt x="51" y="1788"/>
                    <a:pt x="57" y="1776"/>
                  </a:cubicBezTo>
                  <a:cubicBezTo>
                    <a:pt x="815" y="652"/>
                    <a:pt x="2020" y="277"/>
                    <a:pt x="3295" y="36"/>
                  </a:cubicBezTo>
                  <a:cubicBezTo>
                    <a:pt x="3313" y="36"/>
                    <a:pt x="3313" y="0"/>
                    <a:pt x="32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tamaran Black"/>
              <a:buNone/>
              <a:defRPr sz="3000">
                <a:solidFill>
                  <a:schemeClr val="dk1"/>
                </a:solidFill>
                <a:latin typeface="Catamaran Black"/>
                <a:ea typeface="Catamaran Black"/>
                <a:cs typeface="Catamaran Black"/>
                <a:sym typeface="Catamaran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mbay"/>
              <a:buChar char="●"/>
              <a:defRPr sz="1200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mbay"/>
              <a:buChar char="○"/>
              <a:defRPr sz="1200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mbay"/>
              <a:buChar char="■"/>
              <a:defRPr sz="1200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mbay"/>
              <a:buChar char="●"/>
              <a:defRPr sz="1200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mbay"/>
              <a:buChar char="○"/>
              <a:defRPr sz="1200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mbay"/>
              <a:buChar char="■"/>
              <a:defRPr sz="1200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mbay"/>
              <a:buChar char="●"/>
              <a:defRPr sz="1200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mbay"/>
              <a:buChar char="○"/>
              <a:defRPr sz="1200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mbay"/>
              <a:buChar char="■"/>
              <a:defRPr sz="1200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6" r:id="rId15"/>
    <p:sldLayoutId id="2147483667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3" name="Google Shape;1023;p25"/>
          <p:cNvGrpSpPr/>
          <p:nvPr/>
        </p:nvGrpSpPr>
        <p:grpSpPr>
          <a:xfrm>
            <a:off x="7279264" y="378920"/>
            <a:ext cx="1813414" cy="1618847"/>
            <a:chOff x="2733931" y="3732375"/>
            <a:chExt cx="1274181" cy="1137470"/>
          </a:xfrm>
        </p:grpSpPr>
        <p:sp>
          <p:nvSpPr>
            <p:cNvPr id="1024" name="Google Shape;1024;p25"/>
            <p:cNvSpPr/>
            <p:nvPr/>
          </p:nvSpPr>
          <p:spPr>
            <a:xfrm>
              <a:off x="2744668" y="3742649"/>
              <a:ext cx="1174309" cy="1127196"/>
            </a:xfrm>
            <a:custGeom>
              <a:avLst/>
              <a:gdLst/>
              <a:ahLst/>
              <a:cxnLst/>
              <a:rect l="l" t="t" r="r" b="b"/>
              <a:pathLst>
                <a:path w="12687" h="12178" extrusionOk="0">
                  <a:moveTo>
                    <a:pt x="12383" y="294"/>
                  </a:moveTo>
                  <a:lnTo>
                    <a:pt x="12383" y="11874"/>
                  </a:lnTo>
                  <a:lnTo>
                    <a:pt x="304" y="11874"/>
                  </a:lnTo>
                  <a:lnTo>
                    <a:pt x="304" y="294"/>
                  </a:lnTo>
                  <a:close/>
                  <a:moveTo>
                    <a:pt x="0" y="0"/>
                  </a:moveTo>
                  <a:lnTo>
                    <a:pt x="0" y="12177"/>
                  </a:lnTo>
                  <a:lnTo>
                    <a:pt x="12686" y="12177"/>
                  </a:lnTo>
                  <a:lnTo>
                    <a:pt x="1268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25"/>
            <p:cNvSpPr/>
            <p:nvPr/>
          </p:nvSpPr>
          <p:spPr>
            <a:xfrm>
              <a:off x="3317710" y="3756626"/>
              <a:ext cx="28138" cy="1099150"/>
            </a:xfrm>
            <a:custGeom>
              <a:avLst/>
              <a:gdLst/>
              <a:ahLst/>
              <a:cxnLst/>
              <a:rect l="l" t="t" r="r" b="b"/>
              <a:pathLst>
                <a:path w="304" h="11875" extrusionOk="0">
                  <a:moveTo>
                    <a:pt x="1" y="1"/>
                  </a:moveTo>
                  <a:lnTo>
                    <a:pt x="1" y="11875"/>
                  </a:lnTo>
                  <a:lnTo>
                    <a:pt x="304" y="11875"/>
                  </a:lnTo>
                  <a:lnTo>
                    <a:pt x="3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25"/>
            <p:cNvSpPr/>
            <p:nvPr/>
          </p:nvSpPr>
          <p:spPr>
            <a:xfrm>
              <a:off x="2746520" y="3738947"/>
              <a:ext cx="98669" cy="1001314"/>
            </a:xfrm>
            <a:custGeom>
              <a:avLst/>
              <a:gdLst/>
              <a:ahLst/>
              <a:cxnLst/>
              <a:rect l="l" t="t" r="r" b="b"/>
              <a:pathLst>
                <a:path w="1066" h="10818" extrusionOk="0">
                  <a:moveTo>
                    <a:pt x="16" y="1"/>
                  </a:moveTo>
                  <a:cubicBezTo>
                    <a:pt x="8" y="1"/>
                    <a:pt x="1" y="7"/>
                    <a:pt x="7" y="13"/>
                  </a:cubicBezTo>
                  <a:cubicBezTo>
                    <a:pt x="61" y="370"/>
                    <a:pt x="79" y="736"/>
                    <a:pt x="96" y="1093"/>
                  </a:cubicBezTo>
                  <a:cubicBezTo>
                    <a:pt x="123" y="1450"/>
                    <a:pt x="141" y="1806"/>
                    <a:pt x="159" y="2163"/>
                  </a:cubicBezTo>
                  <a:cubicBezTo>
                    <a:pt x="203" y="2886"/>
                    <a:pt x="248" y="3600"/>
                    <a:pt x="293" y="4322"/>
                  </a:cubicBezTo>
                  <a:cubicBezTo>
                    <a:pt x="373" y="5723"/>
                    <a:pt x="426" y="7132"/>
                    <a:pt x="596" y="8533"/>
                  </a:cubicBezTo>
                  <a:cubicBezTo>
                    <a:pt x="685" y="9300"/>
                    <a:pt x="810" y="10067"/>
                    <a:pt x="1024" y="10808"/>
                  </a:cubicBezTo>
                  <a:cubicBezTo>
                    <a:pt x="1028" y="10815"/>
                    <a:pt x="1035" y="10817"/>
                    <a:pt x="1042" y="10817"/>
                  </a:cubicBezTo>
                  <a:cubicBezTo>
                    <a:pt x="1054" y="10817"/>
                    <a:pt x="1065" y="10810"/>
                    <a:pt x="1060" y="10799"/>
                  </a:cubicBezTo>
                  <a:cubicBezTo>
                    <a:pt x="721" y="9434"/>
                    <a:pt x="578" y="8051"/>
                    <a:pt x="489" y="6651"/>
                  </a:cubicBezTo>
                  <a:cubicBezTo>
                    <a:pt x="391" y="5223"/>
                    <a:pt x="310" y="3796"/>
                    <a:pt x="221" y="2368"/>
                  </a:cubicBezTo>
                  <a:cubicBezTo>
                    <a:pt x="195" y="1958"/>
                    <a:pt x="168" y="1557"/>
                    <a:pt x="141" y="1146"/>
                  </a:cubicBezTo>
                  <a:cubicBezTo>
                    <a:pt x="114" y="772"/>
                    <a:pt x="105" y="379"/>
                    <a:pt x="25" y="4"/>
                  </a:cubicBezTo>
                  <a:cubicBezTo>
                    <a:pt x="22" y="2"/>
                    <a:pt x="19" y="1"/>
                    <a:pt x="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25"/>
            <p:cNvSpPr/>
            <p:nvPr/>
          </p:nvSpPr>
          <p:spPr>
            <a:xfrm>
              <a:off x="2825566" y="4733972"/>
              <a:ext cx="45540" cy="40171"/>
            </a:xfrm>
            <a:custGeom>
              <a:avLst/>
              <a:gdLst/>
              <a:ahLst/>
              <a:cxnLst/>
              <a:rect l="l" t="t" r="r" b="b"/>
              <a:pathLst>
                <a:path w="492" h="434" extrusionOk="0">
                  <a:moveTo>
                    <a:pt x="108" y="129"/>
                  </a:moveTo>
                  <a:cubicBezTo>
                    <a:pt x="108" y="132"/>
                    <a:pt x="109" y="133"/>
                    <a:pt x="110" y="133"/>
                  </a:cubicBezTo>
                  <a:cubicBezTo>
                    <a:pt x="112" y="133"/>
                    <a:pt x="114" y="129"/>
                    <a:pt x="108" y="129"/>
                  </a:cubicBezTo>
                  <a:close/>
                  <a:moveTo>
                    <a:pt x="286" y="76"/>
                  </a:moveTo>
                  <a:cubicBezTo>
                    <a:pt x="286" y="76"/>
                    <a:pt x="295" y="84"/>
                    <a:pt x="295" y="84"/>
                  </a:cubicBezTo>
                  <a:lnTo>
                    <a:pt x="313" y="84"/>
                  </a:lnTo>
                  <a:cubicBezTo>
                    <a:pt x="313" y="84"/>
                    <a:pt x="322" y="93"/>
                    <a:pt x="322" y="93"/>
                  </a:cubicBezTo>
                  <a:cubicBezTo>
                    <a:pt x="319" y="90"/>
                    <a:pt x="319" y="89"/>
                    <a:pt x="320" y="89"/>
                  </a:cubicBezTo>
                  <a:cubicBezTo>
                    <a:pt x="323" y="89"/>
                    <a:pt x="331" y="93"/>
                    <a:pt x="331" y="93"/>
                  </a:cubicBezTo>
                  <a:cubicBezTo>
                    <a:pt x="331" y="93"/>
                    <a:pt x="340" y="93"/>
                    <a:pt x="340" y="102"/>
                  </a:cubicBezTo>
                  <a:cubicBezTo>
                    <a:pt x="349" y="102"/>
                    <a:pt x="349" y="102"/>
                    <a:pt x="349" y="111"/>
                  </a:cubicBezTo>
                  <a:lnTo>
                    <a:pt x="358" y="111"/>
                  </a:lnTo>
                  <a:cubicBezTo>
                    <a:pt x="366" y="120"/>
                    <a:pt x="375" y="120"/>
                    <a:pt x="375" y="129"/>
                  </a:cubicBezTo>
                  <a:cubicBezTo>
                    <a:pt x="375" y="129"/>
                    <a:pt x="384" y="138"/>
                    <a:pt x="384" y="138"/>
                  </a:cubicBezTo>
                  <a:cubicBezTo>
                    <a:pt x="384" y="138"/>
                    <a:pt x="384" y="147"/>
                    <a:pt x="393" y="147"/>
                  </a:cubicBezTo>
                  <a:cubicBezTo>
                    <a:pt x="393" y="156"/>
                    <a:pt x="393" y="156"/>
                    <a:pt x="393" y="165"/>
                  </a:cubicBezTo>
                  <a:cubicBezTo>
                    <a:pt x="393" y="162"/>
                    <a:pt x="393" y="161"/>
                    <a:pt x="393" y="161"/>
                  </a:cubicBezTo>
                  <a:cubicBezTo>
                    <a:pt x="394" y="161"/>
                    <a:pt x="396" y="167"/>
                    <a:pt x="402" y="174"/>
                  </a:cubicBezTo>
                  <a:cubicBezTo>
                    <a:pt x="402" y="174"/>
                    <a:pt x="402" y="183"/>
                    <a:pt x="402" y="183"/>
                  </a:cubicBezTo>
                  <a:cubicBezTo>
                    <a:pt x="402" y="192"/>
                    <a:pt x="402" y="200"/>
                    <a:pt x="402" y="200"/>
                  </a:cubicBezTo>
                  <a:cubicBezTo>
                    <a:pt x="402" y="209"/>
                    <a:pt x="402" y="218"/>
                    <a:pt x="402" y="227"/>
                  </a:cubicBezTo>
                  <a:cubicBezTo>
                    <a:pt x="402" y="236"/>
                    <a:pt x="402" y="236"/>
                    <a:pt x="402" y="236"/>
                  </a:cubicBezTo>
                  <a:cubicBezTo>
                    <a:pt x="402" y="245"/>
                    <a:pt x="402" y="254"/>
                    <a:pt x="402" y="254"/>
                  </a:cubicBezTo>
                  <a:cubicBezTo>
                    <a:pt x="402" y="263"/>
                    <a:pt x="402" y="263"/>
                    <a:pt x="393" y="272"/>
                  </a:cubicBezTo>
                  <a:cubicBezTo>
                    <a:pt x="393" y="272"/>
                    <a:pt x="393" y="272"/>
                    <a:pt x="393" y="281"/>
                  </a:cubicBezTo>
                  <a:cubicBezTo>
                    <a:pt x="393" y="281"/>
                    <a:pt x="384" y="281"/>
                    <a:pt x="384" y="290"/>
                  </a:cubicBezTo>
                  <a:cubicBezTo>
                    <a:pt x="384" y="290"/>
                    <a:pt x="375" y="299"/>
                    <a:pt x="384" y="299"/>
                  </a:cubicBezTo>
                  <a:cubicBezTo>
                    <a:pt x="375" y="307"/>
                    <a:pt x="366" y="307"/>
                    <a:pt x="358" y="316"/>
                  </a:cubicBezTo>
                  <a:cubicBezTo>
                    <a:pt x="358" y="316"/>
                    <a:pt x="355" y="319"/>
                    <a:pt x="354" y="322"/>
                  </a:cubicBezTo>
                  <a:lnTo>
                    <a:pt x="354" y="322"/>
                  </a:lnTo>
                  <a:cubicBezTo>
                    <a:pt x="351" y="323"/>
                    <a:pt x="349" y="325"/>
                    <a:pt x="349" y="325"/>
                  </a:cubicBezTo>
                  <a:lnTo>
                    <a:pt x="340" y="325"/>
                  </a:lnTo>
                  <a:cubicBezTo>
                    <a:pt x="340" y="334"/>
                    <a:pt x="331" y="343"/>
                    <a:pt x="322" y="343"/>
                  </a:cubicBezTo>
                  <a:lnTo>
                    <a:pt x="313" y="343"/>
                  </a:lnTo>
                  <a:cubicBezTo>
                    <a:pt x="304" y="352"/>
                    <a:pt x="304" y="352"/>
                    <a:pt x="295" y="352"/>
                  </a:cubicBezTo>
                  <a:cubicBezTo>
                    <a:pt x="277" y="357"/>
                    <a:pt x="262" y="359"/>
                    <a:pt x="246" y="359"/>
                  </a:cubicBezTo>
                  <a:cubicBezTo>
                    <a:pt x="230" y="359"/>
                    <a:pt x="215" y="357"/>
                    <a:pt x="197" y="352"/>
                  </a:cubicBezTo>
                  <a:cubicBezTo>
                    <a:pt x="188" y="352"/>
                    <a:pt x="188" y="343"/>
                    <a:pt x="179" y="343"/>
                  </a:cubicBezTo>
                  <a:lnTo>
                    <a:pt x="170" y="343"/>
                  </a:lnTo>
                  <a:cubicBezTo>
                    <a:pt x="161" y="334"/>
                    <a:pt x="152" y="334"/>
                    <a:pt x="152" y="325"/>
                  </a:cubicBezTo>
                  <a:cubicBezTo>
                    <a:pt x="152" y="328"/>
                    <a:pt x="151" y="329"/>
                    <a:pt x="150" y="329"/>
                  </a:cubicBezTo>
                  <a:cubicBezTo>
                    <a:pt x="147" y="329"/>
                    <a:pt x="143" y="325"/>
                    <a:pt x="143" y="325"/>
                  </a:cubicBezTo>
                  <a:cubicBezTo>
                    <a:pt x="134" y="316"/>
                    <a:pt x="134" y="316"/>
                    <a:pt x="134" y="307"/>
                  </a:cubicBezTo>
                  <a:lnTo>
                    <a:pt x="126" y="307"/>
                  </a:lnTo>
                  <a:cubicBezTo>
                    <a:pt x="126" y="307"/>
                    <a:pt x="126" y="299"/>
                    <a:pt x="126" y="299"/>
                  </a:cubicBezTo>
                  <a:cubicBezTo>
                    <a:pt x="126" y="299"/>
                    <a:pt x="117" y="290"/>
                    <a:pt x="117" y="290"/>
                  </a:cubicBezTo>
                  <a:cubicBezTo>
                    <a:pt x="99" y="254"/>
                    <a:pt x="90" y="227"/>
                    <a:pt x="90" y="192"/>
                  </a:cubicBezTo>
                  <a:cubicBezTo>
                    <a:pt x="90" y="189"/>
                    <a:pt x="90" y="187"/>
                    <a:pt x="90" y="185"/>
                  </a:cubicBezTo>
                  <a:cubicBezTo>
                    <a:pt x="90" y="185"/>
                    <a:pt x="90" y="185"/>
                    <a:pt x="90" y="183"/>
                  </a:cubicBezTo>
                  <a:cubicBezTo>
                    <a:pt x="90" y="183"/>
                    <a:pt x="90" y="174"/>
                    <a:pt x="90" y="174"/>
                  </a:cubicBezTo>
                  <a:cubicBezTo>
                    <a:pt x="90" y="165"/>
                    <a:pt x="90" y="165"/>
                    <a:pt x="99" y="165"/>
                  </a:cubicBezTo>
                  <a:cubicBezTo>
                    <a:pt x="99" y="156"/>
                    <a:pt x="99" y="156"/>
                    <a:pt x="99" y="156"/>
                  </a:cubicBezTo>
                  <a:cubicBezTo>
                    <a:pt x="99" y="147"/>
                    <a:pt x="108" y="138"/>
                    <a:pt x="108" y="138"/>
                  </a:cubicBezTo>
                  <a:lnTo>
                    <a:pt x="108" y="129"/>
                  </a:lnTo>
                  <a:cubicBezTo>
                    <a:pt x="117" y="129"/>
                    <a:pt x="117" y="129"/>
                    <a:pt x="117" y="120"/>
                  </a:cubicBezTo>
                  <a:cubicBezTo>
                    <a:pt x="117" y="120"/>
                    <a:pt x="126" y="120"/>
                    <a:pt x="126" y="111"/>
                  </a:cubicBezTo>
                  <a:lnTo>
                    <a:pt x="134" y="111"/>
                  </a:lnTo>
                  <a:cubicBezTo>
                    <a:pt x="126" y="111"/>
                    <a:pt x="134" y="111"/>
                    <a:pt x="134" y="102"/>
                  </a:cubicBezTo>
                  <a:lnTo>
                    <a:pt x="152" y="102"/>
                  </a:lnTo>
                  <a:cubicBezTo>
                    <a:pt x="152" y="102"/>
                    <a:pt x="152" y="93"/>
                    <a:pt x="161" y="93"/>
                  </a:cubicBezTo>
                  <a:cubicBezTo>
                    <a:pt x="161" y="93"/>
                    <a:pt x="164" y="91"/>
                    <a:pt x="166" y="90"/>
                  </a:cubicBezTo>
                  <a:lnTo>
                    <a:pt x="166" y="90"/>
                  </a:lnTo>
                  <a:cubicBezTo>
                    <a:pt x="166" y="92"/>
                    <a:pt x="166" y="93"/>
                    <a:pt x="170" y="93"/>
                  </a:cubicBezTo>
                  <a:cubicBezTo>
                    <a:pt x="170" y="90"/>
                    <a:pt x="169" y="89"/>
                    <a:pt x="168" y="89"/>
                  </a:cubicBezTo>
                  <a:cubicBezTo>
                    <a:pt x="167" y="89"/>
                    <a:pt x="167" y="90"/>
                    <a:pt x="166" y="90"/>
                  </a:cubicBezTo>
                  <a:lnTo>
                    <a:pt x="166" y="90"/>
                  </a:lnTo>
                  <a:cubicBezTo>
                    <a:pt x="167" y="87"/>
                    <a:pt x="170" y="84"/>
                    <a:pt x="170" y="84"/>
                  </a:cubicBezTo>
                  <a:lnTo>
                    <a:pt x="188" y="84"/>
                  </a:lnTo>
                  <a:cubicBezTo>
                    <a:pt x="197" y="84"/>
                    <a:pt x="206" y="76"/>
                    <a:pt x="215" y="76"/>
                  </a:cubicBezTo>
                  <a:close/>
                  <a:moveTo>
                    <a:pt x="237" y="1"/>
                  </a:moveTo>
                  <a:cubicBezTo>
                    <a:pt x="180" y="1"/>
                    <a:pt x="124" y="21"/>
                    <a:pt x="81" y="58"/>
                  </a:cubicBezTo>
                  <a:cubicBezTo>
                    <a:pt x="10" y="120"/>
                    <a:pt x="1" y="218"/>
                    <a:pt x="36" y="299"/>
                  </a:cubicBezTo>
                  <a:cubicBezTo>
                    <a:pt x="77" y="389"/>
                    <a:pt x="163" y="433"/>
                    <a:pt x="260" y="433"/>
                  </a:cubicBezTo>
                  <a:cubicBezTo>
                    <a:pt x="268" y="433"/>
                    <a:pt x="277" y="433"/>
                    <a:pt x="286" y="432"/>
                  </a:cubicBezTo>
                  <a:cubicBezTo>
                    <a:pt x="402" y="415"/>
                    <a:pt x="491" y="316"/>
                    <a:pt x="482" y="200"/>
                  </a:cubicBezTo>
                  <a:cubicBezTo>
                    <a:pt x="473" y="147"/>
                    <a:pt x="456" y="102"/>
                    <a:pt x="420" y="67"/>
                  </a:cubicBezTo>
                  <a:cubicBezTo>
                    <a:pt x="393" y="40"/>
                    <a:pt x="358" y="22"/>
                    <a:pt x="313" y="13"/>
                  </a:cubicBezTo>
                  <a:cubicBezTo>
                    <a:pt x="288" y="5"/>
                    <a:pt x="262" y="1"/>
                    <a:pt x="2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25"/>
            <p:cNvSpPr/>
            <p:nvPr/>
          </p:nvSpPr>
          <p:spPr>
            <a:xfrm>
              <a:off x="2733931" y="3732375"/>
              <a:ext cx="1274181" cy="579148"/>
            </a:xfrm>
            <a:custGeom>
              <a:avLst/>
              <a:gdLst/>
              <a:ahLst/>
              <a:cxnLst/>
              <a:rect l="l" t="t" r="r" b="b"/>
              <a:pathLst>
                <a:path w="13766" h="6257" extrusionOk="0">
                  <a:moveTo>
                    <a:pt x="4113" y="1"/>
                  </a:moveTo>
                  <a:cubicBezTo>
                    <a:pt x="2796" y="1"/>
                    <a:pt x="1478" y="5"/>
                    <a:pt x="161" y="13"/>
                  </a:cubicBezTo>
                  <a:cubicBezTo>
                    <a:pt x="0" y="200"/>
                    <a:pt x="1151" y="6044"/>
                    <a:pt x="1348" y="6195"/>
                  </a:cubicBezTo>
                  <a:cubicBezTo>
                    <a:pt x="1410" y="6241"/>
                    <a:pt x="1891" y="6257"/>
                    <a:pt x="2737" y="6257"/>
                  </a:cubicBezTo>
                  <a:cubicBezTo>
                    <a:pt x="4464" y="6257"/>
                    <a:pt x="7710" y="6192"/>
                    <a:pt x="12029" y="6192"/>
                  </a:cubicBezTo>
                  <a:cubicBezTo>
                    <a:pt x="12529" y="6192"/>
                    <a:pt x="13042" y="6193"/>
                    <a:pt x="13569" y="6195"/>
                  </a:cubicBezTo>
                  <a:cubicBezTo>
                    <a:pt x="13766" y="5990"/>
                    <a:pt x="13097" y="1877"/>
                    <a:pt x="12927" y="58"/>
                  </a:cubicBezTo>
                  <a:cubicBezTo>
                    <a:pt x="9989" y="21"/>
                    <a:pt x="7051" y="1"/>
                    <a:pt x="411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25"/>
            <p:cNvSpPr/>
            <p:nvPr/>
          </p:nvSpPr>
          <p:spPr>
            <a:xfrm>
              <a:off x="2841301" y="4246271"/>
              <a:ext cx="1151169" cy="15087"/>
            </a:xfrm>
            <a:custGeom>
              <a:avLst/>
              <a:gdLst/>
              <a:ahLst/>
              <a:cxnLst/>
              <a:rect l="l" t="t" r="r" b="b"/>
              <a:pathLst>
                <a:path w="12437" h="163" extrusionOk="0">
                  <a:moveTo>
                    <a:pt x="12374" y="1"/>
                  </a:moveTo>
                  <a:cubicBezTo>
                    <a:pt x="10768" y="37"/>
                    <a:pt x="9162" y="63"/>
                    <a:pt x="7556" y="72"/>
                  </a:cubicBezTo>
                  <a:cubicBezTo>
                    <a:pt x="5951" y="72"/>
                    <a:pt x="4345" y="63"/>
                    <a:pt x="2730" y="45"/>
                  </a:cubicBezTo>
                  <a:cubicBezTo>
                    <a:pt x="2293" y="37"/>
                    <a:pt x="1847" y="28"/>
                    <a:pt x="1401" y="19"/>
                  </a:cubicBezTo>
                  <a:cubicBezTo>
                    <a:pt x="1060" y="19"/>
                    <a:pt x="713" y="4"/>
                    <a:pt x="370" y="4"/>
                  </a:cubicBezTo>
                  <a:cubicBezTo>
                    <a:pt x="255" y="4"/>
                    <a:pt x="141" y="5"/>
                    <a:pt x="27" y="10"/>
                  </a:cubicBezTo>
                  <a:cubicBezTo>
                    <a:pt x="0" y="10"/>
                    <a:pt x="0" y="45"/>
                    <a:pt x="27" y="54"/>
                  </a:cubicBezTo>
                  <a:cubicBezTo>
                    <a:pt x="428" y="90"/>
                    <a:pt x="830" y="90"/>
                    <a:pt x="1231" y="99"/>
                  </a:cubicBezTo>
                  <a:cubicBezTo>
                    <a:pt x="1633" y="108"/>
                    <a:pt x="2034" y="117"/>
                    <a:pt x="2436" y="126"/>
                  </a:cubicBezTo>
                  <a:cubicBezTo>
                    <a:pt x="3239" y="135"/>
                    <a:pt x="4041" y="153"/>
                    <a:pt x="4844" y="153"/>
                  </a:cubicBezTo>
                  <a:cubicBezTo>
                    <a:pt x="5458" y="159"/>
                    <a:pt x="6071" y="162"/>
                    <a:pt x="6684" y="162"/>
                  </a:cubicBezTo>
                  <a:cubicBezTo>
                    <a:pt x="7677" y="162"/>
                    <a:pt x="8669" y="155"/>
                    <a:pt x="9662" y="144"/>
                  </a:cubicBezTo>
                  <a:cubicBezTo>
                    <a:pt x="10572" y="135"/>
                    <a:pt x="11473" y="126"/>
                    <a:pt x="12374" y="99"/>
                  </a:cubicBezTo>
                  <a:cubicBezTo>
                    <a:pt x="12436" y="99"/>
                    <a:pt x="12436" y="1"/>
                    <a:pt x="123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25"/>
            <p:cNvSpPr/>
            <p:nvPr/>
          </p:nvSpPr>
          <p:spPr>
            <a:xfrm>
              <a:off x="2827232" y="4160652"/>
              <a:ext cx="1151169" cy="15272"/>
            </a:xfrm>
            <a:custGeom>
              <a:avLst/>
              <a:gdLst/>
              <a:ahLst/>
              <a:cxnLst/>
              <a:rect l="l" t="t" r="r" b="b"/>
              <a:pathLst>
                <a:path w="12437" h="165" extrusionOk="0">
                  <a:moveTo>
                    <a:pt x="364" y="1"/>
                  </a:moveTo>
                  <a:cubicBezTo>
                    <a:pt x="255" y="1"/>
                    <a:pt x="146" y="3"/>
                    <a:pt x="36" y="7"/>
                  </a:cubicBezTo>
                  <a:cubicBezTo>
                    <a:pt x="1" y="7"/>
                    <a:pt x="9" y="52"/>
                    <a:pt x="36" y="52"/>
                  </a:cubicBezTo>
                  <a:cubicBezTo>
                    <a:pt x="429" y="87"/>
                    <a:pt x="839" y="87"/>
                    <a:pt x="1241" y="96"/>
                  </a:cubicBezTo>
                  <a:cubicBezTo>
                    <a:pt x="1642" y="105"/>
                    <a:pt x="2043" y="114"/>
                    <a:pt x="2445" y="123"/>
                  </a:cubicBezTo>
                  <a:cubicBezTo>
                    <a:pt x="3248" y="141"/>
                    <a:pt x="4051" y="150"/>
                    <a:pt x="4854" y="159"/>
                  </a:cubicBezTo>
                  <a:cubicBezTo>
                    <a:pt x="5519" y="162"/>
                    <a:pt x="6184" y="165"/>
                    <a:pt x="6849" y="165"/>
                  </a:cubicBezTo>
                  <a:cubicBezTo>
                    <a:pt x="7790" y="165"/>
                    <a:pt x="8730" y="160"/>
                    <a:pt x="9671" y="150"/>
                  </a:cubicBezTo>
                  <a:cubicBezTo>
                    <a:pt x="10572" y="132"/>
                    <a:pt x="11473" y="123"/>
                    <a:pt x="12374" y="105"/>
                  </a:cubicBezTo>
                  <a:cubicBezTo>
                    <a:pt x="12434" y="97"/>
                    <a:pt x="12436" y="6"/>
                    <a:pt x="12382" y="6"/>
                  </a:cubicBezTo>
                  <a:cubicBezTo>
                    <a:pt x="12379" y="6"/>
                    <a:pt x="12377" y="7"/>
                    <a:pt x="12374" y="7"/>
                  </a:cubicBezTo>
                  <a:cubicBezTo>
                    <a:pt x="10768" y="43"/>
                    <a:pt x="9162" y="61"/>
                    <a:pt x="7557" y="69"/>
                  </a:cubicBezTo>
                  <a:cubicBezTo>
                    <a:pt x="7262" y="71"/>
                    <a:pt x="6967" y="72"/>
                    <a:pt x="6673" y="72"/>
                  </a:cubicBezTo>
                  <a:cubicBezTo>
                    <a:pt x="5362" y="72"/>
                    <a:pt x="4050" y="57"/>
                    <a:pt x="2739" y="43"/>
                  </a:cubicBezTo>
                  <a:cubicBezTo>
                    <a:pt x="2293" y="34"/>
                    <a:pt x="1847" y="34"/>
                    <a:pt x="1401" y="25"/>
                  </a:cubicBezTo>
                  <a:cubicBezTo>
                    <a:pt x="1056" y="18"/>
                    <a:pt x="710" y="1"/>
                    <a:pt x="3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25"/>
            <p:cNvSpPr/>
            <p:nvPr/>
          </p:nvSpPr>
          <p:spPr>
            <a:xfrm>
              <a:off x="2799186" y="4072905"/>
              <a:ext cx="1173383" cy="14995"/>
            </a:xfrm>
            <a:custGeom>
              <a:avLst/>
              <a:gdLst/>
              <a:ahLst/>
              <a:cxnLst/>
              <a:rect l="l" t="t" r="r" b="b"/>
              <a:pathLst>
                <a:path w="12677" h="162" extrusionOk="0">
                  <a:moveTo>
                    <a:pt x="12615" y="0"/>
                  </a:moveTo>
                  <a:cubicBezTo>
                    <a:pt x="10982" y="36"/>
                    <a:pt x="9349" y="63"/>
                    <a:pt x="7717" y="72"/>
                  </a:cubicBezTo>
                  <a:cubicBezTo>
                    <a:pt x="6075" y="72"/>
                    <a:pt x="4434" y="63"/>
                    <a:pt x="2792" y="45"/>
                  </a:cubicBezTo>
                  <a:cubicBezTo>
                    <a:pt x="2338" y="36"/>
                    <a:pt x="1883" y="27"/>
                    <a:pt x="1419" y="18"/>
                  </a:cubicBezTo>
                  <a:cubicBezTo>
                    <a:pt x="1071" y="18"/>
                    <a:pt x="723" y="3"/>
                    <a:pt x="375" y="3"/>
                  </a:cubicBezTo>
                  <a:cubicBezTo>
                    <a:pt x="259" y="3"/>
                    <a:pt x="143" y="5"/>
                    <a:pt x="27" y="9"/>
                  </a:cubicBezTo>
                  <a:cubicBezTo>
                    <a:pt x="0" y="9"/>
                    <a:pt x="0" y="45"/>
                    <a:pt x="27" y="54"/>
                  </a:cubicBezTo>
                  <a:cubicBezTo>
                    <a:pt x="437" y="81"/>
                    <a:pt x="848" y="81"/>
                    <a:pt x="1258" y="99"/>
                  </a:cubicBezTo>
                  <a:cubicBezTo>
                    <a:pt x="1660" y="108"/>
                    <a:pt x="2070" y="116"/>
                    <a:pt x="2480" y="125"/>
                  </a:cubicBezTo>
                  <a:cubicBezTo>
                    <a:pt x="3292" y="134"/>
                    <a:pt x="4113" y="152"/>
                    <a:pt x="4925" y="152"/>
                  </a:cubicBezTo>
                  <a:cubicBezTo>
                    <a:pt x="5552" y="159"/>
                    <a:pt x="6179" y="162"/>
                    <a:pt x="6806" y="162"/>
                  </a:cubicBezTo>
                  <a:cubicBezTo>
                    <a:pt x="7820" y="162"/>
                    <a:pt x="8835" y="154"/>
                    <a:pt x="9849" y="143"/>
                  </a:cubicBezTo>
                  <a:cubicBezTo>
                    <a:pt x="10768" y="134"/>
                    <a:pt x="11696" y="116"/>
                    <a:pt x="12615" y="99"/>
                  </a:cubicBezTo>
                  <a:cubicBezTo>
                    <a:pt x="12677" y="99"/>
                    <a:pt x="12677" y="0"/>
                    <a:pt x="126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25"/>
            <p:cNvSpPr/>
            <p:nvPr/>
          </p:nvSpPr>
          <p:spPr>
            <a:xfrm>
              <a:off x="2787616" y="3987287"/>
              <a:ext cx="1173476" cy="15272"/>
            </a:xfrm>
            <a:custGeom>
              <a:avLst/>
              <a:gdLst/>
              <a:ahLst/>
              <a:cxnLst/>
              <a:rect l="l" t="t" r="r" b="b"/>
              <a:pathLst>
                <a:path w="12678" h="165" extrusionOk="0">
                  <a:moveTo>
                    <a:pt x="367" y="1"/>
                  </a:moveTo>
                  <a:cubicBezTo>
                    <a:pt x="256" y="1"/>
                    <a:pt x="145" y="2"/>
                    <a:pt x="36" y="7"/>
                  </a:cubicBezTo>
                  <a:cubicBezTo>
                    <a:pt x="0" y="7"/>
                    <a:pt x="0" y="51"/>
                    <a:pt x="36" y="51"/>
                  </a:cubicBezTo>
                  <a:cubicBezTo>
                    <a:pt x="437" y="87"/>
                    <a:pt x="848" y="87"/>
                    <a:pt x="1258" y="96"/>
                  </a:cubicBezTo>
                  <a:cubicBezTo>
                    <a:pt x="1669" y="105"/>
                    <a:pt x="2070" y="114"/>
                    <a:pt x="2480" y="123"/>
                  </a:cubicBezTo>
                  <a:cubicBezTo>
                    <a:pt x="3301" y="140"/>
                    <a:pt x="4113" y="149"/>
                    <a:pt x="4934" y="158"/>
                  </a:cubicBezTo>
                  <a:cubicBezTo>
                    <a:pt x="5614" y="162"/>
                    <a:pt x="6292" y="164"/>
                    <a:pt x="6970" y="164"/>
                  </a:cubicBezTo>
                  <a:cubicBezTo>
                    <a:pt x="7929" y="164"/>
                    <a:pt x="8888" y="160"/>
                    <a:pt x="9849" y="149"/>
                  </a:cubicBezTo>
                  <a:cubicBezTo>
                    <a:pt x="10777" y="140"/>
                    <a:pt x="11696" y="123"/>
                    <a:pt x="12615" y="105"/>
                  </a:cubicBezTo>
                  <a:cubicBezTo>
                    <a:pt x="12677" y="105"/>
                    <a:pt x="12677" y="7"/>
                    <a:pt x="12615" y="7"/>
                  </a:cubicBezTo>
                  <a:cubicBezTo>
                    <a:pt x="10982" y="42"/>
                    <a:pt x="9350" y="60"/>
                    <a:pt x="7717" y="69"/>
                  </a:cubicBezTo>
                  <a:cubicBezTo>
                    <a:pt x="7307" y="71"/>
                    <a:pt x="6896" y="72"/>
                    <a:pt x="6486" y="72"/>
                  </a:cubicBezTo>
                  <a:cubicBezTo>
                    <a:pt x="5255" y="72"/>
                    <a:pt x="4026" y="62"/>
                    <a:pt x="2802" y="42"/>
                  </a:cubicBezTo>
                  <a:cubicBezTo>
                    <a:pt x="2338" y="42"/>
                    <a:pt x="1883" y="33"/>
                    <a:pt x="1428" y="24"/>
                  </a:cubicBezTo>
                  <a:cubicBezTo>
                    <a:pt x="1075" y="18"/>
                    <a:pt x="718" y="1"/>
                    <a:pt x="3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25"/>
            <p:cNvSpPr/>
            <p:nvPr/>
          </p:nvSpPr>
          <p:spPr>
            <a:xfrm>
              <a:off x="2770215" y="3912498"/>
              <a:ext cx="1190877" cy="14902"/>
            </a:xfrm>
            <a:custGeom>
              <a:avLst/>
              <a:gdLst/>
              <a:ahLst/>
              <a:cxnLst/>
              <a:rect l="l" t="t" r="r" b="b"/>
              <a:pathLst>
                <a:path w="12866" h="161" extrusionOk="0">
                  <a:moveTo>
                    <a:pt x="294" y="0"/>
                  </a:moveTo>
                  <a:cubicBezTo>
                    <a:pt x="205" y="0"/>
                    <a:pt x="116" y="1"/>
                    <a:pt x="28" y="3"/>
                  </a:cubicBezTo>
                  <a:cubicBezTo>
                    <a:pt x="1" y="12"/>
                    <a:pt x="1" y="47"/>
                    <a:pt x="28" y="47"/>
                  </a:cubicBezTo>
                  <a:cubicBezTo>
                    <a:pt x="447" y="83"/>
                    <a:pt x="866" y="83"/>
                    <a:pt x="1286" y="92"/>
                  </a:cubicBezTo>
                  <a:cubicBezTo>
                    <a:pt x="1696" y="110"/>
                    <a:pt x="2115" y="119"/>
                    <a:pt x="2526" y="119"/>
                  </a:cubicBezTo>
                  <a:cubicBezTo>
                    <a:pt x="3355" y="137"/>
                    <a:pt x="4194" y="146"/>
                    <a:pt x="5024" y="154"/>
                  </a:cubicBezTo>
                  <a:cubicBezTo>
                    <a:pt x="5711" y="158"/>
                    <a:pt x="6397" y="160"/>
                    <a:pt x="7082" y="160"/>
                  </a:cubicBezTo>
                  <a:cubicBezTo>
                    <a:pt x="8052" y="160"/>
                    <a:pt x="9021" y="156"/>
                    <a:pt x="9993" y="146"/>
                  </a:cubicBezTo>
                  <a:cubicBezTo>
                    <a:pt x="10929" y="137"/>
                    <a:pt x="11866" y="119"/>
                    <a:pt x="12803" y="101"/>
                  </a:cubicBezTo>
                  <a:cubicBezTo>
                    <a:pt x="12865" y="101"/>
                    <a:pt x="12865" y="3"/>
                    <a:pt x="12803" y="3"/>
                  </a:cubicBezTo>
                  <a:cubicBezTo>
                    <a:pt x="11134" y="38"/>
                    <a:pt x="9475" y="65"/>
                    <a:pt x="7807" y="65"/>
                  </a:cubicBezTo>
                  <a:cubicBezTo>
                    <a:pt x="7362" y="68"/>
                    <a:pt x="6918" y="69"/>
                    <a:pt x="6475" y="69"/>
                  </a:cubicBezTo>
                  <a:cubicBezTo>
                    <a:pt x="5262" y="69"/>
                    <a:pt x="4053" y="60"/>
                    <a:pt x="2838" y="47"/>
                  </a:cubicBezTo>
                  <a:cubicBezTo>
                    <a:pt x="2374" y="38"/>
                    <a:pt x="1901" y="30"/>
                    <a:pt x="1428" y="21"/>
                  </a:cubicBezTo>
                  <a:cubicBezTo>
                    <a:pt x="1053" y="13"/>
                    <a:pt x="672" y="0"/>
                    <a:pt x="2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25"/>
            <p:cNvSpPr/>
            <p:nvPr/>
          </p:nvSpPr>
          <p:spPr>
            <a:xfrm>
              <a:off x="2756238" y="3832063"/>
              <a:ext cx="1191617" cy="15180"/>
            </a:xfrm>
            <a:custGeom>
              <a:avLst/>
              <a:gdLst/>
              <a:ahLst/>
              <a:cxnLst/>
              <a:rect l="l" t="t" r="r" b="b"/>
              <a:pathLst>
                <a:path w="12874" h="164" extrusionOk="0">
                  <a:moveTo>
                    <a:pt x="367" y="0"/>
                  </a:moveTo>
                  <a:cubicBezTo>
                    <a:pt x="254" y="0"/>
                    <a:pt x="141" y="2"/>
                    <a:pt x="27" y="6"/>
                  </a:cubicBezTo>
                  <a:cubicBezTo>
                    <a:pt x="0" y="6"/>
                    <a:pt x="0" y="51"/>
                    <a:pt x="27" y="51"/>
                  </a:cubicBezTo>
                  <a:cubicBezTo>
                    <a:pt x="446" y="87"/>
                    <a:pt x="866" y="87"/>
                    <a:pt x="1285" y="96"/>
                  </a:cubicBezTo>
                  <a:cubicBezTo>
                    <a:pt x="1704" y="105"/>
                    <a:pt x="2115" y="113"/>
                    <a:pt x="2525" y="122"/>
                  </a:cubicBezTo>
                  <a:cubicBezTo>
                    <a:pt x="3364" y="140"/>
                    <a:pt x="4193" y="149"/>
                    <a:pt x="5032" y="158"/>
                  </a:cubicBezTo>
                  <a:cubicBezTo>
                    <a:pt x="5715" y="162"/>
                    <a:pt x="6401" y="164"/>
                    <a:pt x="7086" y="164"/>
                  </a:cubicBezTo>
                  <a:cubicBezTo>
                    <a:pt x="8055" y="164"/>
                    <a:pt x="9025" y="160"/>
                    <a:pt x="9992" y="149"/>
                  </a:cubicBezTo>
                  <a:cubicBezTo>
                    <a:pt x="10929" y="140"/>
                    <a:pt x="11865" y="122"/>
                    <a:pt x="12811" y="105"/>
                  </a:cubicBezTo>
                  <a:cubicBezTo>
                    <a:pt x="12871" y="96"/>
                    <a:pt x="12873" y="6"/>
                    <a:pt x="12819" y="6"/>
                  </a:cubicBezTo>
                  <a:cubicBezTo>
                    <a:pt x="12816" y="6"/>
                    <a:pt x="12814" y="6"/>
                    <a:pt x="12811" y="6"/>
                  </a:cubicBezTo>
                  <a:cubicBezTo>
                    <a:pt x="11143" y="42"/>
                    <a:pt x="9474" y="60"/>
                    <a:pt x="7806" y="69"/>
                  </a:cubicBezTo>
                  <a:cubicBezTo>
                    <a:pt x="7503" y="71"/>
                    <a:pt x="7200" y="71"/>
                    <a:pt x="6897" y="71"/>
                  </a:cubicBezTo>
                  <a:cubicBezTo>
                    <a:pt x="5547" y="71"/>
                    <a:pt x="4194" y="57"/>
                    <a:pt x="2846" y="42"/>
                  </a:cubicBezTo>
                  <a:cubicBezTo>
                    <a:pt x="2373" y="42"/>
                    <a:pt x="1900" y="33"/>
                    <a:pt x="1437" y="24"/>
                  </a:cubicBezTo>
                  <a:cubicBezTo>
                    <a:pt x="1077" y="18"/>
                    <a:pt x="724" y="0"/>
                    <a:pt x="3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25"/>
            <p:cNvSpPr/>
            <p:nvPr/>
          </p:nvSpPr>
          <p:spPr>
            <a:xfrm>
              <a:off x="2738097" y="3765974"/>
              <a:ext cx="1190784" cy="19900"/>
            </a:xfrm>
            <a:custGeom>
              <a:avLst/>
              <a:gdLst/>
              <a:ahLst/>
              <a:cxnLst/>
              <a:rect l="l" t="t" r="r" b="b"/>
              <a:pathLst>
                <a:path w="12865" h="215" extrusionOk="0">
                  <a:moveTo>
                    <a:pt x="363" y="1"/>
                  </a:moveTo>
                  <a:cubicBezTo>
                    <a:pt x="250" y="1"/>
                    <a:pt x="138" y="2"/>
                    <a:pt x="27" y="7"/>
                  </a:cubicBezTo>
                  <a:cubicBezTo>
                    <a:pt x="0" y="7"/>
                    <a:pt x="0" y="42"/>
                    <a:pt x="27" y="51"/>
                  </a:cubicBezTo>
                  <a:cubicBezTo>
                    <a:pt x="446" y="87"/>
                    <a:pt x="865" y="87"/>
                    <a:pt x="1285" y="96"/>
                  </a:cubicBezTo>
                  <a:cubicBezTo>
                    <a:pt x="1695" y="105"/>
                    <a:pt x="2105" y="114"/>
                    <a:pt x="2516" y="123"/>
                  </a:cubicBezTo>
                  <a:cubicBezTo>
                    <a:pt x="3345" y="149"/>
                    <a:pt x="4175" y="167"/>
                    <a:pt x="5005" y="176"/>
                  </a:cubicBezTo>
                  <a:cubicBezTo>
                    <a:pt x="6370" y="198"/>
                    <a:pt x="7742" y="214"/>
                    <a:pt x="9109" y="214"/>
                  </a:cubicBezTo>
                  <a:cubicBezTo>
                    <a:pt x="9404" y="214"/>
                    <a:pt x="9698" y="214"/>
                    <a:pt x="9992" y="212"/>
                  </a:cubicBezTo>
                  <a:cubicBezTo>
                    <a:pt x="10928" y="203"/>
                    <a:pt x="11865" y="194"/>
                    <a:pt x="12802" y="176"/>
                  </a:cubicBezTo>
                  <a:cubicBezTo>
                    <a:pt x="12864" y="176"/>
                    <a:pt x="12864" y="78"/>
                    <a:pt x="12802" y="78"/>
                  </a:cubicBezTo>
                  <a:cubicBezTo>
                    <a:pt x="11534" y="105"/>
                    <a:pt x="10267" y="117"/>
                    <a:pt x="8999" y="117"/>
                  </a:cubicBezTo>
                  <a:cubicBezTo>
                    <a:pt x="8607" y="117"/>
                    <a:pt x="8216" y="116"/>
                    <a:pt x="7824" y="114"/>
                  </a:cubicBezTo>
                  <a:cubicBezTo>
                    <a:pt x="6156" y="105"/>
                    <a:pt x="4496" y="78"/>
                    <a:pt x="2828" y="51"/>
                  </a:cubicBezTo>
                  <a:cubicBezTo>
                    <a:pt x="2364" y="42"/>
                    <a:pt x="1900" y="34"/>
                    <a:pt x="1436" y="25"/>
                  </a:cubicBezTo>
                  <a:cubicBezTo>
                    <a:pt x="1077" y="18"/>
                    <a:pt x="718" y="1"/>
                    <a:pt x="3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25"/>
            <p:cNvSpPr/>
            <p:nvPr/>
          </p:nvSpPr>
          <p:spPr>
            <a:xfrm>
              <a:off x="3197197" y="4577822"/>
              <a:ext cx="19900" cy="112183"/>
            </a:xfrm>
            <a:custGeom>
              <a:avLst/>
              <a:gdLst/>
              <a:ahLst/>
              <a:cxnLst/>
              <a:rect l="l" t="t" r="r" b="b"/>
              <a:pathLst>
                <a:path w="215" h="1212" extrusionOk="0">
                  <a:moveTo>
                    <a:pt x="177" y="0"/>
                  </a:moveTo>
                  <a:cubicBezTo>
                    <a:pt x="164" y="0"/>
                    <a:pt x="152" y="7"/>
                    <a:pt x="152" y="23"/>
                  </a:cubicBezTo>
                  <a:cubicBezTo>
                    <a:pt x="116" y="210"/>
                    <a:pt x="89" y="407"/>
                    <a:pt x="63" y="603"/>
                  </a:cubicBezTo>
                  <a:cubicBezTo>
                    <a:pt x="36" y="790"/>
                    <a:pt x="0" y="986"/>
                    <a:pt x="0" y="1174"/>
                  </a:cubicBezTo>
                  <a:cubicBezTo>
                    <a:pt x="0" y="1198"/>
                    <a:pt x="19" y="1212"/>
                    <a:pt x="37" y="1212"/>
                  </a:cubicBezTo>
                  <a:cubicBezTo>
                    <a:pt x="53" y="1212"/>
                    <a:pt x="67" y="1203"/>
                    <a:pt x="72" y="1183"/>
                  </a:cubicBezTo>
                  <a:cubicBezTo>
                    <a:pt x="116" y="995"/>
                    <a:pt x="134" y="808"/>
                    <a:pt x="152" y="612"/>
                  </a:cubicBezTo>
                  <a:cubicBezTo>
                    <a:pt x="179" y="415"/>
                    <a:pt x="196" y="219"/>
                    <a:pt x="214" y="32"/>
                  </a:cubicBezTo>
                  <a:cubicBezTo>
                    <a:pt x="214" y="12"/>
                    <a:pt x="195" y="0"/>
                    <a:pt x="1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25"/>
            <p:cNvSpPr/>
            <p:nvPr/>
          </p:nvSpPr>
          <p:spPr>
            <a:xfrm>
              <a:off x="3134441" y="4503404"/>
              <a:ext cx="199097" cy="128288"/>
            </a:xfrm>
            <a:custGeom>
              <a:avLst/>
              <a:gdLst/>
              <a:ahLst/>
              <a:cxnLst/>
              <a:rect l="l" t="t" r="r" b="b"/>
              <a:pathLst>
                <a:path w="2151" h="1386" extrusionOk="0">
                  <a:moveTo>
                    <a:pt x="866" y="0"/>
                  </a:moveTo>
                  <a:cubicBezTo>
                    <a:pt x="764" y="0"/>
                    <a:pt x="662" y="11"/>
                    <a:pt x="562" y="33"/>
                  </a:cubicBezTo>
                  <a:cubicBezTo>
                    <a:pt x="366" y="86"/>
                    <a:pt x="170" y="185"/>
                    <a:pt x="89" y="372"/>
                  </a:cubicBezTo>
                  <a:cubicBezTo>
                    <a:pt x="0" y="550"/>
                    <a:pt x="80" y="809"/>
                    <a:pt x="277" y="863"/>
                  </a:cubicBezTo>
                  <a:cubicBezTo>
                    <a:pt x="305" y="869"/>
                    <a:pt x="335" y="872"/>
                    <a:pt x="366" y="872"/>
                  </a:cubicBezTo>
                  <a:cubicBezTo>
                    <a:pt x="430" y="872"/>
                    <a:pt x="497" y="861"/>
                    <a:pt x="560" y="861"/>
                  </a:cubicBezTo>
                  <a:cubicBezTo>
                    <a:pt x="624" y="861"/>
                    <a:pt x="684" y="872"/>
                    <a:pt x="732" y="916"/>
                  </a:cubicBezTo>
                  <a:cubicBezTo>
                    <a:pt x="767" y="943"/>
                    <a:pt x="794" y="979"/>
                    <a:pt x="812" y="1023"/>
                  </a:cubicBezTo>
                  <a:cubicBezTo>
                    <a:pt x="946" y="1211"/>
                    <a:pt x="1169" y="1318"/>
                    <a:pt x="1392" y="1362"/>
                  </a:cubicBezTo>
                  <a:cubicBezTo>
                    <a:pt x="1459" y="1377"/>
                    <a:pt x="1532" y="1386"/>
                    <a:pt x="1604" y="1386"/>
                  </a:cubicBezTo>
                  <a:cubicBezTo>
                    <a:pt x="1790" y="1386"/>
                    <a:pt x="1974" y="1329"/>
                    <a:pt x="2070" y="1175"/>
                  </a:cubicBezTo>
                  <a:cubicBezTo>
                    <a:pt x="2150" y="1032"/>
                    <a:pt x="2141" y="854"/>
                    <a:pt x="2079" y="702"/>
                  </a:cubicBezTo>
                  <a:cubicBezTo>
                    <a:pt x="2007" y="550"/>
                    <a:pt x="1891" y="425"/>
                    <a:pt x="1775" y="310"/>
                  </a:cubicBezTo>
                  <a:lnTo>
                    <a:pt x="1419" y="113"/>
                  </a:lnTo>
                  <a:cubicBezTo>
                    <a:pt x="1245" y="38"/>
                    <a:pt x="1056" y="0"/>
                    <a:pt x="8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25"/>
            <p:cNvSpPr/>
            <p:nvPr/>
          </p:nvSpPr>
          <p:spPr>
            <a:xfrm>
              <a:off x="2926365" y="4401495"/>
              <a:ext cx="193265" cy="107370"/>
            </a:xfrm>
            <a:custGeom>
              <a:avLst/>
              <a:gdLst/>
              <a:ahLst/>
              <a:cxnLst/>
              <a:rect l="l" t="t" r="r" b="b"/>
              <a:pathLst>
                <a:path w="2088" h="1160" extrusionOk="0">
                  <a:moveTo>
                    <a:pt x="965" y="1"/>
                  </a:moveTo>
                  <a:cubicBezTo>
                    <a:pt x="953" y="1"/>
                    <a:pt x="940" y="1"/>
                    <a:pt x="928" y="1"/>
                  </a:cubicBezTo>
                  <a:cubicBezTo>
                    <a:pt x="749" y="10"/>
                    <a:pt x="562" y="37"/>
                    <a:pt x="401" y="126"/>
                  </a:cubicBezTo>
                  <a:cubicBezTo>
                    <a:pt x="232" y="206"/>
                    <a:pt x="98" y="349"/>
                    <a:pt x="45" y="527"/>
                  </a:cubicBezTo>
                  <a:cubicBezTo>
                    <a:pt x="0" y="706"/>
                    <a:pt x="54" y="920"/>
                    <a:pt x="196" y="1027"/>
                  </a:cubicBezTo>
                  <a:cubicBezTo>
                    <a:pt x="277" y="1089"/>
                    <a:pt x="384" y="1116"/>
                    <a:pt x="482" y="1143"/>
                  </a:cubicBezTo>
                  <a:cubicBezTo>
                    <a:pt x="543" y="1153"/>
                    <a:pt x="607" y="1160"/>
                    <a:pt x="670" y="1160"/>
                  </a:cubicBezTo>
                  <a:cubicBezTo>
                    <a:pt x="782" y="1160"/>
                    <a:pt x="889" y="1137"/>
                    <a:pt x="964" y="1063"/>
                  </a:cubicBezTo>
                  <a:cubicBezTo>
                    <a:pt x="1017" y="1000"/>
                    <a:pt x="1044" y="920"/>
                    <a:pt x="1115" y="875"/>
                  </a:cubicBezTo>
                  <a:cubicBezTo>
                    <a:pt x="1157" y="846"/>
                    <a:pt x="1208" y="836"/>
                    <a:pt x="1261" y="836"/>
                  </a:cubicBezTo>
                  <a:cubicBezTo>
                    <a:pt x="1321" y="836"/>
                    <a:pt x="1384" y="848"/>
                    <a:pt x="1445" y="857"/>
                  </a:cubicBezTo>
                  <a:cubicBezTo>
                    <a:pt x="1472" y="860"/>
                    <a:pt x="1498" y="861"/>
                    <a:pt x="1525" y="861"/>
                  </a:cubicBezTo>
                  <a:cubicBezTo>
                    <a:pt x="1678" y="861"/>
                    <a:pt x="1835" y="819"/>
                    <a:pt x="1972" y="750"/>
                  </a:cubicBezTo>
                  <a:cubicBezTo>
                    <a:pt x="2016" y="724"/>
                    <a:pt x="2061" y="688"/>
                    <a:pt x="2079" y="634"/>
                  </a:cubicBezTo>
                  <a:cubicBezTo>
                    <a:pt x="2088" y="581"/>
                    <a:pt x="2052" y="518"/>
                    <a:pt x="2016" y="474"/>
                  </a:cubicBezTo>
                  <a:cubicBezTo>
                    <a:pt x="1756" y="145"/>
                    <a:pt x="1379" y="1"/>
                    <a:pt x="9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25"/>
            <p:cNvSpPr/>
            <p:nvPr/>
          </p:nvSpPr>
          <p:spPr>
            <a:xfrm>
              <a:off x="3024571" y="4456476"/>
              <a:ext cx="77750" cy="233344"/>
            </a:xfrm>
            <a:custGeom>
              <a:avLst/>
              <a:gdLst/>
              <a:ahLst/>
              <a:cxnLst/>
              <a:rect l="l" t="t" r="r" b="b"/>
              <a:pathLst>
                <a:path w="840" h="2521" extrusionOk="0">
                  <a:moveTo>
                    <a:pt x="38" y="0"/>
                  </a:moveTo>
                  <a:cubicBezTo>
                    <a:pt x="20" y="0"/>
                    <a:pt x="1" y="14"/>
                    <a:pt x="1" y="31"/>
                  </a:cubicBezTo>
                  <a:cubicBezTo>
                    <a:pt x="1" y="112"/>
                    <a:pt x="45" y="192"/>
                    <a:pt x="99" y="255"/>
                  </a:cubicBezTo>
                  <a:cubicBezTo>
                    <a:pt x="161" y="335"/>
                    <a:pt x="224" y="415"/>
                    <a:pt x="277" y="504"/>
                  </a:cubicBezTo>
                  <a:cubicBezTo>
                    <a:pt x="393" y="692"/>
                    <a:pt x="473" y="897"/>
                    <a:pt x="536" y="1111"/>
                  </a:cubicBezTo>
                  <a:cubicBezTo>
                    <a:pt x="670" y="1566"/>
                    <a:pt x="670" y="2030"/>
                    <a:pt x="741" y="2494"/>
                  </a:cubicBezTo>
                  <a:cubicBezTo>
                    <a:pt x="745" y="2512"/>
                    <a:pt x="760" y="2520"/>
                    <a:pt x="775" y="2520"/>
                  </a:cubicBezTo>
                  <a:cubicBezTo>
                    <a:pt x="797" y="2520"/>
                    <a:pt x="821" y="2505"/>
                    <a:pt x="821" y="2485"/>
                  </a:cubicBezTo>
                  <a:cubicBezTo>
                    <a:pt x="839" y="2021"/>
                    <a:pt x="786" y="1530"/>
                    <a:pt x="652" y="1093"/>
                  </a:cubicBezTo>
                  <a:cubicBezTo>
                    <a:pt x="589" y="897"/>
                    <a:pt x="518" y="701"/>
                    <a:pt x="411" y="522"/>
                  </a:cubicBezTo>
                  <a:cubicBezTo>
                    <a:pt x="304" y="344"/>
                    <a:pt x="143" y="201"/>
                    <a:pt x="63" y="14"/>
                  </a:cubicBezTo>
                  <a:cubicBezTo>
                    <a:pt x="57" y="4"/>
                    <a:pt x="47" y="0"/>
                    <a:pt x="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25"/>
            <p:cNvSpPr/>
            <p:nvPr/>
          </p:nvSpPr>
          <p:spPr>
            <a:xfrm>
              <a:off x="3111300" y="4547925"/>
              <a:ext cx="30637" cy="192710"/>
            </a:xfrm>
            <a:custGeom>
              <a:avLst/>
              <a:gdLst/>
              <a:ahLst/>
              <a:cxnLst/>
              <a:rect l="l" t="t" r="r" b="b"/>
              <a:pathLst>
                <a:path w="331" h="2082" extrusionOk="0">
                  <a:moveTo>
                    <a:pt x="32" y="0"/>
                  </a:moveTo>
                  <a:cubicBezTo>
                    <a:pt x="17" y="0"/>
                    <a:pt x="0" y="12"/>
                    <a:pt x="0" y="34"/>
                  </a:cubicBezTo>
                  <a:cubicBezTo>
                    <a:pt x="63" y="382"/>
                    <a:pt x="143" y="721"/>
                    <a:pt x="188" y="1069"/>
                  </a:cubicBezTo>
                  <a:cubicBezTo>
                    <a:pt x="206" y="1229"/>
                    <a:pt x="214" y="1399"/>
                    <a:pt x="223" y="1559"/>
                  </a:cubicBezTo>
                  <a:cubicBezTo>
                    <a:pt x="232" y="1720"/>
                    <a:pt x="214" y="1907"/>
                    <a:pt x="250" y="2068"/>
                  </a:cubicBezTo>
                  <a:cubicBezTo>
                    <a:pt x="250" y="2077"/>
                    <a:pt x="259" y="2081"/>
                    <a:pt x="269" y="2081"/>
                  </a:cubicBezTo>
                  <a:cubicBezTo>
                    <a:pt x="279" y="2081"/>
                    <a:pt x="290" y="2077"/>
                    <a:pt x="295" y="2068"/>
                  </a:cubicBezTo>
                  <a:cubicBezTo>
                    <a:pt x="330" y="1907"/>
                    <a:pt x="313" y="1720"/>
                    <a:pt x="313" y="1559"/>
                  </a:cubicBezTo>
                  <a:cubicBezTo>
                    <a:pt x="304" y="1381"/>
                    <a:pt x="286" y="1211"/>
                    <a:pt x="259" y="1033"/>
                  </a:cubicBezTo>
                  <a:cubicBezTo>
                    <a:pt x="214" y="694"/>
                    <a:pt x="161" y="346"/>
                    <a:pt x="54" y="16"/>
                  </a:cubicBezTo>
                  <a:cubicBezTo>
                    <a:pt x="50" y="5"/>
                    <a:pt x="41" y="0"/>
                    <a:pt x="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25"/>
            <p:cNvSpPr/>
            <p:nvPr/>
          </p:nvSpPr>
          <p:spPr>
            <a:xfrm>
              <a:off x="3167392" y="4415564"/>
              <a:ext cx="10830" cy="288510"/>
            </a:xfrm>
            <a:custGeom>
              <a:avLst/>
              <a:gdLst/>
              <a:ahLst/>
              <a:cxnLst/>
              <a:rect l="l" t="t" r="r" b="b"/>
              <a:pathLst>
                <a:path w="117" h="3117" extrusionOk="0">
                  <a:moveTo>
                    <a:pt x="41" y="1"/>
                  </a:moveTo>
                  <a:cubicBezTo>
                    <a:pt x="30" y="1"/>
                    <a:pt x="19" y="10"/>
                    <a:pt x="19" y="27"/>
                  </a:cubicBezTo>
                  <a:cubicBezTo>
                    <a:pt x="1" y="536"/>
                    <a:pt x="10" y="1053"/>
                    <a:pt x="10" y="1562"/>
                  </a:cubicBezTo>
                  <a:cubicBezTo>
                    <a:pt x="19" y="2070"/>
                    <a:pt x="1" y="2588"/>
                    <a:pt x="46" y="3096"/>
                  </a:cubicBezTo>
                  <a:cubicBezTo>
                    <a:pt x="46" y="3110"/>
                    <a:pt x="55" y="3116"/>
                    <a:pt x="63" y="3116"/>
                  </a:cubicBezTo>
                  <a:cubicBezTo>
                    <a:pt x="72" y="3116"/>
                    <a:pt x="81" y="3110"/>
                    <a:pt x="81" y="3096"/>
                  </a:cubicBezTo>
                  <a:cubicBezTo>
                    <a:pt x="117" y="2588"/>
                    <a:pt x="99" y="2070"/>
                    <a:pt x="90" y="1562"/>
                  </a:cubicBezTo>
                  <a:cubicBezTo>
                    <a:pt x="90" y="1053"/>
                    <a:pt x="90" y="536"/>
                    <a:pt x="63" y="27"/>
                  </a:cubicBezTo>
                  <a:cubicBezTo>
                    <a:pt x="63" y="10"/>
                    <a:pt x="52" y="1"/>
                    <a:pt x="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25"/>
            <p:cNvSpPr/>
            <p:nvPr/>
          </p:nvSpPr>
          <p:spPr>
            <a:xfrm>
              <a:off x="3222743" y="4526914"/>
              <a:ext cx="47668" cy="168089"/>
            </a:xfrm>
            <a:custGeom>
              <a:avLst/>
              <a:gdLst/>
              <a:ahLst/>
              <a:cxnLst/>
              <a:rect l="l" t="t" r="r" b="b"/>
              <a:pathLst>
                <a:path w="515" h="1816" extrusionOk="0">
                  <a:moveTo>
                    <a:pt x="479" y="0"/>
                  </a:moveTo>
                  <a:cubicBezTo>
                    <a:pt x="469" y="0"/>
                    <a:pt x="459" y="6"/>
                    <a:pt x="456" y="20"/>
                  </a:cubicBezTo>
                  <a:cubicBezTo>
                    <a:pt x="402" y="216"/>
                    <a:pt x="340" y="421"/>
                    <a:pt x="286" y="618"/>
                  </a:cubicBezTo>
                  <a:cubicBezTo>
                    <a:pt x="179" y="1001"/>
                    <a:pt x="54" y="1394"/>
                    <a:pt x="1" y="1786"/>
                  </a:cubicBezTo>
                  <a:cubicBezTo>
                    <a:pt x="1" y="1802"/>
                    <a:pt x="14" y="1815"/>
                    <a:pt x="28" y="1815"/>
                  </a:cubicBezTo>
                  <a:cubicBezTo>
                    <a:pt x="37" y="1815"/>
                    <a:pt x="47" y="1809"/>
                    <a:pt x="54" y="1795"/>
                  </a:cubicBezTo>
                  <a:cubicBezTo>
                    <a:pt x="179" y="1420"/>
                    <a:pt x="259" y="1028"/>
                    <a:pt x="358" y="635"/>
                  </a:cubicBezTo>
                  <a:cubicBezTo>
                    <a:pt x="411" y="439"/>
                    <a:pt x="456" y="234"/>
                    <a:pt x="509" y="38"/>
                  </a:cubicBezTo>
                  <a:cubicBezTo>
                    <a:pt x="515" y="16"/>
                    <a:pt x="496" y="0"/>
                    <a:pt x="4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25"/>
            <p:cNvSpPr/>
            <p:nvPr/>
          </p:nvSpPr>
          <p:spPr>
            <a:xfrm>
              <a:off x="2989861" y="4496832"/>
              <a:ext cx="161147" cy="103667"/>
            </a:xfrm>
            <a:custGeom>
              <a:avLst/>
              <a:gdLst/>
              <a:ahLst/>
              <a:cxnLst/>
              <a:rect l="l" t="t" r="r" b="b"/>
              <a:pathLst>
                <a:path w="1741" h="1120" extrusionOk="0">
                  <a:moveTo>
                    <a:pt x="983" y="0"/>
                  </a:moveTo>
                  <a:cubicBezTo>
                    <a:pt x="897" y="0"/>
                    <a:pt x="806" y="20"/>
                    <a:pt x="724" y="42"/>
                  </a:cubicBezTo>
                  <a:cubicBezTo>
                    <a:pt x="545" y="95"/>
                    <a:pt x="367" y="175"/>
                    <a:pt x="233" y="300"/>
                  </a:cubicBezTo>
                  <a:cubicBezTo>
                    <a:pt x="90" y="425"/>
                    <a:pt x="1" y="621"/>
                    <a:pt x="37" y="809"/>
                  </a:cubicBezTo>
                  <a:cubicBezTo>
                    <a:pt x="46" y="844"/>
                    <a:pt x="54" y="889"/>
                    <a:pt x="90" y="925"/>
                  </a:cubicBezTo>
                  <a:cubicBezTo>
                    <a:pt x="117" y="969"/>
                    <a:pt x="170" y="987"/>
                    <a:pt x="224" y="1005"/>
                  </a:cubicBezTo>
                  <a:cubicBezTo>
                    <a:pt x="423" y="1082"/>
                    <a:pt x="636" y="1120"/>
                    <a:pt x="850" y="1120"/>
                  </a:cubicBezTo>
                  <a:cubicBezTo>
                    <a:pt x="1058" y="1120"/>
                    <a:pt x="1266" y="1084"/>
                    <a:pt x="1464" y="1014"/>
                  </a:cubicBezTo>
                  <a:cubicBezTo>
                    <a:pt x="1571" y="969"/>
                    <a:pt x="1696" y="907"/>
                    <a:pt x="1723" y="791"/>
                  </a:cubicBezTo>
                  <a:cubicBezTo>
                    <a:pt x="1741" y="702"/>
                    <a:pt x="1696" y="604"/>
                    <a:pt x="1625" y="541"/>
                  </a:cubicBezTo>
                  <a:cubicBezTo>
                    <a:pt x="1553" y="479"/>
                    <a:pt x="1464" y="443"/>
                    <a:pt x="1375" y="416"/>
                  </a:cubicBezTo>
                  <a:lnTo>
                    <a:pt x="1366" y="407"/>
                  </a:lnTo>
                  <a:cubicBezTo>
                    <a:pt x="1339" y="291"/>
                    <a:pt x="1312" y="166"/>
                    <a:pt x="1223" y="86"/>
                  </a:cubicBezTo>
                  <a:cubicBezTo>
                    <a:pt x="1159" y="22"/>
                    <a:pt x="1074" y="0"/>
                    <a:pt x="9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25"/>
            <p:cNvSpPr/>
            <p:nvPr/>
          </p:nvSpPr>
          <p:spPr>
            <a:xfrm>
              <a:off x="3112133" y="4341423"/>
              <a:ext cx="193265" cy="119958"/>
            </a:xfrm>
            <a:custGeom>
              <a:avLst/>
              <a:gdLst/>
              <a:ahLst/>
              <a:cxnLst/>
              <a:rect l="l" t="t" r="r" b="b"/>
              <a:pathLst>
                <a:path w="2088" h="1296" extrusionOk="0">
                  <a:moveTo>
                    <a:pt x="1104" y="1"/>
                  </a:moveTo>
                  <a:cubicBezTo>
                    <a:pt x="1050" y="1"/>
                    <a:pt x="997" y="3"/>
                    <a:pt x="946" y="8"/>
                  </a:cubicBezTo>
                  <a:cubicBezTo>
                    <a:pt x="866" y="17"/>
                    <a:pt x="776" y="26"/>
                    <a:pt x="714" y="70"/>
                  </a:cubicBezTo>
                  <a:cubicBezTo>
                    <a:pt x="601" y="155"/>
                    <a:pt x="583" y="307"/>
                    <a:pt x="594" y="456"/>
                  </a:cubicBezTo>
                  <a:lnTo>
                    <a:pt x="594" y="456"/>
                  </a:lnTo>
                  <a:cubicBezTo>
                    <a:pt x="478" y="497"/>
                    <a:pt x="356" y="539"/>
                    <a:pt x="241" y="596"/>
                  </a:cubicBezTo>
                  <a:cubicBezTo>
                    <a:pt x="125" y="659"/>
                    <a:pt x="0" y="757"/>
                    <a:pt x="18" y="882"/>
                  </a:cubicBezTo>
                  <a:cubicBezTo>
                    <a:pt x="36" y="998"/>
                    <a:pt x="161" y="1060"/>
                    <a:pt x="277" y="1096"/>
                  </a:cubicBezTo>
                  <a:cubicBezTo>
                    <a:pt x="625" y="1212"/>
                    <a:pt x="991" y="1274"/>
                    <a:pt x="1356" y="1292"/>
                  </a:cubicBezTo>
                  <a:cubicBezTo>
                    <a:pt x="1388" y="1294"/>
                    <a:pt x="1421" y="1295"/>
                    <a:pt x="1453" y="1295"/>
                  </a:cubicBezTo>
                  <a:cubicBezTo>
                    <a:pt x="1581" y="1295"/>
                    <a:pt x="1708" y="1278"/>
                    <a:pt x="1829" y="1221"/>
                  </a:cubicBezTo>
                  <a:cubicBezTo>
                    <a:pt x="1972" y="1150"/>
                    <a:pt x="2088" y="1007"/>
                    <a:pt x="2070" y="846"/>
                  </a:cubicBezTo>
                  <a:cubicBezTo>
                    <a:pt x="2043" y="561"/>
                    <a:pt x="1820" y="293"/>
                    <a:pt x="1597" y="124"/>
                  </a:cubicBezTo>
                  <a:cubicBezTo>
                    <a:pt x="1454" y="29"/>
                    <a:pt x="1276" y="1"/>
                    <a:pt x="11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25"/>
            <p:cNvSpPr/>
            <p:nvPr/>
          </p:nvSpPr>
          <p:spPr>
            <a:xfrm>
              <a:off x="3214505" y="4491649"/>
              <a:ext cx="185860" cy="120143"/>
            </a:xfrm>
            <a:custGeom>
              <a:avLst/>
              <a:gdLst/>
              <a:ahLst/>
              <a:cxnLst/>
              <a:rect l="l" t="t" r="r" b="b"/>
              <a:pathLst>
                <a:path w="2008" h="1298" extrusionOk="0">
                  <a:moveTo>
                    <a:pt x="1247" y="0"/>
                  </a:moveTo>
                  <a:cubicBezTo>
                    <a:pt x="1037" y="0"/>
                    <a:pt x="827" y="92"/>
                    <a:pt x="696" y="258"/>
                  </a:cubicBezTo>
                  <a:cubicBezTo>
                    <a:pt x="611" y="218"/>
                    <a:pt x="548" y="211"/>
                    <a:pt x="476" y="211"/>
                  </a:cubicBezTo>
                  <a:cubicBezTo>
                    <a:pt x="435" y="211"/>
                    <a:pt x="391" y="213"/>
                    <a:pt x="339" y="213"/>
                  </a:cubicBezTo>
                  <a:cubicBezTo>
                    <a:pt x="197" y="213"/>
                    <a:pt x="36" y="312"/>
                    <a:pt x="18" y="454"/>
                  </a:cubicBezTo>
                  <a:cubicBezTo>
                    <a:pt x="0" y="597"/>
                    <a:pt x="108" y="713"/>
                    <a:pt x="215" y="802"/>
                  </a:cubicBezTo>
                  <a:cubicBezTo>
                    <a:pt x="563" y="1097"/>
                    <a:pt x="1000" y="1275"/>
                    <a:pt x="1455" y="1293"/>
                  </a:cubicBezTo>
                  <a:cubicBezTo>
                    <a:pt x="1485" y="1296"/>
                    <a:pt x="1516" y="1298"/>
                    <a:pt x="1547" y="1298"/>
                  </a:cubicBezTo>
                  <a:cubicBezTo>
                    <a:pt x="1617" y="1298"/>
                    <a:pt x="1687" y="1288"/>
                    <a:pt x="1749" y="1257"/>
                  </a:cubicBezTo>
                  <a:cubicBezTo>
                    <a:pt x="1892" y="1177"/>
                    <a:pt x="1963" y="1007"/>
                    <a:pt x="1981" y="847"/>
                  </a:cubicBezTo>
                  <a:cubicBezTo>
                    <a:pt x="2008" y="535"/>
                    <a:pt x="1838" y="205"/>
                    <a:pt x="1553" y="71"/>
                  </a:cubicBezTo>
                  <a:cubicBezTo>
                    <a:pt x="1458" y="23"/>
                    <a:pt x="1353" y="0"/>
                    <a:pt x="124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25"/>
            <p:cNvSpPr/>
            <p:nvPr/>
          </p:nvSpPr>
          <p:spPr>
            <a:xfrm>
              <a:off x="3060947" y="4671586"/>
              <a:ext cx="216405" cy="171143"/>
            </a:xfrm>
            <a:custGeom>
              <a:avLst/>
              <a:gdLst/>
              <a:ahLst/>
              <a:cxnLst/>
              <a:rect l="l" t="t" r="r" b="b"/>
              <a:pathLst>
                <a:path w="2338" h="1849" extrusionOk="0">
                  <a:moveTo>
                    <a:pt x="27" y="0"/>
                  </a:moveTo>
                  <a:cubicBezTo>
                    <a:pt x="0" y="419"/>
                    <a:pt x="9" y="839"/>
                    <a:pt x="54" y="1258"/>
                  </a:cubicBezTo>
                  <a:cubicBezTo>
                    <a:pt x="63" y="1347"/>
                    <a:pt x="72" y="1445"/>
                    <a:pt x="116" y="1535"/>
                  </a:cubicBezTo>
                  <a:cubicBezTo>
                    <a:pt x="225" y="1719"/>
                    <a:pt x="523" y="1848"/>
                    <a:pt x="818" y="1848"/>
                  </a:cubicBezTo>
                  <a:cubicBezTo>
                    <a:pt x="837" y="1848"/>
                    <a:pt x="856" y="1848"/>
                    <a:pt x="874" y="1847"/>
                  </a:cubicBezTo>
                  <a:lnTo>
                    <a:pt x="1463" y="1847"/>
                  </a:lnTo>
                  <a:cubicBezTo>
                    <a:pt x="1482" y="1848"/>
                    <a:pt x="1501" y="1848"/>
                    <a:pt x="1519" y="1848"/>
                  </a:cubicBezTo>
                  <a:cubicBezTo>
                    <a:pt x="1814" y="1848"/>
                    <a:pt x="2112" y="1719"/>
                    <a:pt x="2213" y="1535"/>
                  </a:cubicBezTo>
                  <a:cubicBezTo>
                    <a:pt x="2266" y="1445"/>
                    <a:pt x="2275" y="1347"/>
                    <a:pt x="2284" y="1258"/>
                  </a:cubicBezTo>
                  <a:cubicBezTo>
                    <a:pt x="2329" y="839"/>
                    <a:pt x="2337" y="419"/>
                    <a:pt x="231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25"/>
            <p:cNvSpPr/>
            <p:nvPr/>
          </p:nvSpPr>
          <p:spPr>
            <a:xfrm>
              <a:off x="3281519" y="4517843"/>
              <a:ext cx="71827" cy="63218"/>
            </a:xfrm>
            <a:custGeom>
              <a:avLst/>
              <a:gdLst/>
              <a:ahLst/>
              <a:cxnLst/>
              <a:rect l="l" t="t" r="r" b="b"/>
              <a:pathLst>
                <a:path w="776" h="683" extrusionOk="0">
                  <a:moveTo>
                    <a:pt x="20" y="0"/>
                  </a:moveTo>
                  <a:cubicBezTo>
                    <a:pt x="6" y="0"/>
                    <a:pt x="0" y="30"/>
                    <a:pt x="8" y="38"/>
                  </a:cubicBezTo>
                  <a:cubicBezTo>
                    <a:pt x="151" y="118"/>
                    <a:pt x="285" y="216"/>
                    <a:pt x="409" y="323"/>
                  </a:cubicBezTo>
                  <a:cubicBezTo>
                    <a:pt x="472" y="377"/>
                    <a:pt x="525" y="430"/>
                    <a:pt x="579" y="493"/>
                  </a:cubicBezTo>
                  <a:cubicBezTo>
                    <a:pt x="606" y="519"/>
                    <a:pt x="632" y="555"/>
                    <a:pt x="659" y="591"/>
                  </a:cubicBezTo>
                  <a:cubicBezTo>
                    <a:pt x="686" y="617"/>
                    <a:pt x="704" y="653"/>
                    <a:pt x="731" y="680"/>
                  </a:cubicBezTo>
                  <a:cubicBezTo>
                    <a:pt x="736" y="681"/>
                    <a:pt x="740" y="682"/>
                    <a:pt x="744" y="682"/>
                  </a:cubicBezTo>
                  <a:cubicBezTo>
                    <a:pt x="763" y="682"/>
                    <a:pt x="775" y="668"/>
                    <a:pt x="775" y="653"/>
                  </a:cubicBezTo>
                  <a:cubicBezTo>
                    <a:pt x="766" y="608"/>
                    <a:pt x="731" y="582"/>
                    <a:pt x="704" y="546"/>
                  </a:cubicBezTo>
                  <a:cubicBezTo>
                    <a:pt x="677" y="519"/>
                    <a:pt x="650" y="484"/>
                    <a:pt x="624" y="448"/>
                  </a:cubicBezTo>
                  <a:cubicBezTo>
                    <a:pt x="570" y="385"/>
                    <a:pt x="508" y="332"/>
                    <a:pt x="445" y="269"/>
                  </a:cubicBezTo>
                  <a:cubicBezTo>
                    <a:pt x="320" y="162"/>
                    <a:pt x="178" y="64"/>
                    <a:pt x="26" y="2"/>
                  </a:cubicBezTo>
                  <a:cubicBezTo>
                    <a:pt x="24" y="1"/>
                    <a:pt x="22" y="0"/>
                    <a:pt x="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25"/>
            <p:cNvSpPr/>
            <p:nvPr/>
          </p:nvSpPr>
          <p:spPr>
            <a:xfrm>
              <a:off x="3035586" y="4538577"/>
              <a:ext cx="79139" cy="20086"/>
            </a:xfrm>
            <a:custGeom>
              <a:avLst/>
              <a:gdLst/>
              <a:ahLst/>
              <a:cxnLst/>
              <a:rect l="l" t="t" r="r" b="b"/>
              <a:pathLst>
                <a:path w="855" h="217" extrusionOk="0">
                  <a:moveTo>
                    <a:pt x="640" y="1"/>
                  </a:moveTo>
                  <a:cubicBezTo>
                    <a:pt x="569" y="10"/>
                    <a:pt x="497" y="19"/>
                    <a:pt x="426" y="37"/>
                  </a:cubicBezTo>
                  <a:cubicBezTo>
                    <a:pt x="283" y="63"/>
                    <a:pt x="140" y="117"/>
                    <a:pt x="15" y="188"/>
                  </a:cubicBezTo>
                  <a:cubicBezTo>
                    <a:pt x="0" y="196"/>
                    <a:pt x="11" y="217"/>
                    <a:pt x="26" y="217"/>
                  </a:cubicBezTo>
                  <a:cubicBezTo>
                    <a:pt x="28" y="217"/>
                    <a:pt x="31" y="216"/>
                    <a:pt x="33" y="215"/>
                  </a:cubicBezTo>
                  <a:cubicBezTo>
                    <a:pt x="158" y="153"/>
                    <a:pt x="301" y="108"/>
                    <a:pt x="435" y="81"/>
                  </a:cubicBezTo>
                  <a:cubicBezTo>
                    <a:pt x="506" y="72"/>
                    <a:pt x="577" y="63"/>
                    <a:pt x="649" y="54"/>
                  </a:cubicBezTo>
                  <a:lnTo>
                    <a:pt x="747" y="54"/>
                  </a:lnTo>
                  <a:cubicBezTo>
                    <a:pt x="765" y="54"/>
                    <a:pt x="783" y="57"/>
                    <a:pt x="799" y="57"/>
                  </a:cubicBezTo>
                  <a:cubicBezTo>
                    <a:pt x="816" y="57"/>
                    <a:pt x="832" y="54"/>
                    <a:pt x="845" y="45"/>
                  </a:cubicBezTo>
                  <a:cubicBezTo>
                    <a:pt x="854" y="45"/>
                    <a:pt x="854" y="28"/>
                    <a:pt x="845" y="19"/>
                  </a:cubicBezTo>
                  <a:cubicBezTo>
                    <a:pt x="818" y="1"/>
                    <a:pt x="783" y="1"/>
                    <a:pt x="747" y="1"/>
                  </a:cubicBezTo>
                  <a:close/>
                </a:path>
              </a:pathLst>
            </a:custGeom>
            <a:solidFill>
              <a:srgbClr val="4982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25"/>
            <p:cNvSpPr/>
            <p:nvPr/>
          </p:nvSpPr>
          <p:spPr>
            <a:xfrm>
              <a:off x="3167392" y="4383353"/>
              <a:ext cx="82471" cy="31656"/>
            </a:xfrm>
            <a:custGeom>
              <a:avLst/>
              <a:gdLst/>
              <a:ahLst/>
              <a:cxnLst/>
              <a:rect l="l" t="t" r="r" b="b"/>
              <a:pathLst>
                <a:path w="891" h="342" extrusionOk="0">
                  <a:moveTo>
                    <a:pt x="19" y="1"/>
                  </a:moveTo>
                  <a:cubicBezTo>
                    <a:pt x="10" y="1"/>
                    <a:pt x="1" y="19"/>
                    <a:pt x="19" y="19"/>
                  </a:cubicBezTo>
                  <a:cubicBezTo>
                    <a:pt x="162" y="54"/>
                    <a:pt x="304" y="99"/>
                    <a:pt x="447" y="152"/>
                  </a:cubicBezTo>
                  <a:cubicBezTo>
                    <a:pt x="590" y="206"/>
                    <a:pt x="715" y="277"/>
                    <a:pt x="857" y="340"/>
                  </a:cubicBezTo>
                  <a:cubicBezTo>
                    <a:pt x="860" y="341"/>
                    <a:pt x="862" y="342"/>
                    <a:pt x="865" y="342"/>
                  </a:cubicBezTo>
                  <a:cubicBezTo>
                    <a:pt x="879" y="342"/>
                    <a:pt x="891" y="319"/>
                    <a:pt x="875" y="304"/>
                  </a:cubicBezTo>
                  <a:cubicBezTo>
                    <a:pt x="759" y="215"/>
                    <a:pt x="608" y="152"/>
                    <a:pt x="474" y="99"/>
                  </a:cubicBezTo>
                  <a:cubicBezTo>
                    <a:pt x="322" y="45"/>
                    <a:pt x="170" y="19"/>
                    <a:pt x="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25"/>
            <p:cNvSpPr/>
            <p:nvPr/>
          </p:nvSpPr>
          <p:spPr>
            <a:xfrm>
              <a:off x="3044379" y="4534689"/>
              <a:ext cx="37302" cy="10644"/>
            </a:xfrm>
            <a:custGeom>
              <a:avLst/>
              <a:gdLst/>
              <a:ahLst/>
              <a:cxnLst/>
              <a:rect l="l" t="t" r="r" b="b"/>
              <a:pathLst>
                <a:path w="403" h="115" extrusionOk="0">
                  <a:moveTo>
                    <a:pt x="112" y="1"/>
                  </a:moveTo>
                  <a:cubicBezTo>
                    <a:pt x="79" y="1"/>
                    <a:pt x="45" y="3"/>
                    <a:pt x="10" y="7"/>
                  </a:cubicBezTo>
                  <a:cubicBezTo>
                    <a:pt x="1" y="16"/>
                    <a:pt x="1" y="25"/>
                    <a:pt x="10" y="25"/>
                  </a:cubicBezTo>
                  <a:cubicBezTo>
                    <a:pt x="81" y="25"/>
                    <a:pt x="143" y="34"/>
                    <a:pt x="206" y="52"/>
                  </a:cubicBezTo>
                  <a:cubicBezTo>
                    <a:pt x="233" y="61"/>
                    <a:pt x="268" y="70"/>
                    <a:pt x="295" y="79"/>
                  </a:cubicBezTo>
                  <a:cubicBezTo>
                    <a:pt x="313" y="87"/>
                    <a:pt x="322" y="96"/>
                    <a:pt x="340" y="105"/>
                  </a:cubicBezTo>
                  <a:cubicBezTo>
                    <a:pt x="340" y="105"/>
                    <a:pt x="349" y="105"/>
                    <a:pt x="358" y="114"/>
                  </a:cubicBezTo>
                  <a:lnTo>
                    <a:pt x="384" y="114"/>
                  </a:lnTo>
                  <a:cubicBezTo>
                    <a:pt x="393" y="114"/>
                    <a:pt x="402" y="96"/>
                    <a:pt x="393" y="87"/>
                  </a:cubicBezTo>
                  <a:cubicBezTo>
                    <a:pt x="384" y="79"/>
                    <a:pt x="375" y="70"/>
                    <a:pt x="358" y="61"/>
                  </a:cubicBezTo>
                  <a:cubicBezTo>
                    <a:pt x="349" y="52"/>
                    <a:pt x="331" y="43"/>
                    <a:pt x="313" y="43"/>
                  </a:cubicBezTo>
                  <a:cubicBezTo>
                    <a:pt x="277" y="25"/>
                    <a:pt x="251" y="16"/>
                    <a:pt x="215" y="7"/>
                  </a:cubicBezTo>
                  <a:cubicBezTo>
                    <a:pt x="179" y="3"/>
                    <a:pt x="146" y="1"/>
                    <a:pt x="1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25"/>
            <p:cNvSpPr/>
            <p:nvPr/>
          </p:nvSpPr>
          <p:spPr>
            <a:xfrm>
              <a:off x="3058726" y="4548111"/>
              <a:ext cx="20456" cy="31470"/>
            </a:xfrm>
            <a:custGeom>
              <a:avLst/>
              <a:gdLst/>
              <a:ahLst/>
              <a:cxnLst/>
              <a:rect l="l" t="t" r="r" b="b"/>
              <a:pathLst>
                <a:path w="221" h="340" extrusionOk="0">
                  <a:moveTo>
                    <a:pt x="200" y="1"/>
                  </a:moveTo>
                  <a:cubicBezTo>
                    <a:pt x="199" y="1"/>
                    <a:pt x="197" y="2"/>
                    <a:pt x="194" y="5"/>
                  </a:cubicBezTo>
                  <a:cubicBezTo>
                    <a:pt x="185" y="5"/>
                    <a:pt x="176" y="14"/>
                    <a:pt x="176" y="32"/>
                  </a:cubicBezTo>
                  <a:cubicBezTo>
                    <a:pt x="167" y="50"/>
                    <a:pt x="167" y="58"/>
                    <a:pt x="158" y="76"/>
                  </a:cubicBezTo>
                  <a:cubicBezTo>
                    <a:pt x="149" y="103"/>
                    <a:pt x="131" y="130"/>
                    <a:pt x="122" y="157"/>
                  </a:cubicBezTo>
                  <a:cubicBezTo>
                    <a:pt x="96" y="210"/>
                    <a:pt x="60" y="255"/>
                    <a:pt x="15" y="299"/>
                  </a:cubicBezTo>
                  <a:cubicBezTo>
                    <a:pt x="1" y="314"/>
                    <a:pt x="16" y="340"/>
                    <a:pt x="36" y="340"/>
                  </a:cubicBezTo>
                  <a:cubicBezTo>
                    <a:pt x="41" y="340"/>
                    <a:pt x="46" y="338"/>
                    <a:pt x="51" y="335"/>
                  </a:cubicBezTo>
                  <a:cubicBezTo>
                    <a:pt x="96" y="290"/>
                    <a:pt x="131" y="237"/>
                    <a:pt x="167" y="183"/>
                  </a:cubicBezTo>
                  <a:cubicBezTo>
                    <a:pt x="176" y="157"/>
                    <a:pt x="194" y="121"/>
                    <a:pt x="203" y="94"/>
                  </a:cubicBezTo>
                  <a:cubicBezTo>
                    <a:pt x="203" y="76"/>
                    <a:pt x="212" y="67"/>
                    <a:pt x="212" y="50"/>
                  </a:cubicBezTo>
                  <a:cubicBezTo>
                    <a:pt x="212" y="32"/>
                    <a:pt x="220" y="14"/>
                    <a:pt x="212" y="5"/>
                  </a:cubicBezTo>
                  <a:cubicBezTo>
                    <a:pt x="206" y="5"/>
                    <a:pt x="204" y="1"/>
                    <a:pt x="2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25"/>
            <p:cNvSpPr/>
            <p:nvPr/>
          </p:nvSpPr>
          <p:spPr>
            <a:xfrm>
              <a:off x="3101489" y="4540058"/>
              <a:ext cx="18142" cy="33970"/>
            </a:xfrm>
            <a:custGeom>
              <a:avLst/>
              <a:gdLst/>
              <a:ahLst/>
              <a:cxnLst/>
              <a:rect l="l" t="t" r="r" b="b"/>
              <a:pathLst>
                <a:path w="196" h="367" extrusionOk="0">
                  <a:moveTo>
                    <a:pt x="20" y="0"/>
                  </a:moveTo>
                  <a:cubicBezTo>
                    <a:pt x="11" y="0"/>
                    <a:pt x="1" y="15"/>
                    <a:pt x="8" y="29"/>
                  </a:cubicBezTo>
                  <a:cubicBezTo>
                    <a:pt x="53" y="65"/>
                    <a:pt x="89" y="119"/>
                    <a:pt x="115" y="181"/>
                  </a:cubicBezTo>
                  <a:cubicBezTo>
                    <a:pt x="124" y="208"/>
                    <a:pt x="133" y="244"/>
                    <a:pt x="133" y="270"/>
                  </a:cubicBezTo>
                  <a:cubicBezTo>
                    <a:pt x="133" y="288"/>
                    <a:pt x="142" y="297"/>
                    <a:pt x="142" y="315"/>
                  </a:cubicBezTo>
                  <a:cubicBezTo>
                    <a:pt x="142" y="333"/>
                    <a:pt x="151" y="342"/>
                    <a:pt x="160" y="360"/>
                  </a:cubicBezTo>
                  <a:cubicBezTo>
                    <a:pt x="160" y="364"/>
                    <a:pt x="164" y="366"/>
                    <a:pt x="169" y="366"/>
                  </a:cubicBezTo>
                  <a:cubicBezTo>
                    <a:pt x="173" y="366"/>
                    <a:pt x="178" y="364"/>
                    <a:pt x="178" y="360"/>
                  </a:cubicBezTo>
                  <a:cubicBezTo>
                    <a:pt x="187" y="342"/>
                    <a:pt x="196" y="333"/>
                    <a:pt x="196" y="315"/>
                  </a:cubicBezTo>
                  <a:cubicBezTo>
                    <a:pt x="196" y="297"/>
                    <a:pt x="196" y="279"/>
                    <a:pt x="187" y="261"/>
                  </a:cubicBezTo>
                  <a:cubicBezTo>
                    <a:pt x="187" y="226"/>
                    <a:pt x="169" y="190"/>
                    <a:pt x="160" y="163"/>
                  </a:cubicBezTo>
                  <a:cubicBezTo>
                    <a:pt x="133" y="92"/>
                    <a:pt x="80" y="38"/>
                    <a:pt x="26" y="3"/>
                  </a:cubicBezTo>
                  <a:cubicBezTo>
                    <a:pt x="24" y="1"/>
                    <a:pt x="22" y="0"/>
                    <a:pt x="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25"/>
            <p:cNvSpPr/>
            <p:nvPr/>
          </p:nvSpPr>
          <p:spPr>
            <a:xfrm>
              <a:off x="3067519" y="4515159"/>
              <a:ext cx="35636" cy="29342"/>
            </a:xfrm>
            <a:custGeom>
              <a:avLst/>
              <a:gdLst/>
              <a:ahLst/>
              <a:cxnLst/>
              <a:rect l="l" t="t" r="r" b="b"/>
              <a:pathLst>
                <a:path w="385" h="317" extrusionOk="0">
                  <a:moveTo>
                    <a:pt x="32" y="0"/>
                  </a:moveTo>
                  <a:cubicBezTo>
                    <a:pt x="23" y="0"/>
                    <a:pt x="15" y="1"/>
                    <a:pt x="9" y="4"/>
                  </a:cubicBezTo>
                  <a:cubicBezTo>
                    <a:pt x="1" y="4"/>
                    <a:pt x="1" y="22"/>
                    <a:pt x="9" y="31"/>
                  </a:cubicBezTo>
                  <a:cubicBezTo>
                    <a:pt x="18" y="49"/>
                    <a:pt x="45" y="58"/>
                    <a:pt x="63" y="67"/>
                  </a:cubicBezTo>
                  <a:cubicBezTo>
                    <a:pt x="81" y="67"/>
                    <a:pt x="99" y="75"/>
                    <a:pt x="117" y="84"/>
                  </a:cubicBezTo>
                  <a:cubicBezTo>
                    <a:pt x="152" y="102"/>
                    <a:pt x="188" y="120"/>
                    <a:pt x="215" y="147"/>
                  </a:cubicBezTo>
                  <a:cubicBezTo>
                    <a:pt x="241" y="174"/>
                    <a:pt x="259" y="200"/>
                    <a:pt x="268" y="236"/>
                  </a:cubicBezTo>
                  <a:cubicBezTo>
                    <a:pt x="277" y="254"/>
                    <a:pt x="277" y="281"/>
                    <a:pt x="295" y="290"/>
                  </a:cubicBezTo>
                  <a:cubicBezTo>
                    <a:pt x="313" y="307"/>
                    <a:pt x="331" y="316"/>
                    <a:pt x="348" y="316"/>
                  </a:cubicBezTo>
                  <a:cubicBezTo>
                    <a:pt x="375" y="316"/>
                    <a:pt x="384" y="272"/>
                    <a:pt x="357" y="272"/>
                  </a:cubicBezTo>
                  <a:cubicBezTo>
                    <a:pt x="340" y="263"/>
                    <a:pt x="340" y="245"/>
                    <a:pt x="331" y="236"/>
                  </a:cubicBezTo>
                  <a:cubicBezTo>
                    <a:pt x="331" y="209"/>
                    <a:pt x="322" y="191"/>
                    <a:pt x="313" y="174"/>
                  </a:cubicBezTo>
                  <a:cubicBezTo>
                    <a:pt x="295" y="138"/>
                    <a:pt x="277" y="111"/>
                    <a:pt x="241" y="84"/>
                  </a:cubicBezTo>
                  <a:cubicBezTo>
                    <a:pt x="215" y="58"/>
                    <a:pt x="179" y="40"/>
                    <a:pt x="134" y="22"/>
                  </a:cubicBezTo>
                  <a:cubicBezTo>
                    <a:pt x="117" y="22"/>
                    <a:pt x="99" y="13"/>
                    <a:pt x="81" y="4"/>
                  </a:cubicBezTo>
                  <a:cubicBezTo>
                    <a:pt x="69" y="4"/>
                    <a:pt x="49" y="0"/>
                    <a:pt x="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25"/>
            <p:cNvSpPr/>
            <p:nvPr/>
          </p:nvSpPr>
          <p:spPr>
            <a:xfrm>
              <a:off x="3177389" y="4387333"/>
              <a:ext cx="12310" cy="49242"/>
            </a:xfrm>
            <a:custGeom>
              <a:avLst/>
              <a:gdLst/>
              <a:ahLst/>
              <a:cxnLst/>
              <a:rect l="l" t="t" r="r" b="b"/>
              <a:pathLst>
                <a:path w="133" h="532" extrusionOk="0">
                  <a:moveTo>
                    <a:pt x="88" y="1"/>
                  </a:moveTo>
                  <a:cubicBezTo>
                    <a:pt x="85" y="1"/>
                    <a:pt x="83" y="1"/>
                    <a:pt x="80" y="2"/>
                  </a:cubicBezTo>
                  <a:cubicBezTo>
                    <a:pt x="45" y="20"/>
                    <a:pt x="27" y="56"/>
                    <a:pt x="18" y="92"/>
                  </a:cubicBezTo>
                  <a:cubicBezTo>
                    <a:pt x="9" y="145"/>
                    <a:pt x="9" y="199"/>
                    <a:pt x="9" y="243"/>
                  </a:cubicBezTo>
                  <a:cubicBezTo>
                    <a:pt x="0" y="297"/>
                    <a:pt x="9" y="359"/>
                    <a:pt x="27" y="404"/>
                  </a:cubicBezTo>
                  <a:cubicBezTo>
                    <a:pt x="36" y="448"/>
                    <a:pt x="62" y="502"/>
                    <a:pt x="98" y="529"/>
                  </a:cubicBezTo>
                  <a:cubicBezTo>
                    <a:pt x="101" y="530"/>
                    <a:pt x="105" y="531"/>
                    <a:pt x="108" y="531"/>
                  </a:cubicBezTo>
                  <a:cubicBezTo>
                    <a:pt x="122" y="531"/>
                    <a:pt x="132" y="516"/>
                    <a:pt x="125" y="502"/>
                  </a:cubicBezTo>
                  <a:cubicBezTo>
                    <a:pt x="116" y="484"/>
                    <a:pt x="107" y="466"/>
                    <a:pt x="98" y="448"/>
                  </a:cubicBezTo>
                  <a:cubicBezTo>
                    <a:pt x="89" y="431"/>
                    <a:pt x="80" y="413"/>
                    <a:pt x="71" y="395"/>
                  </a:cubicBezTo>
                  <a:cubicBezTo>
                    <a:pt x="62" y="350"/>
                    <a:pt x="54" y="306"/>
                    <a:pt x="54" y="252"/>
                  </a:cubicBezTo>
                  <a:cubicBezTo>
                    <a:pt x="54" y="216"/>
                    <a:pt x="54" y="163"/>
                    <a:pt x="62" y="127"/>
                  </a:cubicBezTo>
                  <a:cubicBezTo>
                    <a:pt x="62" y="92"/>
                    <a:pt x="71" y="47"/>
                    <a:pt x="98" y="29"/>
                  </a:cubicBezTo>
                  <a:cubicBezTo>
                    <a:pt x="114" y="21"/>
                    <a:pt x="102" y="1"/>
                    <a:pt x="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25"/>
            <p:cNvSpPr/>
            <p:nvPr/>
          </p:nvSpPr>
          <p:spPr>
            <a:xfrm>
              <a:off x="3206545" y="4393442"/>
              <a:ext cx="36931" cy="39708"/>
            </a:xfrm>
            <a:custGeom>
              <a:avLst/>
              <a:gdLst/>
              <a:ahLst/>
              <a:cxnLst/>
              <a:rect l="l" t="t" r="r" b="b"/>
              <a:pathLst>
                <a:path w="399" h="429" extrusionOk="0">
                  <a:moveTo>
                    <a:pt x="21" y="0"/>
                  </a:moveTo>
                  <a:cubicBezTo>
                    <a:pt x="11" y="0"/>
                    <a:pt x="0" y="10"/>
                    <a:pt x="6" y="17"/>
                  </a:cubicBezTo>
                  <a:cubicBezTo>
                    <a:pt x="51" y="115"/>
                    <a:pt x="95" y="204"/>
                    <a:pt x="158" y="284"/>
                  </a:cubicBezTo>
                  <a:cubicBezTo>
                    <a:pt x="185" y="329"/>
                    <a:pt x="220" y="356"/>
                    <a:pt x="256" y="382"/>
                  </a:cubicBezTo>
                  <a:cubicBezTo>
                    <a:pt x="287" y="406"/>
                    <a:pt x="324" y="429"/>
                    <a:pt x="363" y="429"/>
                  </a:cubicBezTo>
                  <a:cubicBezTo>
                    <a:pt x="369" y="429"/>
                    <a:pt x="375" y="428"/>
                    <a:pt x="381" y="427"/>
                  </a:cubicBezTo>
                  <a:cubicBezTo>
                    <a:pt x="399" y="418"/>
                    <a:pt x="399" y="400"/>
                    <a:pt x="390" y="391"/>
                  </a:cubicBezTo>
                  <a:cubicBezTo>
                    <a:pt x="372" y="382"/>
                    <a:pt x="354" y="373"/>
                    <a:pt x="336" y="365"/>
                  </a:cubicBezTo>
                  <a:cubicBezTo>
                    <a:pt x="318" y="356"/>
                    <a:pt x="301" y="347"/>
                    <a:pt x="283" y="338"/>
                  </a:cubicBezTo>
                  <a:cubicBezTo>
                    <a:pt x="247" y="311"/>
                    <a:pt x="220" y="275"/>
                    <a:pt x="194" y="240"/>
                  </a:cubicBezTo>
                  <a:cubicBezTo>
                    <a:pt x="140" y="168"/>
                    <a:pt x="86" y="79"/>
                    <a:pt x="33" y="8"/>
                  </a:cubicBezTo>
                  <a:cubicBezTo>
                    <a:pt x="30" y="2"/>
                    <a:pt x="26" y="0"/>
                    <a:pt x="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25"/>
            <p:cNvSpPr/>
            <p:nvPr/>
          </p:nvSpPr>
          <p:spPr>
            <a:xfrm>
              <a:off x="3196456" y="4375208"/>
              <a:ext cx="52852" cy="18327"/>
            </a:xfrm>
            <a:custGeom>
              <a:avLst/>
              <a:gdLst/>
              <a:ahLst/>
              <a:cxnLst/>
              <a:rect l="l" t="t" r="r" b="b"/>
              <a:pathLst>
                <a:path w="571" h="198" extrusionOk="0">
                  <a:moveTo>
                    <a:pt x="455" y="0"/>
                  </a:moveTo>
                  <a:cubicBezTo>
                    <a:pt x="391" y="0"/>
                    <a:pt x="325" y="18"/>
                    <a:pt x="267" y="35"/>
                  </a:cubicBezTo>
                  <a:cubicBezTo>
                    <a:pt x="169" y="62"/>
                    <a:pt x="88" y="107"/>
                    <a:pt x="8" y="169"/>
                  </a:cubicBezTo>
                  <a:cubicBezTo>
                    <a:pt x="0" y="177"/>
                    <a:pt x="13" y="198"/>
                    <a:pt x="22" y="198"/>
                  </a:cubicBezTo>
                  <a:cubicBezTo>
                    <a:pt x="23" y="198"/>
                    <a:pt x="25" y="197"/>
                    <a:pt x="26" y="196"/>
                  </a:cubicBezTo>
                  <a:cubicBezTo>
                    <a:pt x="106" y="133"/>
                    <a:pt x="187" y="98"/>
                    <a:pt x="276" y="71"/>
                  </a:cubicBezTo>
                  <a:cubicBezTo>
                    <a:pt x="320" y="62"/>
                    <a:pt x="365" y="53"/>
                    <a:pt x="410" y="53"/>
                  </a:cubicBezTo>
                  <a:cubicBezTo>
                    <a:pt x="454" y="53"/>
                    <a:pt x="499" y="53"/>
                    <a:pt x="543" y="44"/>
                  </a:cubicBezTo>
                  <a:cubicBezTo>
                    <a:pt x="561" y="44"/>
                    <a:pt x="570" y="26"/>
                    <a:pt x="552" y="17"/>
                  </a:cubicBezTo>
                  <a:cubicBezTo>
                    <a:pt x="522" y="5"/>
                    <a:pt x="489" y="0"/>
                    <a:pt x="4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25"/>
            <p:cNvSpPr/>
            <p:nvPr/>
          </p:nvSpPr>
          <p:spPr>
            <a:xfrm>
              <a:off x="3227741" y="4396589"/>
              <a:ext cx="39708" cy="5831"/>
            </a:xfrm>
            <a:custGeom>
              <a:avLst/>
              <a:gdLst/>
              <a:ahLst/>
              <a:cxnLst/>
              <a:rect l="l" t="t" r="r" b="b"/>
              <a:pathLst>
                <a:path w="429" h="63" extrusionOk="0">
                  <a:moveTo>
                    <a:pt x="214" y="0"/>
                  </a:moveTo>
                  <a:cubicBezTo>
                    <a:pt x="143" y="0"/>
                    <a:pt x="72" y="9"/>
                    <a:pt x="9" y="36"/>
                  </a:cubicBezTo>
                  <a:cubicBezTo>
                    <a:pt x="1" y="36"/>
                    <a:pt x="0" y="56"/>
                    <a:pt x="11" y="56"/>
                  </a:cubicBezTo>
                  <a:cubicBezTo>
                    <a:pt x="13" y="56"/>
                    <a:pt x="16" y="55"/>
                    <a:pt x="18" y="54"/>
                  </a:cubicBezTo>
                  <a:cubicBezTo>
                    <a:pt x="81" y="54"/>
                    <a:pt x="152" y="45"/>
                    <a:pt x="214" y="45"/>
                  </a:cubicBezTo>
                  <a:cubicBezTo>
                    <a:pt x="241" y="45"/>
                    <a:pt x="277" y="54"/>
                    <a:pt x="312" y="54"/>
                  </a:cubicBezTo>
                  <a:cubicBezTo>
                    <a:pt x="339" y="63"/>
                    <a:pt x="375" y="63"/>
                    <a:pt x="411" y="63"/>
                  </a:cubicBezTo>
                  <a:cubicBezTo>
                    <a:pt x="428" y="63"/>
                    <a:pt x="428" y="45"/>
                    <a:pt x="420" y="36"/>
                  </a:cubicBezTo>
                  <a:cubicBezTo>
                    <a:pt x="384" y="18"/>
                    <a:pt x="348" y="9"/>
                    <a:pt x="3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25"/>
            <p:cNvSpPr/>
            <p:nvPr/>
          </p:nvSpPr>
          <p:spPr>
            <a:xfrm>
              <a:off x="3294015" y="4519232"/>
              <a:ext cx="49427" cy="10459"/>
            </a:xfrm>
            <a:custGeom>
              <a:avLst/>
              <a:gdLst/>
              <a:ahLst/>
              <a:cxnLst/>
              <a:rect l="l" t="t" r="r" b="b"/>
              <a:pathLst>
                <a:path w="534" h="113" extrusionOk="0">
                  <a:moveTo>
                    <a:pt x="361" y="0"/>
                  </a:moveTo>
                  <a:cubicBezTo>
                    <a:pt x="337" y="0"/>
                    <a:pt x="313" y="2"/>
                    <a:pt x="292" y="5"/>
                  </a:cubicBezTo>
                  <a:cubicBezTo>
                    <a:pt x="203" y="14"/>
                    <a:pt x="114" y="31"/>
                    <a:pt x="34" y="49"/>
                  </a:cubicBezTo>
                  <a:cubicBezTo>
                    <a:pt x="1" y="66"/>
                    <a:pt x="13" y="113"/>
                    <a:pt x="44" y="113"/>
                  </a:cubicBezTo>
                  <a:cubicBezTo>
                    <a:pt x="46" y="113"/>
                    <a:pt x="49" y="112"/>
                    <a:pt x="51" y="112"/>
                  </a:cubicBezTo>
                  <a:cubicBezTo>
                    <a:pt x="123" y="85"/>
                    <a:pt x="203" y="67"/>
                    <a:pt x="283" y="58"/>
                  </a:cubicBezTo>
                  <a:lnTo>
                    <a:pt x="399" y="58"/>
                  </a:lnTo>
                  <a:cubicBezTo>
                    <a:pt x="435" y="67"/>
                    <a:pt x="471" y="76"/>
                    <a:pt x="515" y="76"/>
                  </a:cubicBezTo>
                  <a:cubicBezTo>
                    <a:pt x="524" y="76"/>
                    <a:pt x="533" y="58"/>
                    <a:pt x="524" y="49"/>
                  </a:cubicBezTo>
                  <a:cubicBezTo>
                    <a:pt x="486" y="11"/>
                    <a:pt x="421" y="0"/>
                    <a:pt x="3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25"/>
            <p:cNvSpPr/>
            <p:nvPr/>
          </p:nvSpPr>
          <p:spPr>
            <a:xfrm>
              <a:off x="3292904" y="4538021"/>
              <a:ext cx="19160" cy="46002"/>
            </a:xfrm>
            <a:custGeom>
              <a:avLst/>
              <a:gdLst/>
              <a:ahLst/>
              <a:cxnLst/>
              <a:rect l="l" t="t" r="r" b="b"/>
              <a:pathLst>
                <a:path w="207" h="497" extrusionOk="0">
                  <a:moveTo>
                    <a:pt x="156" y="1"/>
                  </a:moveTo>
                  <a:cubicBezTo>
                    <a:pt x="78" y="1"/>
                    <a:pt x="35" y="113"/>
                    <a:pt x="19" y="176"/>
                  </a:cubicBezTo>
                  <a:cubicBezTo>
                    <a:pt x="1" y="230"/>
                    <a:pt x="1" y="283"/>
                    <a:pt x="1" y="337"/>
                  </a:cubicBezTo>
                  <a:cubicBezTo>
                    <a:pt x="1" y="390"/>
                    <a:pt x="10" y="444"/>
                    <a:pt x="37" y="489"/>
                  </a:cubicBezTo>
                  <a:cubicBezTo>
                    <a:pt x="42" y="494"/>
                    <a:pt x="48" y="496"/>
                    <a:pt x="53" y="496"/>
                  </a:cubicBezTo>
                  <a:cubicBezTo>
                    <a:pt x="64" y="496"/>
                    <a:pt x="72" y="486"/>
                    <a:pt x="72" y="480"/>
                  </a:cubicBezTo>
                  <a:cubicBezTo>
                    <a:pt x="81" y="435"/>
                    <a:pt x="72" y="390"/>
                    <a:pt x="63" y="346"/>
                  </a:cubicBezTo>
                  <a:cubicBezTo>
                    <a:pt x="63" y="301"/>
                    <a:pt x="72" y="257"/>
                    <a:pt x="81" y="212"/>
                  </a:cubicBezTo>
                  <a:cubicBezTo>
                    <a:pt x="90" y="176"/>
                    <a:pt x="99" y="132"/>
                    <a:pt x="117" y="105"/>
                  </a:cubicBezTo>
                  <a:cubicBezTo>
                    <a:pt x="135" y="69"/>
                    <a:pt x="162" y="51"/>
                    <a:pt x="188" y="34"/>
                  </a:cubicBezTo>
                  <a:cubicBezTo>
                    <a:pt x="206" y="25"/>
                    <a:pt x="206" y="7"/>
                    <a:pt x="188" y="7"/>
                  </a:cubicBezTo>
                  <a:cubicBezTo>
                    <a:pt x="177" y="3"/>
                    <a:pt x="166" y="1"/>
                    <a:pt x="1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25"/>
            <p:cNvSpPr/>
            <p:nvPr/>
          </p:nvSpPr>
          <p:spPr>
            <a:xfrm>
              <a:off x="3333446" y="4560051"/>
              <a:ext cx="30637" cy="14717"/>
            </a:xfrm>
            <a:custGeom>
              <a:avLst/>
              <a:gdLst/>
              <a:ahLst/>
              <a:cxnLst/>
              <a:rect l="l" t="t" r="r" b="b"/>
              <a:pathLst>
                <a:path w="331" h="159" extrusionOk="0">
                  <a:moveTo>
                    <a:pt x="9" y="1"/>
                  </a:moveTo>
                  <a:cubicBezTo>
                    <a:pt x="0" y="1"/>
                    <a:pt x="0" y="19"/>
                    <a:pt x="9" y="19"/>
                  </a:cubicBezTo>
                  <a:cubicBezTo>
                    <a:pt x="54" y="28"/>
                    <a:pt x="89" y="45"/>
                    <a:pt x="134" y="63"/>
                  </a:cubicBezTo>
                  <a:cubicBezTo>
                    <a:pt x="179" y="81"/>
                    <a:pt x="214" y="108"/>
                    <a:pt x="250" y="135"/>
                  </a:cubicBezTo>
                  <a:cubicBezTo>
                    <a:pt x="263" y="141"/>
                    <a:pt x="282" y="158"/>
                    <a:pt x="298" y="158"/>
                  </a:cubicBezTo>
                  <a:cubicBezTo>
                    <a:pt x="303" y="158"/>
                    <a:pt x="308" y="157"/>
                    <a:pt x="312" y="152"/>
                  </a:cubicBezTo>
                  <a:cubicBezTo>
                    <a:pt x="330" y="126"/>
                    <a:pt x="303" y="99"/>
                    <a:pt x="286" y="90"/>
                  </a:cubicBezTo>
                  <a:cubicBezTo>
                    <a:pt x="250" y="54"/>
                    <a:pt x="205" y="37"/>
                    <a:pt x="161" y="19"/>
                  </a:cubicBezTo>
                  <a:cubicBezTo>
                    <a:pt x="116" y="1"/>
                    <a:pt x="63" y="1"/>
                    <a:pt x="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25"/>
            <p:cNvSpPr/>
            <p:nvPr/>
          </p:nvSpPr>
          <p:spPr>
            <a:xfrm>
              <a:off x="3253288" y="4522101"/>
              <a:ext cx="38135" cy="41004"/>
            </a:xfrm>
            <a:custGeom>
              <a:avLst/>
              <a:gdLst/>
              <a:ahLst/>
              <a:cxnLst/>
              <a:rect l="l" t="t" r="r" b="b"/>
              <a:pathLst>
                <a:path w="412" h="443" extrusionOk="0">
                  <a:moveTo>
                    <a:pt x="384" y="0"/>
                  </a:moveTo>
                  <a:cubicBezTo>
                    <a:pt x="286" y="0"/>
                    <a:pt x="197" y="54"/>
                    <a:pt x="126" y="125"/>
                  </a:cubicBezTo>
                  <a:cubicBezTo>
                    <a:pt x="99" y="161"/>
                    <a:pt x="63" y="215"/>
                    <a:pt x="45" y="259"/>
                  </a:cubicBezTo>
                  <a:cubicBezTo>
                    <a:pt x="36" y="286"/>
                    <a:pt x="28" y="313"/>
                    <a:pt x="19" y="339"/>
                  </a:cubicBezTo>
                  <a:cubicBezTo>
                    <a:pt x="10" y="366"/>
                    <a:pt x="1" y="402"/>
                    <a:pt x="10" y="420"/>
                  </a:cubicBezTo>
                  <a:cubicBezTo>
                    <a:pt x="15" y="437"/>
                    <a:pt x="28" y="443"/>
                    <a:pt x="39" y="443"/>
                  </a:cubicBezTo>
                  <a:cubicBezTo>
                    <a:pt x="45" y="443"/>
                    <a:pt x="51" y="441"/>
                    <a:pt x="54" y="438"/>
                  </a:cubicBezTo>
                  <a:cubicBezTo>
                    <a:pt x="72" y="420"/>
                    <a:pt x="81" y="393"/>
                    <a:pt x="90" y="366"/>
                  </a:cubicBezTo>
                  <a:cubicBezTo>
                    <a:pt x="99" y="348"/>
                    <a:pt x="99" y="322"/>
                    <a:pt x="108" y="304"/>
                  </a:cubicBezTo>
                  <a:cubicBezTo>
                    <a:pt x="126" y="259"/>
                    <a:pt x="144" y="215"/>
                    <a:pt x="170" y="170"/>
                  </a:cubicBezTo>
                  <a:cubicBezTo>
                    <a:pt x="224" y="108"/>
                    <a:pt x="304" y="54"/>
                    <a:pt x="384" y="36"/>
                  </a:cubicBezTo>
                  <a:cubicBezTo>
                    <a:pt x="411" y="36"/>
                    <a:pt x="411" y="0"/>
                    <a:pt x="3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25"/>
            <p:cNvSpPr/>
            <p:nvPr/>
          </p:nvSpPr>
          <p:spPr>
            <a:xfrm>
              <a:off x="3057615" y="4716571"/>
              <a:ext cx="226309" cy="12866"/>
            </a:xfrm>
            <a:custGeom>
              <a:avLst/>
              <a:gdLst/>
              <a:ahLst/>
              <a:cxnLst/>
              <a:rect l="l" t="t" r="r" b="b"/>
              <a:pathLst>
                <a:path w="2445" h="139" extrusionOk="0">
                  <a:moveTo>
                    <a:pt x="1589" y="1"/>
                  </a:moveTo>
                  <a:cubicBezTo>
                    <a:pt x="1461" y="1"/>
                    <a:pt x="1333" y="2"/>
                    <a:pt x="1205" y="5"/>
                  </a:cubicBezTo>
                  <a:cubicBezTo>
                    <a:pt x="1034" y="5"/>
                    <a:pt x="862" y="1"/>
                    <a:pt x="690" y="1"/>
                  </a:cubicBezTo>
                  <a:cubicBezTo>
                    <a:pt x="476" y="1"/>
                    <a:pt x="262" y="7"/>
                    <a:pt x="54" y="32"/>
                  </a:cubicBezTo>
                  <a:cubicBezTo>
                    <a:pt x="0" y="41"/>
                    <a:pt x="0" y="103"/>
                    <a:pt x="54" y="112"/>
                  </a:cubicBezTo>
                  <a:cubicBezTo>
                    <a:pt x="241" y="125"/>
                    <a:pt x="433" y="127"/>
                    <a:pt x="626" y="127"/>
                  </a:cubicBezTo>
                  <a:cubicBezTo>
                    <a:pt x="723" y="127"/>
                    <a:pt x="819" y="127"/>
                    <a:pt x="916" y="127"/>
                  </a:cubicBezTo>
                  <a:cubicBezTo>
                    <a:pt x="1012" y="127"/>
                    <a:pt x="1109" y="127"/>
                    <a:pt x="1205" y="130"/>
                  </a:cubicBezTo>
                  <a:cubicBezTo>
                    <a:pt x="1588" y="130"/>
                    <a:pt x="1972" y="130"/>
                    <a:pt x="2365" y="139"/>
                  </a:cubicBezTo>
                  <a:cubicBezTo>
                    <a:pt x="2445" y="139"/>
                    <a:pt x="2445" y="5"/>
                    <a:pt x="2365" y="5"/>
                  </a:cubicBezTo>
                  <a:cubicBezTo>
                    <a:pt x="2103" y="5"/>
                    <a:pt x="1845" y="1"/>
                    <a:pt x="15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63" name="Google Shape;1063;p25"/>
          <p:cNvSpPr txBox="1">
            <a:spLocks noGrp="1"/>
          </p:cNvSpPr>
          <p:nvPr>
            <p:ph type="ctrTitle"/>
          </p:nvPr>
        </p:nvSpPr>
        <p:spPr>
          <a:xfrm>
            <a:off x="712450" y="870225"/>
            <a:ext cx="5223600" cy="198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Air-Conditioning </a:t>
            </a:r>
            <a:br>
              <a:rPr lang="en" sz="5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Mannagement System</a:t>
            </a:r>
            <a:endParaRPr sz="4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65" name="Google Shape;1065;p25"/>
          <p:cNvGrpSpPr/>
          <p:nvPr/>
        </p:nvGrpSpPr>
        <p:grpSpPr>
          <a:xfrm>
            <a:off x="78610" y="227224"/>
            <a:ext cx="2533802" cy="1512017"/>
            <a:chOff x="5359848" y="509229"/>
            <a:chExt cx="2275733" cy="1358017"/>
          </a:xfrm>
        </p:grpSpPr>
        <p:sp>
          <p:nvSpPr>
            <p:cNvPr id="1066" name="Google Shape;1066;p25"/>
            <p:cNvSpPr/>
            <p:nvPr/>
          </p:nvSpPr>
          <p:spPr>
            <a:xfrm>
              <a:off x="5359848" y="509229"/>
              <a:ext cx="1928745" cy="488181"/>
            </a:xfrm>
            <a:custGeom>
              <a:avLst/>
              <a:gdLst/>
              <a:ahLst/>
              <a:cxnLst/>
              <a:rect l="l" t="t" r="r" b="b"/>
              <a:pathLst>
                <a:path w="23646" h="5985" extrusionOk="0">
                  <a:moveTo>
                    <a:pt x="1542" y="0"/>
                  </a:moveTo>
                  <a:cubicBezTo>
                    <a:pt x="690" y="0"/>
                    <a:pt x="0" y="690"/>
                    <a:pt x="0" y="1542"/>
                  </a:cubicBezTo>
                  <a:lnTo>
                    <a:pt x="0" y="4447"/>
                  </a:lnTo>
                  <a:cubicBezTo>
                    <a:pt x="0" y="5295"/>
                    <a:pt x="690" y="5984"/>
                    <a:pt x="1542" y="5984"/>
                  </a:cubicBezTo>
                  <a:lnTo>
                    <a:pt x="22108" y="5984"/>
                  </a:lnTo>
                  <a:cubicBezTo>
                    <a:pt x="22956" y="5984"/>
                    <a:pt x="23645" y="5295"/>
                    <a:pt x="23645" y="4447"/>
                  </a:cubicBezTo>
                  <a:lnTo>
                    <a:pt x="23645" y="1542"/>
                  </a:lnTo>
                  <a:cubicBezTo>
                    <a:pt x="23645" y="690"/>
                    <a:pt x="22956" y="0"/>
                    <a:pt x="221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25"/>
            <p:cNvSpPr/>
            <p:nvPr/>
          </p:nvSpPr>
          <p:spPr>
            <a:xfrm>
              <a:off x="5359848" y="835906"/>
              <a:ext cx="1928745" cy="161504"/>
            </a:xfrm>
            <a:custGeom>
              <a:avLst/>
              <a:gdLst/>
              <a:ahLst/>
              <a:cxnLst/>
              <a:rect l="l" t="t" r="r" b="b"/>
              <a:pathLst>
                <a:path w="23646" h="1980" extrusionOk="0">
                  <a:moveTo>
                    <a:pt x="0" y="1"/>
                  </a:moveTo>
                  <a:lnTo>
                    <a:pt x="0" y="1217"/>
                  </a:lnTo>
                  <a:cubicBezTo>
                    <a:pt x="0" y="1641"/>
                    <a:pt x="343" y="1979"/>
                    <a:pt x="763" y="1979"/>
                  </a:cubicBezTo>
                  <a:lnTo>
                    <a:pt x="22883" y="1979"/>
                  </a:lnTo>
                  <a:cubicBezTo>
                    <a:pt x="23307" y="1979"/>
                    <a:pt x="23645" y="1641"/>
                    <a:pt x="23645" y="1217"/>
                  </a:cubicBezTo>
                  <a:lnTo>
                    <a:pt x="23645" y="1"/>
                  </a:lnTo>
                  <a:cubicBezTo>
                    <a:pt x="23645" y="425"/>
                    <a:pt x="23307" y="767"/>
                    <a:pt x="22883" y="767"/>
                  </a:cubicBezTo>
                  <a:lnTo>
                    <a:pt x="763" y="767"/>
                  </a:lnTo>
                  <a:cubicBezTo>
                    <a:pt x="343" y="767"/>
                    <a:pt x="0" y="425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25"/>
            <p:cNvSpPr/>
            <p:nvPr/>
          </p:nvSpPr>
          <p:spPr>
            <a:xfrm>
              <a:off x="5421350" y="822285"/>
              <a:ext cx="1805741" cy="27651"/>
            </a:xfrm>
            <a:custGeom>
              <a:avLst/>
              <a:gdLst/>
              <a:ahLst/>
              <a:cxnLst/>
              <a:rect l="l" t="t" r="r" b="b"/>
              <a:pathLst>
                <a:path w="22138" h="339" extrusionOk="0">
                  <a:moveTo>
                    <a:pt x="0" y="0"/>
                  </a:moveTo>
                  <a:lnTo>
                    <a:pt x="0" y="339"/>
                  </a:lnTo>
                  <a:lnTo>
                    <a:pt x="22138" y="339"/>
                  </a:lnTo>
                  <a:lnTo>
                    <a:pt x="221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25"/>
            <p:cNvSpPr/>
            <p:nvPr/>
          </p:nvSpPr>
          <p:spPr>
            <a:xfrm>
              <a:off x="5421350" y="760457"/>
              <a:ext cx="1805741" cy="27651"/>
            </a:xfrm>
            <a:custGeom>
              <a:avLst/>
              <a:gdLst/>
              <a:ahLst/>
              <a:cxnLst/>
              <a:rect l="l" t="t" r="r" b="b"/>
              <a:pathLst>
                <a:path w="22138" h="339" extrusionOk="0">
                  <a:moveTo>
                    <a:pt x="0" y="0"/>
                  </a:moveTo>
                  <a:lnTo>
                    <a:pt x="0" y="339"/>
                  </a:lnTo>
                  <a:lnTo>
                    <a:pt x="22138" y="339"/>
                  </a:lnTo>
                  <a:lnTo>
                    <a:pt x="221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25"/>
            <p:cNvSpPr/>
            <p:nvPr/>
          </p:nvSpPr>
          <p:spPr>
            <a:xfrm>
              <a:off x="5421350" y="698955"/>
              <a:ext cx="1805741" cy="27651"/>
            </a:xfrm>
            <a:custGeom>
              <a:avLst/>
              <a:gdLst/>
              <a:ahLst/>
              <a:cxnLst/>
              <a:rect l="l" t="t" r="r" b="b"/>
              <a:pathLst>
                <a:path w="22138" h="339" extrusionOk="0">
                  <a:moveTo>
                    <a:pt x="0" y="0"/>
                  </a:moveTo>
                  <a:lnTo>
                    <a:pt x="0" y="339"/>
                  </a:lnTo>
                  <a:lnTo>
                    <a:pt x="22138" y="339"/>
                  </a:lnTo>
                  <a:lnTo>
                    <a:pt x="221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25"/>
            <p:cNvSpPr/>
            <p:nvPr/>
          </p:nvSpPr>
          <p:spPr>
            <a:xfrm>
              <a:off x="6003417" y="571791"/>
              <a:ext cx="641936" cy="27651"/>
            </a:xfrm>
            <a:custGeom>
              <a:avLst/>
              <a:gdLst/>
              <a:ahLst/>
              <a:cxnLst/>
              <a:rect l="l" t="t" r="r" b="b"/>
              <a:pathLst>
                <a:path w="7870" h="339" extrusionOk="0">
                  <a:moveTo>
                    <a:pt x="168" y="0"/>
                  </a:moveTo>
                  <a:cubicBezTo>
                    <a:pt x="73" y="0"/>
                    <a:pt x="1" y="73"/>
                    <a:pt x="1" y="167"/>
                  </a:cubicBezTo>
                  <a:cubicBezTo>
                    <a:pt x="1" y="261"/>
                    <a:pt x="73" y="339"/>
                    <a:pt x="168" y="339"/>
                  </a:cubicBezTo>
                  <a:lnTo>
                    <a:pt x="7698" y="339"/>
                  </a:lnTo>
                  <a:cubicBezTo>
                    <a:pt x="7792" y="339"/>
                    <a:pt x="7870" y="261"/>
                    <a:pt x="7870" y="167"/>
                  </a:cubicBezTo>
                  <a:cubicBezTo>
                    <a:pt x="7870" y="73"/>
                    <a:pt x="7792" y="0"/>
                    <a:pt x="769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25"/>
            <p:cNvSpPr/>
            <p:nvPr/>
          </p:nvSpPr>
          <p:spPr>
            <a:xfrm>
              <a:off x="7162737" y="542834"/>
              <a:ext cx="47228" cy="25857"/>
            </a:xfrm>
            <a:custGeom>
              <a:avLst/>
              <a:gdLst/>
              <a:ahLst/>
              <a:cxnLst/>
              <a:rect l="l" t="t" r="r" b="b"/>
              <a:pathLst>
                <a:path w="579" h="317" extrusionOk="0">
                  <a:moveTo>
                    <a:pt x="541" y="1"/>
                  </a:moveTo>
                  <a:cubicBezTo>
                    <a:pt x="536" y="1"/>
                    <a:pt x="532" y="2"/>
                    <a:pt x="527" y="4"/>
                  </a:cubicBezTo>
                  <a:lnTo>
                    <a:pt x="26" y="252"/>
                  </a:lnTo>
                  <a:cubicBezTo>
                    <a:pt x="9" y="261"/>
                    <a:pt x="0" y="278"/>
                    <a:pt x="9" y="295"/>
                  </a:cubicBezTo>
                  <a:cubicBezTo>
                    <a:pt x="18" y="308"/>
                    <a:pt x="26" y="317"/>
                    <a:pt x="39" y="317"/>
                  </a:cubicBezTo>
                  <a:cubicBezTo>
                    <a:pt x="43" y="317"/>
                    <a:pt x="52" y="312"/>
                    <a:pt x="56" y="312"/>
                  </a:cubicBezTo>
                  <a:lnTo>
                    <a:pt x="557" y="64"/>
                  </a:lnTo>
                  <a:cubicBezTo>
                    <a:pt x="570" y="55"/>
                    <a:pt x="579" y="34"/>
                    <a:pt x="570" y="21"/>
                  </a:cubicBezTo>
                  <a:cubicBezTo>
                    <a:pt x="564" y="9"/>
                    <a:pt x="553" y="1"/>
                    <a:pt x="5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25"/>
            <p:cNvSpPr/>
            <p:nvPr/>
          </p:nvSpPr>
          <p:spPr>
            <a:xfrm>
              <a:off x="7156456" y="570730"/>
              <a:ext cx="51795" cy="27651"/>
            </a:xfrm>
            <a:custGeom>
              <a:avLst/>
              <a:gdLst/>
              <a:ahLst/>
              <a:cxnLst/>
              <a:rect l="l" t="t" r="r" b="b"/>
              <a:pathLst>
                <a:path w="635" h="339" extrusionOk="0">
                  <a:moveTo>
                    <a:pt x="601" y="0"/>
                  </a:moveTo>
                  <a:cubicBezTo>
                    <a:pt x="595" y="0"/>
                    <a:pt x="589" y="2"/>
                    <a:pt x="583" y="5"/>
                  </a:cubicBezTo>
                  <a:lnTo>
                    <a:pt x="26" y="274"/>
                  </a:lnTo>
                  <a:cubicBezTo>
                    <a:pt x="9" y="283"/>
                    <a:pt x="0" y="300"/>
                    <a:pt x="9" y="317"/>
                  </a:cubicBezTo>
                  <a:cubicBezTo>
                    <a:pt x="13" y="330"/>
                    <a:pt x="26" y="339"/>
                    <a:pt x="39" y="339"/>
                  </a:cubicBezTo>
                  <a:cubicBezTo>
                    <a:pt x="43" y="339"/>
                    <a:pt x="47" y="334"/>
                    <a:pt x="52" y="334"/>
                  </a:cubicBezTo>
                  <a:lnTo>
                    <a:pt x="613" y="65"/>
                  </a:lnTo>
                  <a:cubicBezTo>
                    <a:pt x="630" y="56"/>
                    <a:pt x="634" y="35"/>
                    <a:pt x="630" y="17"/>
                  </a:cubicBezTo>
                  <a:cubicBezTo>
                    <a:pt x="624" y="6"/>
                    <a:pt x="613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25"/>
            <p:cNvSpPr/>
            <p:nvPr/>
          </p:nvSpPr>
          <p:spPr>
            <a:xfrm>
              <a:off x="5586932" y="913885"/>
              <a:ext cx="47228" cy="25857"/>
            </a:xfrm>
            <a:custGeom>
              <a:avLst/>
              <a:gdLst/>
              <a:ahLst/>
              <a:cxnLst/>
              <a:rect l="l" t="t" r="r" b="b"/>
              <a:pathLst>
                <a:path w="579" h="317" extrusionOk="0">
                  <a:moveTo>
                    <a:pt x="538" y="1"/>
                  </a:moveTo>
                  <a:cubicBezTo>
                    <a:pt x="533" y="1"/>
                    <a:pt x="528" y="2"/>
                    <a:pt x="523" y="4"/>
                  </a:cubicBezTo>
                  <a:lnTo>
                    <a:pt x="26" y="252"/>
                  </a:lnTo>
                  <a:cubicBezTo>
                    <a:pt x="9" y="261"/>
                    <a:pt x="1" y="282"/>
                    <a:pt x="9" y="300"/>
                  </a:cubicBezTo>
                  <a:cubicBezTo>
                    <a:pt x="14" y="308"/>
                    <a:pt x="26" y="317"/>
                    <a:pt x="39" y="317"/>
                  </a:cubicBezTo>
                  <a:cubicBezTo>
                    <a:pt x="44" y="317"/>
                    <a:pt x="48" y="317"/>
                    <a:pt x="52" y="312"/>
                  </a:cubicBezTo>
                  <a:lnTo>
                    <a:pt x="553" y="64"/>
                  </a:lnTo>
                  <a:cubicBezTo>
                    <a:pt x="570" y="55"/>
                    <a:pt x="579" y="38"/>
                    <a:pt x="570" y="21"/>
                  </a:cubicBezTo>
                  <a:cubicBezTo>
                    <a:pt x="564" y="9"/>
                    <a:pt x="551" y="1"/>
                    <a:pt x="5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25"/>
            <p:cNvSpPr/>
            <p:nvPr/>
          </p:nvSpPr>
          <p:spPr>
            <a:xfrm>
              <a:off x="5580652" y="941863"/>
              <a:ext cx="51795" cy="27570"/>
            </a:xfrm>
            <a:custGeom>
              <a:avLst/>
              <a:gdLst/>
              <a:ahLst/>
              <a:cxnLst/>
              <a:rect l="l" t="t" r="r" b="b"/>
              <a:pathLst>
                <a:path w="635" h="338" extrusionOk="0">
                  <a:moveTo>
                    <a:pt x="597" y="0"/>
                  </a:moveTo>
                  <a:cubicBezTo>
                    <a:pt x="592" y="0"/>
                    <a:pt x="588" y="1"/>
                    <a:pt x="583" y="4"/>
                  </a:cubicBezTo>
                  <a:lnTo>
                    <a:pt x="22" y="274"/>
                  </a:lnTo>
                  <a:cubicBezTo>
                    <a:pt x="9" y="282"/>
                    <a:pt x="1" y="304"/>
                    <a:pt x="9" y="321"/>
                  </a:cubicBezTo>
                  <a:cubicBezTo>
                    <a:pt x="13" y="329"/>
                    <a:pt x="26" y="338"/>
                    <a:pt x="39" y="338"/>
                  </a:cubicBezTo>
                  <a:cubicBezTo>
                    <a:pt x="43" y="338"/>
                    <a:pt x="48" y="338"/>
                    <a:pt x="52" y="334"/>
                  </a:cubicBezTo>
                  <a:lnTo>
                    <a:pt x="613" y="64"/>
                  </a:lnTo>
                  <a:cubicBezTo>
                    <a:pt x="630" y="55"/>
                    <a:pt x="635" y="34"/>
                    <a:pt x="626" y="21"/>
                  </a:cubicBezTo>
                  <a:cubicBezTo>
                    <a:pt x="620" y="8"/>
                    <a:pt x="609" y="0"/>
                    <a:pt x="5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25"/>
            <p:cNvSpPr/>
            <p:nvPr/>
          </p:nvSpPr>
          <p:spPr>
            <a:xfrm>
              <a:off x="5465397" y="822285"/>
              <a:ext cx="2170185" cy="1044961"/>
            </a:xfrm>
            <a:custGeom>
              <a:avLst/>
              <a:gdLst/>
              <a:ahLst/>
              <a:cxnLst/>
              <a:rect l="l" t="t" r="r" b="b"/>
              <a:pathLst>
                <a:path w="26606" h="12811" extrusionOk="0">
                  <a:moveTo>
                    <a:pt x="681" y="0"/>
                  </a:moveTo>
                  <a:cubicBezTo>
                    <a:pt x="681" y="0"/>
                    <a:pt x="0" y="3029"/>
                    <a:pt x="3131" y="4181"/>
                  </a:cubicBezTo>
                  <a:cubicBezTo>
                    <a:pt x="6258" y="5333"/>
                    <a:pt x="8503" y="6644"/>
                    <a:pt x="8948" y="8790"/>
                  </a:cubicBezTo>
                  <a:cubicBezTo>
                    <a:pt x="9301" y="10474"/>
                    <a:pt x="12290" y="12810"/>
                    <a:pt x="16574" y="12810"/>
                  </a:cubicBezTo>
                  <a:cubicBezTo>
                    <a:pt x="17749" y="12810"/>
                    <a:pt x="19022" y="12634"/>
                    <a:pt x="20364" y="12221"/>
                  </a:cubicBezTo>
                  <a:cubicBezTo>
                    <a:pt x="26605" y="10302"/>
                    <a:pt x="25770" y="7677"/>
                    <a:pt x="23067" y="6404"/>
                  </a:cubicBezTo>
                  <a:cubicBezTo>
                    <a:pt x="20364" y="5136"/>
                    <a:pt x="21520" y="3457"/>
                    <a:pt x="21598" y="2686"/>
                  </a:cubicBezTo>
                  <a:cubicBezTo>
                    <a:pt x="21679" y="1915"/>
                    <a:pt x="21195" y="159"/>
                    <a:pt x="20480" y="0"/>
                  </a:cubicBezTo>
                  <a:close/>
                </a:path>
              </a:pathLst>
            </a:custGeom>
            <a:solidFill>
              <a:srgbClr val="FFFFFF">
                <a:alpha val="22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25"/>
            <p:cNvSpPr/>
            <p:nvPr/>
          </p:nvSpPr>
          <p:spPr>
            <a:xfrm>
              <a:off x="5421350" y="585413"/>
              <a:ext cx="58729" cy="23818"/>
            </a:xfrm>
            <a:custGeom>
              <a:avLst/>
              <a:gdLst/>
              <a:ahLst/>
              <a:cxnLst/>
              <a:rect l="l" t="t" r="r" b="b"/>
              <a:pathLst>
                <a:path w="720" h="292" extrusionOk="0">
                  <a:moveTo>
                    <a:pt x="0" y="0"/>
                  </a:moveTo>
                  <a:lnTo>
                    <a:pt x="0" y="292"/>
                  </a:lnTo>
                  <a:lnTo>
                    <a:pt x="720" y="292"/>
                  </a:lnTo>
                  <a:lnTo>
                    <a:pt x="720" y="0"/>
                  </a:lnTo>
                  <a:close/>
                </a:path>
              </a:pathLst>
            </a:custGeom>
            <a:solidFill>
              <a:srgbClr val="E2F2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25"/>
            <p:cNvSpPr/>
            <p:nvPr/>
          </p:nvSpPr>
          <p:spPr>
            <a:xfrm>
              <a:off x="5515642" y="585413"/>
              <a:ext cx="58484" cy="23818"/>
            </a:xfrm>
            <a:custGeom>
              <a:avLst/>
              <a:gdLst/>
              <a:ahLst/>
              <a:cxnLst/>
              <a:rect l="l" t="t" r="r" b="b"/>
              <a:pathLst>
                <a:path w="717" h="292" extrusionOk="0">
                  <a:moveTo>
                    <a:pt x="1" y="0"/>
                  </a:moveTo>
                  <a:lnTo>
                    <a:pt x="1" y="292"/>
                  </a:lnTo>
                  <a:lnTo>
                    <a:pt x="716" y="292"/>
                  </a:lnTo>
                  <a:lnTo>
                    <a:pt x="716" y="0"/>
                  </a:lnTo>
                  <a:close/>
                </a:path>
              </a:pathLst>
            </a:custGeom>
            <a:solidFill>
              <a:srgbClr val="E2F2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25"/>
            <p:cNvSpPr/>
            <p:nvPr/>
          </p:nvSpPr>
          <p:spPr>
            <a:xfrm>
              <a:off x="5716951" y="585413"/>
              <a:ext cx="58402" cy="23818"/>
            </a:xfrm>
            <a:custGeom>
              <a:avLst/>
              <a:gdLst/>
              <a:ahLst/>
              <a:cxnLst/>
              <a:rect l="l" t="t" r="r" b="b"/>
              <a:pathLst>
                <a:path w="716" h="292" extrusionOk="0">
                  <a:moveTo>
                    <a:pt x="0" y="0"/>
                  </a:moveTo>
                  <a:lnTo>
                    <a:pt x="0" y="292"/>
                  </a:lnTo>
                  <a:lnTo>
                    <a:pt x="716" y="292"/>
                  </a:lnTo>
                  <a:lnTo>
                    <a:pt x="7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25"/>
            <p:cNvSpPr/>
            <p:nvPr/>
          </p:nvSpPr>
          <p:spPr>
            <a:xfrm>
              <a:off x="5904557" y="816657"/>
              <a:ext cx="190134" cy="181488"/>
            </a:xfrm>
            <a:custGeom>
              <a:avLst/>
              <a:gdLst/>
              <a:ahLst/>
              <a:cxnLst/>
              <a:rect l="l" t="t" r="r" b="b"/>
              <a:pathLst>
                <a:path w="2331" h="2225" extrusionOk="0">
                  <a:moveTo>
                    <a:pt x="2031" y="0"/>
                  </a:moveTo>
                  <a:cubicBezTo>
                    <a:pt x="2028" y="0"/>
                    <a:pt x="2025" y="1"/>
                    <a:pt x="2022" y="1"/>
                  </a:cubicBezTo>
                  <a:cubicBezTo>
                    <a:pt x="1984" y="9"/>
                    <a:pt x="1962" y="44"/>
                    <a:pt x="1967" y="82"/>
                  </a:cubicBezTo>
                  <a:cubicBezTo>
                    <a:pt x="1971" y="91"/>
                    <a:pt x="2189" y="1205"/>
                    <a:pt x="1740" y="1770"/>
                  </a:cubicBezTo>
                  <a:cubicBezTo>
                    <a:pt x="1572" y="1976"/>
                    <a:pt x="1337" y="2083"/>
                    <a:pt x="1033" y="2087"/>
                  </a:cubicBezTo>
                  <a:cubicBezTo>
                    <a:pt x="998" y="2087"/>
                    <a:pt x="227" y="2070"/>
                    <a:pt x="150" y="1350"/>
                  </a:cubicBezTo>
                  <a:cubicBezTo>
                    <a:pt x="138" y="1222"/>
                    <a:pt x="185" y="1102"/>
                    <a:pt x="275" y="1025"/>
                  </a:cubicBezTo>
                  <a:cubicBezTo>
                    <a:pt x="338" y="970"/>
                    <a:pt x="413" y="943"/>
                    <a:pt x="500" y="943"/>
                  </a:cubicBezTo>
                  <a:cubicBezTo>
                    <a:pt x="591" y="943"/>
                    <a:pt x="694" y="972"/>
                    <a:pt x="810" y="1029"/>
                  </a:cubicBezTo>
                  <a:cubicBezTo>
                    <a:pt x="819" y="1034"/>
                    <a:pt x="829" y="1037"/>
                    <a:pt x="839" y="1037"/>
                  </a:cubicBezTo>
                  <a:cubicBezTo>
                    <a:pt x="863" y="1037"/>
                    <a:pt x="888" y="1023"/>
                    <a:pt x="900" y="999"/>
                  </a:cubicBezTo>
                  <a:cubicBezTo>
                    <a:pt x="917" y="969"/>
                    <a:pt x="900" y="926"/>
                    <a:pt x="870" y="909"/>
                  </a:cubicBezTo>
                  <a:cubicBezTo>
                    <a:pt x="724" y="837"/>
                    <a:pt x="602" y="810"/>
                    <a:pt x="501" y="810"/>
                  </a:cubicBezTo>
                  <a:cubicBezTo>
                    <a:pt x="360" y="810"/>
                    <a:pt x="259" y="862"/>
                    <a:pt x="189" y="922"/>
                  </a:cubicBezTo>
                  <a:cubicBezTo>
                    <a:pt x="65" y="1025"/>
                    <a:pt x="0" y="1192"/>
                    <a:pt x="18" y="1363"/>
                  </a:cubicBezTo>
                  <a:cubicBezTo>
                    <a:pt x="108" y="2203"/>
                    <a:pt x="1020" y="2224"/>
                    <a:pt x="1033" y="2224"/>
                  </a:cubicBezTo>
                  <a:cubicBezTo>
                    <a:pt x="1380" y="2215"/>
                    <a:pt x="1654" y="2091"/>
                    <a:pt x="1842" y="1851"/>
                  </a:cubicBezTo>
                  <a:cubicBezTo>
                    <a:pt x="2331" y="1243"/>
                    <a:pt x="2108" y="104"/>
                    <a:pt x="2099" y="57"/>
                  </a:cubicBezTo>
                  <a:cubicBezTo>
                    <a:pt x="2092" y="21"/>
                    <a:pt x="2062" y="0"/>
                    <a:pt x="20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25"/>
            <p:cNvSpPr/>
            <p:nvPr/>
          </p:nvSpPr>
          <p:spPr>
            <a:xfrm>
              <a:off x="6045342" y="820898"/>
              <a:ext cx="152450" cy="312811"/>
            </a:xfrm>
            <a:custGeom>
              <a:avLst/>
              <a:gdLst/>
              <a:ahLst/>
              <a:cxnLst/>
              <a:rect l="l" t="t" r="r" b="b"/>
              <a:pathLst>
                <a:path w="1869" h="3835" extrusionOk="0">
                  <a:moveTo>
                    <a:pt x="1615" y="1"/>
                  </a:moveTo>
                  <a:cubicBezTo>
                    <a:pt x="1608" y="1"/>
                    <a:pt x="1601" y="2"/>
                    <a:pt x="1594" y="5"/>
                  </a:cubicBezTo>
                  <a:cubicBezTo>
                    <a:pt x="1560" y="13"/>
                    <a:pt x="1538" y="52"/>
                    <a:pt x="1551" y="86"/>
                  </a:cubicBezTo>
                  <a:cubicBezTo>
                    <a:pt x="1551" y="95"/>
                    <a:pt x="1731" y="660"/>
                    <a:pt x="1633" y="1384"/>
                  </a:cubicBezTo>
                  <a:cubicBezTo>
                    <a:pt x="1500" y="2356"/>
                    <a:pt x="964" y="3136"/>
                    <a:pt x="39" y="3710"/>
                  </a:cubicBezTo>
                  <a:cubicBezTo>
                    <a:pt x="9" y="3727"/>
                    <a:pt x="1" y="3770"/>
                    <a:pt x="18" y="3800"/>
                  </a:cubicBezTo>
                  <a:cubicBezTo>
                    <a:pt x="31" y="3821"/>
                    <a:pt x="52" y="3834"/>
                    <a:pt x="74" y="3834"/>
                  </a:cubicBezTo>
                  <a:cubicBezTo>
                    <a:pt x="86" y="3834"/>
                    <a:pt x="99" y="3830"/>
                    <a:pt x="112" y="3821"/>
                  </a:cubicBezTo>
                  <a:cubicBezTo>
                    <a:pt x="1311" y="3080"/>
                    <a:pt x="1676" y="2095"/>
                    <a:pt x="1766" y="1397"/>
                  </a:cubicBezTo>
                  <a:cubicBezTo>
                    <a:pt x="1868" y="643"/>
                    <a:pt x="1688" y="69"/>
                    <a:pt x="1680" y="47"/>
                  </a:cubicBezTo>
                  <a:cubicBezTo>
                    <a:pt x="1670" y="20"/>
                    <a:pt x="1643" y="1"/>
                    <a:pt x="16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25"/>
            <p:cNvSpPr/>
            <p:nvPr/>
          </p:nvSpPr>
          <p:spPr>
            <a:xfrm>
              <a:off x="6188249" y="820816"/>
              <a:ext cx="116478" cy="377168"/>
            </a:xfrm>
            <a:custGeom>
              <a:avLst/>
              <a:gdLst/>
              <a:ahLst/>
              <a:cxnLst/>
              <a:rect l="l" t="t" r="r" b="b"/>
              <a:pathLst>
                <a:path w="1428" h="4624" extrusionOk="0">
                  <a:moveTo>
                    <a:pt x="1070" y="1"/>
                  </a:moveTo>
                  <a:cubicBezTo>
                    <a:pt x="1068" y="1"/>
                    <a:pt x="1065" y="1"/>
                    <a:pt x="1063" y="1"/>
                  </a:cubicBezTo>
                  <a:cubicBezTo>
                    <a:pt x="1024" y="6"/>
                    <a:pt x="999" y="36"/>
                    <a:pt x="1003" y="74"/>
                  </a:cubicBezTo>
                  <a:cubicBezTo>
                    <a:pt x="1007" y="104"/>
                    <a:pt x="1290" y="3133"/>
                    <a:pt x="26" y="4512"/>
                  </a:cubicBezTo>
                  <a:cubicBezTo>
                    <a:pt x="1" y="4538"/>
                    <a:pt x="5" y="4580"/>
                    <a:pt x="31" y="4606"/>
                  </a:cubicBezTo>
                  <a:cubicBezTo>
                    <a:pt x="43" y="4619"/>
                    <a:pt x="61" y="4623"/>
                    <a:pt x="78" y="4623"/>
                  </a:cubicBezTo>
                  <a:cubicBezTo>
                    <a:pt x="95" y="4623"/>
                    <a:pt x="112" y="4615"/>
                    <a:pt x="125" y="4602"/>
                  </a:cubicBezTo>
                  <a:cubicBezTo>
                    <a:pt x="1427" y="3180"/>
                    <a:pt x="1149" y="190"/>
                    <a:pt x="1136" y="61"/>
                  </a:cubicBezTo>
                  <a:cubicBezTo>
                    <a:pt x="1132" y="26"/>
                    <a:pt x="1102" y="1"/>
                    <a:pt x="107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25"/>
            <p:cNvSpPr/>
            <p:nvPr/>
          </p:nvSpPr>
          <p:spPr>
            <a:xfrm>
              <a:off x="6553753" y="816657"/>
              <a:ext cx="190460" cy="181488"/>
            </a:xfrm>
            <a:custGeom>
              <a:avLst/>
              <a:gdLst/>
              <a:ahLst/>
              <a:cxnLst/>
              <a:rect l="l" t="t" r="r" b="b"/>
              <a:pathLst>
                <a:path w="2335" h="2225" extrusionOk="0">
                  <a:moveTo>
                    <a:pt x="303" y="0"/>
                  </a:moveTo>
                  <a:cubicBezTo>
                    <a:pt x="269" y="0"/>
                    <a:pt x="239" y="21"/>
                    <a:pt x="232" y="57"/>
                  </a:cubicBezTo>
                  <a:cubicBezTo>
                    <a:pt x="223" y="104"/>
                    <a:pt x="0" y="1243"/>
                    <a:pt x="489" y="1851"/>
                  </a:cubicBezTo>
                  <a:cubicBezTo>
                    <a:pt x="681" y="2091"/>
                    <a:pt x="951" y="2215"/>
                    <a:pt x="1302" y="2224"/>
                  </a:cubicBezTo>
                  <a:cubicBezTo>
                    <a:pt x="1311" y="2224"/>
                    <a:pt x="2228" y="2203"/>
                    <a:pt x="2313" y="1363"/>
                  </a:cubicBezTo>
                  <a:cubicBezTo>
                    <a:pt x="2335" y="1192"/>
                    <a:pt x="2270" y="1025"/>
                    <a:pt x="2146" y="922"/>
                  </a:cubicBezTo>
                  <a:cubicBezTo>
                    <a:pt x="2077" y="862"/>
                    <a:pt x="1975" y="810"/>
                    <a:pt x="1835" y="810"/>
                  </a:cubicBezTo>
                  <a:cubicBezTo>
                    <a:pt x="1733" y="810"/>
                    <a:pt x="1611" y="837"/>
                    <a:pt x="1465" y="909"/>
                  </a:cubicBezTo>
                  <a:cubicBezTo>
                    <a:pt x="1431" y="926"/>
                    <a:pt x="1418" y="969"/>
                    <a:pt x="1435" y="999"/>
                  </a:cubicBezTo>
                  <a:cubicBezTo>
                    <a:pt x="1447" y="1023"/>
                    <a:pt x="1470" y="1037"/>
                    <a:pt x="1494" y="1037"/>
                  </a:cubicBezTo>
                  <a:cubicBezTo>
                    <a:pt x="1504" y="1037"/>
                    <a:pt x="1515" y="1034"/>
                    <a:pt x="1525" y="1029"/>
                  </a:cubicBezTo>
                  <a:cubicBezTo>
                    <a:pt x="1641" y="972"/>
                    <a:pt x="1744" y="943"/>
                    <a:pt x="1835" y="943"/>
                  </a:cubicBezTo>
                  <a:cubicBezTo>
                    <a:pt x="1922" y="943"/>
                    <a:pt x="1998" y="970"/>
                    <a:pt x="2061" y="1025"/>
                  </a:cubicBezTo>
                  <a:cubicBezTo>
                    <a:pt x="2151" y="1102"/>
                    <a:pt x="2193" y="1222"/>
                    <a:pt x="2181" y="1350"/>
                  </a:cubicBezTo>
                  <a:cubicBezTo>
                    <a:pt x="2108" y="2070"/>
                    <a:pt x="1332" y="2087"/>
                    <a:pt x="1302" y="2087"/>
                  </a:cubicBezTo>
                  <a:cubicBezTo>
                    <a:pt x="998" y="2083"/>
                    <a:pt x="758" y="1976"/>
                    <a:pt x="596" y="1770"/>
                  </a:cubicBezTo>
                  <a:cubicBezTo>
                    <a:pt x="146" y="1209"/>
                    <a:pt x="364" y="91"/>
                    <a:pt x="364" y="82"/>
                  </a:cubicBezTo>
                  <a:cubicBezTo>
                    <a:pt x="373" y="44"/>
                    <a:pt x="347" y="9"/>
                    <a:pt x="313" y="1"/>
                  </a:cubicBezTo>
                  <a:cubicBezTo>
                    <a:pt x="310" y="1"/>
                    <a:pt x="306" y="0"/>
                    <a:pt x="30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25"/>
            <p:cNvSpPr/>
            <p:nvPr/>
          </p:nvSpPr>
          <p:spPr>
            <a:xfrm>
              <a:off x="6450978" y="820898"/>
              <a:ext cx="152450" cy="312811"/>
            </a:xfrm>
            <a:custGeom>
              <a:avLst/>
              <a:gdLst/>
              <a:ahLst/>
              <a:cxnLst/>
              <a:rect l="l" t="t" r="r" b="b"/>
              <a:pathLst>
                <a:path w="1869" h="3835" extrusionOk="0">
                  <a:moveTo>
                    <a:pt x="250" y="1"/>
                  </a:moveTo>
                  <a:cubicBezTo>
                    <a:pt x="222" y="1"/>
                    <a:pt x="196" y="20"/>
                    <a:pt x="189" y="47"/>
                  </a:cubicBezTo>
                  <a:cubicBezTo>
                    <a:pt x="181" y="69"/>
                    <a:pt x="1" y="643"/>
                    <a:pt x="99" y="1397"/>
                  </a:cubicBezTo>
                  <a:cubicBezTo>
                    <a:pt x="194" y="2095"/>
                    <a:pt x="558" y="3080"/>
                    <a:pt x="1757" y="3821"/>
                  </a:cubicBezTo>
                  <a:cubicBezTo>
                    <a:pt x="1766" y="3830"/>
                    <a:pt x="1779" y="3834"/>
                    <a:pt x="1791" y="3834"/>
                  </a:cubicBezTo>
                  <a:cubicBezTo>
                    <a:pt x="1813" y="3834"/>
                    <a:pt x="1834" y="3821"/>
                    <a:pt x="1847" y="3800"/>
                  </a:cubicBezTo>
                  <a:cubicBezTo>
                    <a:pt x="1868" y="3770"/>
                    <a:pt x="1860" y="3727"/>
                    <a:pt x="1826" y="3710"/>
                  </a:cubicBezTo>
                  <a:cubicBezTo>
                    <a:pt x="900" y="3136"/>
                    <a:pt x="365" y="2356"/>
                    <a:pt x="232" y="1384"/>
                  </a:cubicBezTo>
                  <a:cubicBezTo>
                    <a:pt x="134" y="660"/>
                    <a:pt x="314" y="95"/>
                    <a:pt x="314" y="86"/>
                  </a:cubicBezTo>
                  <a:cubicBezTo>
                    <a:pt x="326" y="52"/>
                    <a:pt x="309" y="13"/>
                    <a:pt x="271" y="5"/>
                  </a:cubicBezTo>
                  <a:cubicBezTo>
                    <a:pt x="264" y="2"/>
                    <a:pt x="257" y="1"/>
                    <a:pt x="25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25"/>
            <p:cNvSpPr/>
            <p:nvPr/>
          </p:nvSpPr>
          <p:spPr>
            <a:xfrm>
              <a:off x="6343717" y="820816"/>
              <a:ext cx="116478" cy="377168"/>
            </a:xfrm>
            <a:custGeom>
              <a:avLst/>
              <a:gdLst/>
              <a:ahLst/>
              <a:cxnLst/>
              <a:rect l="l" t="t" r="r" b="b"/>
              <a:pathLst>
                <a:path w="1428" h="4624" extrusionOk="0">
                  <a:moveTo>
                    <a:pt x="361" y="1"/>
                  </a:moveTo>
                  <a:cubicBezTo>
                    <a:pt x="326" y="1"/>
                    <a:pt x="296" y="26"/>
                    <a:pt x="292" y="61"/>
                  </a:cubicBezTo>
                  <a:cubicBezTo>
                    <a:pt x="284" y="190"/>
                    <a:pt x="1" y="3180"/>
                    <a:pt x="1303" y="4602"/>
                  </a:cubicBezTo>
                  <a:cubicBezTo>
                    <a:pt x="1316" y="4615"/>
                    <a:pt x="1337" y="4623"/>
                    <a:pt x="1354" y="4623"/>
                  </a:cubicBezTo>
                  <a:cubicBezTo>
                    <a:pt x="1372" y="4623"/>
                    <a:pt x="1384" y="4619"/>
                    <a:pt x="1397" y="4606"/>
                  </a:cubicBezTo>
                  <a:cubicBezTo>
                    <a:pt x="1427" y="4580"/>
                    <a:pt x="1427" y="4538"/>
                    <a:pt x="1402" y="4512"/>
                  </a:cubicBezTo>
                  <a:cubicBezTo>
                    <a:pt x="142" y="3133"/>
                    <a:pt x="425" y="104"/>
                    <a:pt x="429" y="74"/>
                  </a:cubicBezTo>
                  <a:cubicBezTo>
                    <a:pt x="429" y="36"/>
                    <a:pt x="403" y="6"/>
                    <a:pt x="369" y="1"/>
                  </a:cubicBezTo>
                  <a:cubicBezTo>
                    <a:pt x="366" y="1"/>
                    <a:pt x="364" y="1"/>
                    <a:pt x="36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86" name="Google Shape;1086;p25"/>
          <p:cNvSpPr/>
          <p:nvPr/>
        </p:nvSpPr>
        <p:spPr>
          <a:xfrm>
            <a:off x="4028478" y="4754162"/>
            <a:ext cx="5121484" cy="45719"/>
          </a:xfrm>
          <a:custGeom>
            <a:avLst/>
            <a:gdLst/>
            <a:ahLst/>
            <a:cxnLst/>
            <a:rect l="l" t="t" r="r" b="b"/>
            <a:pathLst>
              <a:path w="65205" h="267" extrusionOk="0">
                <a:moveTo>
                  <a:pt x="1" y="1"/>
                </a:moveTo>
                <a:lnTo>
                  <a:pt x="1" y="267"/>
                </a:lnTo>
                <a:lnTo>
                  <a:pt x="65205" y="267"/>
                </a:lnTo>
                <a:lnTo>
                  <a:pt x="65205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87" name="Google Shape;1087;p25"/>
          <p:cNvGrpSpPr/>
          <p:nvPr/>
        </p:nvGrpSpPr>
        <p:grpSpPr>
          <a:xfrm>
            <a:off x="5472095" y="2500932"/>
            <a:ext cx="3671905" cy="2144496"/>
            <a:chOff x="5808317" y="2407725"/>
            <a:chExt cx="4165741" cy="2206500"/>
          </a:xfrm>
        </p:grpSpPr>
        <p:sp>
          <p:nvSpPr>
            <p:cNvPr id="1088" name="Google Shape;1088;p25"/>
            <p:cNvSpPr/>
            <p:nvPr/>
          </p:nvSpPr>
          <p:spPr>
            <a:xfrm>
              <a:off x="6035991" y="4396562"/>
              <a:ext cx="76645" cy="217663"/>
            </a:xfrm>
            <a:custGeom>
              <a:avLst/>
              <a:gdLst/>
              <a:ahLst/>
              <a:cxnLst/>
              <a:rect l="l" t="t" r="r" b="b"/>
              <a:pathLst>
                <a:path w="1018" h="2891" extrusionOk="0">
                  <a:moveTo>
                    <a:pt x="1" y="0"/>
                  </a:moveTo>
                  <a:lnTo>
                    <a:pt x="1" y="2891"/>
                  </a:lnTo>
                  <a:lnTo>
                    <a:pt x="572" y="2891"/>
                  </a:lnTo>
                  <a:lnTo>
                    <a:pt x="101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25"/>
            <p:cNvSpPr/>
            <p:nvPr/>
          </p:nvSpPr>
          <p:spPr>
            <a:xfrm>
              <a:off x="6700266" y="4396562"/>
              <a:ext cx="77323" cy="217663"/>
            </a:xfrm>
            <a:custGeom>
              <a:avLst/>
              <a:gdLst/>
              <a:ahLst/>
              <a:cxnLst/>
              <a:rect l="l" t="t" r="r" b="b"/>
              <a:pathLst>
                <a:path w="1027" h="2891" extrusionOk="0">
                  <a:moveTo>
                    <a:pt x="1" y="0"/>
                  </a:moveTo>
                  <a:lnTo>
                    <a:pt x="1" y="2891"/>
                  </a:lnTo>
                  <a:lnTo>
                    <a:pt x="572" y="2891"/>
                  </a:lnTo>
                  <a:lnTo>
                    <a:pt x="102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25"/>
            <p:cNvSpPr/>
            <p:nvPr/>
          </p:nvSpPr>
          <p:spPr>
            <a:xfrm>
              <a:off x="9068555" y="4396562"/>
              <a:ext cx="76645" cy="217663"/>
            </a:xfrm>
            <a:custGeom>
              <a:avLst/>
              <a:gdLst/>
              <a:ahLst/>
              <a:cxnLst/>
              <a:rect l="l" t="t" r="r" b="b"/>
              <a:pathLst>
                <a:path w="1018" h="2891" extrusionOk="0">
                  <a:moveTo>
                    <a:pt x="1" y="0"/>
                  </a:moveTo>
                  <a:lnTo>
                    <a:pt x="455" y="2891"/>
                  </a:lnTo>
                  <a:lnTo>
                    <a:pt x="1018" y="2891"/>
                  </a:lnTo>
                  <a:lnTo>
                    <a:pt x="101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25"/>
            <p:cNvSpPr/>
            <p:nvPr/>
          </p:nvSpPr>
          <p:spPr>
            <a:xfrm>
              <a:off x="5932619" y="2689231"/>
              <a:ext cx="3446400" cy="1581165"/>
            </a:xfrm>
            <a:custGeom>
              <a:avLst/>
              <a:gdLst/>
              <a:ahLst/>
              <a:cxnLst/>
              <a:rect l="l" t="t" r="r" b="b"/>
              <a:pathLst>
                <a:path w="45775" h="21001" extrusionOk="0">
                  <a:moveTo>
                    <a:pt x="0" y="0"/>
                  </a:moveTo>
                  <a:lnTo>
                    <a:pt x="2025" y="21000"/>
                  </a:lnTo>
                  <a:lnTo>
                    <a:pt x="45774" y="21000"/>
                  </a:lnTo>
                  <a:cubicBezTo>
                    <a:pt x="45774" y="21000"/>
                    <a:pt x="43517" y="401"/>
                    <a:pt x="4351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92" name="Google Shape;1092;p25"/>
            <p:cNvSpPr/>
            <p:nvPr/>
          </p:nvSpPr>
          <p:spPr>
            <a:xfrm>
              <a:off x="6747321" y="3117852"/>
              <a:ext cx="52477" cy="38097"/>
            </a:xfrm>
            <a:custGeom>
              <a:avLst/>
              <a:gdLst/>
              <a:ahLst/>
              <a:cxnLst/>
              <a:rect l="l" t="t" r="r" b="b"/>
              <a:pathLst>
                <a:path w="697" h="506" extrusionOk="0">
                  <a:moveTo>
                    <a:pt x="486" y="1"/>
                  </a:moveTo>
                  <a:cubicBezTo>
                    <a:pt x="273" y="1"/>
                    <a:pt x="0" y="243"/>
                    <a:pt x="277" y="463"/>
                  </a:cubicBezTo>
                  <a:cubicBezTo>
                    <a:pt x="316" y="492"/>
                    <a:pt x="363" y="505"/>
                    <a:pt x="410" y="505"/>
                  </a:cubicBezTo>
                  <a:cubicBezTo>
                    <a:pt x="535" y="505"/>
                    <a:pt x="665" y="413"/>
                    <a:pt x="678" y="284"/>
                  </a:cubicBezTo>
                  <a:cubicBezTo>
                    <a:pt x="696" y="115"/>
                    <a:pt x="634" y="34"/>
                    <a:pt x="545" y="8"/>
                  </a:cubicBezTo>
                  <a:cubicBezTo>
                    <a:pt x="526" y="3"/>
                    <a:pt x="506" y="1"/>
                    <a:pt x="4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25"/>
            <p:cNvSpPr/>
            <p:nvPr/>
          </p:nvSpPr>
          <p:spPr>
            <a:xfrm>
              <a:off x="6409274" y="2875571"/>
              <a:ext cx="312905" cy="238895"/>
            </a:xfrm>
            <a:custGeom>
              <a:avLst/>
              <a:gdLst/>
              <a:ahLst/>
              <a:cxnLst/>
              <a:rect l="l" t="t" r="r" b="b"/>
              <a:pathLst>
                <a:path w="4156" h="3173" extrusionOk="0">
                  <a:moveTo>
                    <a:pt x="35" y="1"/>
                  </a:moveTo>
                  <a:cubicBezTo>
                    <a:pt x="14" y="1"/>
                    <a:pt x="0" y="33"/>
                    <a:pt x="30" y="41"/>
                  </a:cubicBezTo>
                  <a:cubicBezTo>
                    <a:pt x="779" y="407"/>
                    <a:pt x="1493" y="844"/>
                    <a:pt x="2162" y="1352"/>
                  </a:cubicBezTo>
                  <a:cubicBezTo>
                    <a:pt x="2876" y="1896"/>
                    <a:pt x="3464" y="2530"/>
                    <a:pt x="4089" y="3163"/>
                  </a:cubicBezTo>
                  <a:cubicBezTo>
                    <a:pt x="4096" y="3170"/>
                    <a:pt x="4103" y="3173"/>
                    <a:pt x="4111" y="3173"/>
                  </a:cubicBezTo>
                  <a:cubicBezTo>
                    <a:pt x="4134" y="3173"/>
                    <a:pt x="4156" y="3147"/>
                    <a:pt x="4142" y="3127"/>
                  </a:cubicBezTo>
                  <a:cubicBezTo>
                    <a:pt x="3652" y="2449"/>
                    <a:pt x="2965" y="1870"/>
                    <a:pt x="2305" y="1361"/>
                  </a:cubicBezTo>
                  <a:cubicBezTo>
                    <a:pt x="1609" y="826"/>
                    <a:pt x="860" y="353"/>
                    <a:pt x="48" y="5"/>
                  </a:cubicBezTo>
                  <a:cubicBezTo>
                    <a:pt x="43" y="2"/>
                    <a:pt x="39" y="1"/>
                    <a:pt x="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25"/>
            <p:cNvSpPr/>
            <p:nvPr/>
          </p:nvSpPr>
          <p:spPr>
            <a:xfrm>
              <a:off x="6821556" y="2785601"/>
              <a:ext cx="286855" cy="317272"/>
            </a:xfrm>
            <a:custGeom>
              <a:avLst/>
              <a:gdLst/>
              <a:ahLst/>
              <a:cxnLst/>
              <a:rect l="l" t="t" r="r" b="b"/>
              <a:pathLst>
                <a:path w="3810" h="4214" extrusionOk="0">
                  <a:moveTo>
                    <a:pt x="3773" y="1"/>
                  </a:moveTo>
                  <a:cubicBezTo>
                    <a:pt x="3769" y="1"/>
                    <a:pt x="3765" y="2"/>
                    <a:pt x="3760" y="5"/>
                  </a:cubicBezTo>
                  <a:cubicBezTo>
                    <a:pt x="2957" y="460"/>
                    <a:pt x="2288" y="1173"/>
                    <a:pt x="1700" y="1869"/>
                  </a:cubicBezTo>
                  <a:cubicBezTo>
                    <a:pt x="1084" y="2592"/>
                    <a:pt x="531" y="3386"/>
                    <a:pt x="14" y="4180"/>
                  </a:cubicBezTo>
                  <a:cubicBezTo>
                    <a:pt x="1" y="4199"/>
                    <a:pt x="16" y="4214"/>
                    <a:pt x="32" y="4214"/>
                  </a:cubicBezTo>
                  <a:cubicBezTo>
                    <a:pt x="38" y="4214"/>
                    <a:pt x="44" y="4211"/>
                    <a:pt x="49" y="4206"/>
                  </a:cubicBezTo>
                  <a:cubicBezTo>
                    <a:pt x="1120" y="2636"/>
                    <a:pt x="2262" y="1200"/>
                    <a:pt x="3787" y="49"/>
                  </a:cubicBezTo>
                  <a:cubicBezTo>
                    <a:pt x="3810" y="34"/>
                    <a:pt x="3794" y="1"/>
                    <a:pt x="37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25"/>
            <p:cNvSpPr/>
            <p:nvPr/>
          </p:nvSpPr>
          <p:spPr>
            <a:xfrm>
              <a:off x="6571371" y="3197884"/>
              <a:ext cx="192215" cy="373363"/>
            </a:xfrm>
            <a:custGeom>
              <a:avLst/>
              <a:gdLst/>
              <a:ahLst/>
              <a:cxnLst/>
              <a:rect l="l" t="t" r="r" b="b"/>
              <a:pathLst>
                <a:path w="2553" h="4959" extrusionOk="0">
                  <a:moveTo>
                    <a:pt x="2504" y="0"/>
                  </a:moveTo>
                  <a:cubicBezTo>
                    <a:pt x="2494" y="0"/>
                    <a:pt x="2485" y="5"/>
                    <a:pt x="2480" y="15"/>
                  </a:cubicBezTo>
                  <a:cubicBezTo>
                    <a:pt x="1410" y="1460"/>
                    <a:pt x="170" y="3084"/>
                    <a:pt x="0" y="4931"/>
                  </a:cubicBezTo>
                  <a:cubicBezTo>
                    <a:pt x="0" y="4950"/>
                    <a:pt x="15" y="4959"/>
                    <a:pt x="30" y="4959"/>
                  </a:cubicBezTo>
                  <a:cubicBezTo>
                    <a:pt x="42" y="4959"/>
                    <a:pt x="54" y="4952"/>
                    <a:pt x="54" y="4939"/>
                  </a:cubicBezTo>
                  <a:cubicBezTo>
                    <a:pt x="268" y="4012"/>
                    <a:pt x="571" y="3146"/>
                    <a:pt x="1035" y="2317"/>
                  </a:cubicBezTo>
                  <a:cubicBezTo>
                    <a:pt x="1481" y="1523"/>
                    <a:pt x="2007" y="782"/>
                    <a:pt x="2534" y="51"/>
                  </a:cubicBezTo>
                  <a:cubicBezTo>
                    <a:pt x="2553" y="26"/>
                    <a:pt x="2527" y="0"/>
                    <a:pt x="25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25"/>
            <p:cNvSpPr/>
            <p:nvPr/>
          </p:nvSpPr>
          <p:spPr>
            <a:xfrm>
              <a:off x="6820201" y="3166488"/>
              <a:ext cx="352508" cy="405738"/>
            </a:xfrm>
            <a:custGeom>
              <a:avLst/>
              <a:gdLst/>
              <a:ahLst/>
              <a:cxnLst/>
              <a:rect l="l" t="t" r="r" b="b"/>
              <a:pathLst>
                <a:path w="4682" h="5389" extrusionOk="0">
                  <a:moveTo>
                    <a:pt x="52" y="0"/>
                  </a:moveTo>
                  <a:cubicBezTo>
                    <a:pt x="23" y="0"/>
                    <a:pt x="1" y="42"/>
                    <a:pt x="32" y="57"/>
                  </a:cubicBezTo>
                  <a:cubicBezTo>
                    <a:pt x="2137" y="1288"/>
                    <a:pt x="3573" y="3198"/>
                    <a:pt x="4599" y="5365"/>
                  </a:cubicBezTo>
                  <a:cubicBezTo>
                    <a:pt x="4606" y="5381"/>
                    <a:pt x="4619" y="5388"/>
                    <a:pt x="4633" y="5388"/>
                  </a:cubicBezTo>
                  <a:cubicBezTo>
                    <a:pt x="4657" y="5388"/>
                    <a:pt x="4682" y="5367"/>
                    <a:pt x="4670" y="5339"/>
                  </a:cubicBezTo>
                  <a:cubicBezTo>
                    <a:pt x="3814" y="3135"/>
                    <a:pt x="2119" y="1173"/>
                    <a:pt x="67" y="4"/>
                  </a:cubicBezTo>
                  <a:cubicBezTo>
                    <a:pt x="62" y="1"/>
                    <a:pt x="57" y="0"/>
                    <a:pt x="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25"/>
            <p:cNvSpPr/>
            <p:nvPr/>
          </p:nvSpPr>
          <p:spPr>
            <a:xfrm>
              <a:off x="8204087" y="3117852"/>
              <a:ext cx="53155" cy="38097"/>
            </a:xfrm>
            <a:custGeom>
              <a:avLst/>
              <a:gdLst/>
              <a:ahLst/>
              <a:cxnLst/>
              <a:rect l="l" t="t" r="r" b="b"/>
              <a:pathLst>
                <a:path w="706" h="506" extrusionOk="0">
                  <a:moveTo>
                    <a:pt x="486" y="1"/>
                  </a:moveTo>
                  <a:cubicBezTo>
                    <a:pt x="274" y="1"/>
                    <a:pt x="1" y="243"/>
                    <a:pt x="278" y="463"/>
                  </a:cubicBezTo>
                  <a:cubicBezTo>
                    <a:pt x="317" y="492"/>
                    <a:pt x="364" y="505"/>
                    <a:pt x="411" y="505"/>
                  </a:cubicBezTo>
                  <a:cubicBezTo>
                    <a:pt x="536" y="505"/>
                    <a:pt x="666" y="413"/>
                    <a:pt x="679" y="284"/>
                  </a:cubicBezTo>
                  <a:cubicBezTo>
                    <a:pt x="706" y="115"/>
                    <a:pt x="635" y="34"/>
                    <a:pt x="545" y="8"/>
                  </a:cubicBezTo>
                  <a:cubicBezTo>
                    <a:pt x="527" y="3"/>
                    <a:pt x="507" y="1"/>
                    <a:pt x="4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25"/>
            <p:cNvSpPr/>
            <p:nvPr/>
          </p:nvSpPr>
          <p:spPr>
            <a:xfrm>
              <a:off x="7866040" y="2875571"/>
              <a:ext cx="312981" cy="238895"/>
            </a:xfrm>
            <a:custGeom>
              <a:avLst/>
              <a:gdLst/>
              <a:ahLst/>
              <a:cxnLst/>
              <a:rect l="l" t="t" r="r" b="b"/>
              <a:pathLst>
                <a:path w="4157" h="3173" extrusionOk="0">
                  <a:moveTo>
                    <a:pt x="41" y="1"/>
                  </a:moveTo>
                  <a:cubicBezTo>
                    <a:pt x="15" y="1"/>
                    <a:pt x="1" y="33"/>
                    <a:pt x="31" y="41"/>
                  </a:cubicBezTo>
                  <a:cubicBezTo>
                    <a:pt x="780" y="407"/>
                    <a:pt x="1503" y="844"/>
                    <a:pt x="2163" y="1352"/>
                  </a:cubicBezTo>
                  <a:cubicBezTo>
                    <a:pt x="2876" y="1896"/>
                    <a:pt x="3465" y="2530"/>
                    <a:pt x="4090" y="3163"/>
                  </a:cubicBezTo>
                  <a:cubicBezTo>
                    <a:pt x="4096" y="3170"/>
                    <a:pt x="4104" y="3173"/>
                    <a:pt x="4112" y="3173"/>
                  </a:cubicBezTo>
                  <a:cubicBezTo>
                    <a:pt x="4135" y="3173"/>
                    <a:pt x="4157" y="3147"/>
                    <a:pt x="4143" y="3127"/>
                  </a:cubicBezTo>
                  <a:cubicBezTo>
                    <a:pt x="3653" y="2449"/>
                    <a:pt x="2966" y="1870"/>
                    <a:pt x="2314" y="1361"/>
                  </a:cubicBezTo>
                  <a:cubicBezTo>
                    <a:pt x="1619" y="826"/>
                    <a:pt x="860" y="353"/>
                    <a:pt x="57" y="5"/>
                  </a:cubicBezTo>
                  <a:cubicBezTo>
                    <a:pt x="52" y="2"/>
                    <a:pt x="46" y="1"/>
                    <a:pt x="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25"/>
            <p:cNvSpPr/>
            <p:nvPr/>
          </p:nvSpPr>
          <p:spPr>
            <a:xfrm>
              <a:off x="8278849" y="2785601"/>
              <a:ext cx="286403" cy="317272"/>
            </a:xfrm>
            <a:custGeom>
              <a:avLst/>
              <a:gdLst/>
              <a:ahLst/>
              <a:cxnLst/>
              <a:rect l="l" t="t" r="r" b="b"/>
              <a:pathLst>
                <a:path w="3804" h="4214" extrusionOk="0">
                  <a:moveTo>
                    <a:pt x="3770" y="1"/>
                  </a:moveTo>
                  <a:cubicBezTo>
                    <a:pt x="3765" y="1"/>
                    <a:pt x="3760" y="2"/>
                    <a:pt x="3754" y="5"/>
                  </a:cubicBezTo>
                  <a:cubicBezTo>
                    <a:pt x="2951" y="460"/>
                    <a:pt x="2282" y="1173"/>
                    <a:pt x="1693" y="1869"/>
                  </a:cubicBezTo>
                  <a:cubicBezTo>
                    <a:pt x="1078" y="2592"/>
                    <a:pt x="534" y="3386"/>
                    <a:pt x="7" y="4180"/>
                  </a:cubicBezTo>
                  <a:cubicBezTo>
                    <a:pt x="1" y="4199"/>
                    <a:pt x="18" y="4214"/>
                    <a:pt x="31" y="4214"/>
                  </a:cubicBezTo>
                  <a:cubicBezTo>
                    <a:pt x="36" y="4214"/>
                    <a:pt x="40" y="4211"/>
                    <a:pt x="43" y="4206"/>
                  </a:cubicBezTo>
                  <a:cubicBezTo>
                    <a:pt x="1113" y="2636"/>
                    <a:pt x="2264" y="1200"/>
                    <a:pt x="3781" y="49"/>
                  </a:cubicBezTo>
                  <a:cubicBezTo>
                    <a:pt x="3803" y="34"/>
                    <a:pt x="3794" y="1"/>
                    <a:pt x="37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25"/>
            <p:cNvSpPr/>
            <p:nvPr/>
          </p:nvSpPr>
          <p:spPr>
            <a:xfrm>
              <a:off x="8028438" y="3197884"/>
              <a:ext cx="192140" cy="373363"/>
            </a:xfrm>
            <a:custGeom>
              <a:avLst/>
              <a:gdLst/>
              <a:ahLst/>
              <a:cxnLst/>
              <a:rect l="l" t="t" r="r" b="b"/>
              <a:pathLst>
                <a:path w="2552" h="4959" extrusionOk="0">
                  <a:moveTo>
                    <a:pt x="2505" y="0"/>
                  </a:moveTo>
                  <a:cubicBezTo>
                    <a:pt x="2495" y="0"/>
                    <a:pt x="2485" y="5"/>
                    <a:pt x="2477" y="15"/>
                  </a:cubicBezTo>
                  <a:cubicBezTo>
                    <a:pt x="1406" y="1460"/>
                    <a:pt x="175" y="3084"/>
                    <a:pt x="6" y="4931"/>
                  </a:cubicBezTo>
                  <a:cubicBezTo>
                    <a:pt x="1" y="4950"/>
                    <a:pt x="14" y="4959"/>
                    <a:pt x="29" y="4959"/>
                  </a:cubicBezTo>
                  <a:cubicBezTo>
                    <a:pt x="41" y="4959"/>
                    <a:pt x="55" y="4952"/>
                    <a:pt x="59" y="4939"/>
                  </a:cubicBezTo>
                  <a:cubicBezTo>
                    <a:pt x="264" y="4012"/>
                    <a:pt x="568" y="3146"/>
                    <a:pt x="1041" y="2317"/>
                  </a:cubicBezTo>
                  <a:cubicBezTo>
                    <a:pt x="1478" y="1523"/>
                    <a:pt x="2004" y="782"/>
                    <a:pt x="2539" y="51"/>
                  </a:cubicBezTo>
                  <a:cubicBezTo>
                    <a:pt x="2552" y="26"/>
                    <a:pt x="2529" y="0"/>
                    <a:pt x="25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25"/>
            <p:cNvSpPr/>
            <p:nvPr/>
          </p:nvSpPr>
          <p:spPr>
            <a:xfrm>
              <a:off x="8277645" y="3166488"/>
              <a:ext cx="351905" cy="405738"/>
            </a:xfrm>
            <a:custGeom>
              <a:avLst/>
              <a:gdLst/>
              <a:ahLst/>
              <a:cxnLst/>
              <a:rect l="l" t="t" r="r" b="b"/>
              <a:pathLst>
                <a:path w="4674" h="5389" extrusionOk="0">
                  <a:moveTo>
                    <a:pt x="45" y="0"/>
                  </a:moveTo>
                  <a:cubicBezTo>
                    <a:pt x="17" y="0"/>
                    <a:pt x="0" y="42"/>
                    <a:pt x="23" y="57"/>
                  </a:cubicBezTo>
                  <a:cubicBezTo>
                    <a:pt x="2138" y="1288"/>
                    <a:pt x="3565" y="3198"/>
                    <a:pt x="4591" y="5365"/>
                  </a:cubicBezTo>
                  <a:cubicBezTo>
                    <a:pt x="4597" y="5381"/>
                    <a:pt x="4611" y="5388"/>
                    <a:pt x="4624" y="5388"/>
                  </a:cubicBezTo>
                  <a:cubicBezTo>
                    <a:pt x="4649" y="5388"/>
                    <a:pt x="4674" y="5367"/>
                    <a:pt x="4662" y="5339"/>
                  </a:cubicBezTo>
                  <a:cubicBezTo>
                    <a:pt x="3806" y="3135"/>
                    <a:pt x="2120" y="1173"/>
                    <a:pt x="59" y="4"/>
                  </a:cubicBezTo>
                  <a:cubicBezTo>
                    <a:pt x="54" y="1"/>
                    <a:pt x="49" y="0"/>
                    <a:pt x="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25"/>
            <p:cNvSpPr/>
            <p:nvPr/>
          </p:nvSpPr>
          <p:spPr>
            <a:xfrm>
              <a:off x="9085345" y="2689231"/>
              <a:ext cx="422527" cy="1732950"/>
            </a:xfrm>
            <a:custGeom>
              <a:avLst/>
              <a:gdLst/>
              <a:ahLst/>
              <a:cxnLst/>
              <a:rect l="l" t="t" r="r" b="b"/>
              <a:pathLst>
                <a:path w="5612" h="23017" extrusionOk="0">
                  <a:moveTo>
                    <a:pt x="1080" y="0"/>
                  </a:moveTo>
                  <a:cubicBezTo>
                    <a:pt x="473" y="0"/>
                    <a:pt x="1" y="553"/>
                    <a:pt x="63" y="1187"/>
                  </a:cubicBezTo>
                  <a:lnTo>
                    <a:pt x="2293" y="23016"/>
                  </a:lnTo>
                  <a:lnTo>
                    <a:pt x="5612" y="23016"/>
                  </a:lnTo>
                  <a:lnTo>
                    <a:pt x="3150" y="910"/>
                  </a:lnTo>
                  <a:cubicBezTo>
                    <a:pt x="3096" y="393"/>
                    <a:pt x="2668" y="0"/>
                    <a:pt x="21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25"/>
            <p:cNvSpPr/>
            <p:nvPr/>
          </p:nvSpPr>
          <p:spPr>
            <a:xfrm>
              <a:off x="9354653" y="3685230"/>
              <a:ext cx="530042" cy="736939"/>
            </a:xfrm>
            <a:custGeom>
              <a:avLst/>
              <a:gdLst/>
              <a:ahLst/>
              <a:cxnLst/>
              <a:rect l="l" t="t" r="r" b="b"/>
              <a:pathLst>
                <a:path w="7040" h="9788" extrusionOk="0">
                  <a:moveTo>
                    <a:pt x="1" y="1"/>
                  </a:moveTo>
                  <a:lnTo>
                    <a:pt x="1" y="9787"/>
                  </a:lnTo>
                  <a:lnTo>
                    <a:pt x="7040" y="9787"/>
                  </a:lnTo>
                  <a:lnTo>
                    <a:pt x="704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25"/>
            <p:cNvSpPr/>
            <p:nvPr/>
          </p:nvSpPr>
          <p:spPr>
            <a:xfrm>
              <a:off x="9264683" y="3685230"/>
              <a:ext cx="179416" cy="736939"/>
            </a:xfrm>
            <a:custGeom>
              <a:avLst/>
              <a:gdLst/>
              <a:ahLst/>
              <a:cxnLst/>
              <a:rect l="l" t="t" r="r" b="b"/>
              <a:pathLst>
                <a:path w="2383" h="9788" extrusionOk="0">
                  <a:moveTo>
                    <a:pt x="1196" y="1"/>
                  </a:moveTo>
                  <a:cubicBezTo>
                    <a:pt x="536" y="1"/>
                    <a:pt x="0" y="554"/>
                    <a:pt x="0" y="1241"/>
                  </a:cubicBezTo>
                  <a:lnTo>
                    <a:pt x="0" y="9787"/>
                  </a:lnTo>
                  <a:lnTo>
                    <a:pt x="2382" y="9787"/>
                  </a:lnTo>
                  <a:lnTo>
                    <a:pt x="2382" y="1241"/>
                  </a:lnTo>
                  <a:cubicBezTo>
                    <a:pt x="2382" y="554"/>
                    <a:pt x="1856" y="1"/>
                    <a:pt x="119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25"/>
            <p:cNvSpPr/>
            <p:nvPr/>
          </p:nvSpPr>
          <p:spPr>
            <a:xfrm>
              <a:off x="6496759" y="3826322"/>
              <a:ext cx="3191844" cy="595845"/>
            </a:xfrm>
            <a:custGeom>
              <a:avLst/>
              <a:gdLst/>
              <a:ahLst/>
              <a:cxnLst/>
              <a:rect l="l" t="t" r="r" b="b"/>
              <a:pathLst>
                <a:path w="42394" h="7914" extrusionOk="0">
                  <a:moveTo>
                    <a:pt x="1" y="0"/>
                  </a:moveTo>
                  <a:lnTo>
                    <a:pt x="1" y="7913"/>
                  </a:lnTo>
                  <a:lnTo>
                    <a:pt x="42394" y="7913"/>
                  </a:lnTo>
                  <a:lnTo>
                    <a:pt x="42394" y="598"/>
                  </a:lnTo>
                  <a:cubicBezTo>
                    <a:pt x="42394" y="268"/>
                    <a:pt x="42135" y="0"/>
                    <a:pt x="418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25"/>
            <p:cNvSpPr/>
            <p:nvPr/>
          </p:nvSpPr>
          <p:spPr>
            <a:xfrm>
              <a:off x="5808317" y="2689231"/>
              <a:ext cx="423280" cy="1732950"/>
            </a:xfrm>
            <a:custGeom>
              <a:avLst/>
              <a:gdLst/>
              <a:ahLst/>
              <a:cxnLst/>
              <a:rect l="l" t="t" r="r" b="b"/>
              <a:pathLst>
                <a:path w="5622" h="23017" extrusionOk="0">
                  <a:moveTo>
                    <a:pt x="1089" y="0"/>
                  </a:moveTo>
                  <a:cubicBezTo>
                    <a:pt x="474" y="0"/>
                    <a:pt x="1" y="553"/>
                    <a:pt x="72" y="1187"/>
                  </a:cubicBezTo>
                  <a:lnTo>
                    <a:pt x="2302" y="23016"/>
                  </a:lnTo>
                  <a:lnTo>
                    <a:pt x="5621" y="23016"/>
                  </a:lnTo>
                  <a:lnTo>
                    <a:pt x="3159" y="910"/>
                  </a:lnTo>
                  <a:cubicBezTo>
                    <a:pt x="3096" y="393"/>
                    <a:pt x="2677" y="0"/>
                    <a:pt x="21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25"/>
            <p:cNvSpPr/>
            <p:nvPr/>
          </p:nvSpPr>
          <p:spPr>
            <a:xfrm>
              <a:off x="9794642" y="3685230"/>
              <a:ext cx="179416" cy="736939"/>
            </a:xfrm>
            <a:custGeom>
              <a:avLst/>
              <a:gdLst/>
              <a:ahLst/>
              <a:cxnLst/>
              <a:rect l="l" t="t" r="r" b="b"/>
              <a:pathLst>
                <a:path w="2383" h="9788" extrusionOk="0">
                  <a:moveTo>
                    <a:pt x="1196" y="1"/>
                  </a:moveTo>
                  <a:cubicBezTo>
                    <a:pt x="535" y="1"/>
                    <a:pt x="0" y="554"/>
                    <a:pt x="0" y="1241"/>
                  </a:cubicBezTo>
                  <a:lnTo>
                    <a:pt x="0" y="9787"/>
                  </a:lnTo>
                  <a:lnTo>
                    <a:pt x="2382" y="9787"/>
                  </a:lnTo>
                  <a:lnTo>
                    <a:pt x="2382" y="1241"/>
                  </a:lnTo>
                  <a:cubicBezTo>
                    <a:pt x="2382" y="554"/>
                    <a:pt x="1856" y="1"/>
                    <a:pt x="11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25"/>
            <p:cNvSpPr/>
            <p:nvPr/>
          </p:nvSpPr>
          <p:spPr>
            <a:xfrm>
              <a:off x="6050823" y="3170554"/>
              <a:ext cx="703284" cy="616851"/>
            </a:xfrm>
            <a:custGeom>
              <a:avLst/>
              <a:gdLst/>
              <a:ahLst/>
              <a:cxnLst/>
              <a:rect l="l" t="t" r="r" b="b"/>
              <a:pathLst>
                <a:path w="9341" h="8193" extrusionOk="0">
                  <a:moveTo>
                    <a:pt x="6940" y="1"/>
                  </a:moveTo>
                  <a:cubicBezTo>
                    <a:pt x="6707" y="1"/>
                    <a:pt x="6204" y="474"/>
                    <a:pt x="6040" y="548"/>
                  </a:cubicBezTo>
                  <a:cubicBezTo>
                    <a:pt x="5898" y="619"/>
                    <a:pt x="5735" y="643"/>
                    <a:pt x="5564" y="643"/>
                  </a:cubicBezTo>
                  <a:cubicBezTo>
                    <a:pt x="5207" y="643"/>
                    <a:pt x="4814" y="538"/>
                    <a:pt x="4496" y="538"/>
                  </a:cubicBezTo>
                  <a:cubicBezTo>
                    <a:pt x="4487" y="538"/>
                    <a:pt x="4478" y="538"/>
                    <a:pt x="4470" y="539"/>
                  </a:cubicBezTo>
                  <a:cubicBezTo>
                    <a:pt x="3524" y="556"/>
                    <a:pt x="2646" y="1156"/>
                    <a:pt x="1704" y="1156"/>
                  </a:cubicBezTo>
                  <a:cubicBezTo>
                    <a:pt x="1677" y="1156"/>
                    <a:pt x="1651" y="1155"/>
                    <a:pt x="1624" y="1154"/>
                  </a:cubicBezTo>
                  <a:cubicBezTo>
                    <a:pt x="1419" y="1142"/>
                    <a:pt x="1211" y="1104"/>
                    <a:pt x="1006" y="1104"/>
                  </a:cubicBezTo>
                  <a:cubicBezTo>
                    <a:pt x="898" y="1104"/>
                    <a:pt x="792" y="1115"/>
                    <a:pt x="687" y="1145"/>
                  </a:cubicBezTo>
                  <a:cubicBezTo>
                    <a:pt x="0" y="1359"/>
                    <a:pt x="678" y="1850"/>
                    <a:pt x="901" y="2118"/>
                  </a:cubicBezTo>
                  <a:cubicBezTo>
                    <a:pt x="1222" y="2519"/>
                    <a:pt x="1463" y="2983"/>
                    <a:pt x="1668" y="3447"/>
                  </a:cubicBezTo>
                  <a:cubicBezTo>
                    <a:pt x="2097" y="4401"/>
                    <a:pt x="2400" y="5427"/>
                    <a:pt x="3042" y="6275"/>
                  </a:cubicBezTo>
                  <a:cubicBezTo>
                    <a:pt x="3203" y="6489"/>
                    <a:pt x="3390" y="6703"/>
                    <a:pt x="3453" y="6962"/>
                  </a:cubicBezTo>
                  <a:cubicBezTo>
                    <a:pt x="3560" y="7363"/>
                    <a:pt x="3337" y="7827"/>
                    <a:pt x="3542" y="8193"/>
                  </a:cubicBezTo>
                  <a:cubicBezTo>
                    <a:pt x="4015" y="8139"/>
                    <a:pt x="4363" y="7765"/>
                    <a:pt x="4719" y="7470"/>
                  </a:cubicBezTo>
                  <a:cubicBezTo>
                    <a:pt x="5174" y="7087"/>
                    <a:pt x="5692" y="6792"/>
                    <a:pt x="6254" y="6587"/>
                  </a:cubicBezTo>
                  <a:cubicBezTo>
                    <a:pt x="6316" y="6569"/>
                    <a:pt x="7663" y="6079"/>
                    <a:pt x="7565" y="6034"/>
                  </a:cubicBezTo>
                  <a:lnTo>
                    <a:pt x="7565" y="6034"/>
                  </a:lnTo>
                  <a:cubicBezTo>
                    <a:pt x="7886" y="6177"/>
                    <a:pt x="8243" y="6266"/>
                    <a:pt x="8600" y="6302"/>
                  </a:cubicBezTo>
                  <a:cubicBezTo>
                    <a:pt x="8645" y="6307"/>
                    <a:pt x="8692" y="6309"/>
                    <a:pt x="8739" y="6309"/>
                  </a:cubicBezTo>
                  <a:cubicBezTo>
                    <a:pt x="8950" y="6309"/>
                    <a:pt x="9181" y="6261"/>
                    <a:pt x="9341" y="6159"/>
                  </a:cubicBezTo>
                  <a:cubicBezTo>
                    <a:pt x="9091" y="5749"/>
                    <a:pt x="8859" y="5463"/>
                    <a:pt x="8573" y="5169"/>
                  </a:cubicBezTo>
                  <a:cubicBezTo>
                    <a:pt x="8475" y="5062"/>
                    <a:pt x="8377" y="4963"/>
                    <a:pt x="8270" y="4856"/>
                  </a:cubicBezTo>
                  <a:cubicBezTo>
                    <a:pt x="7467" y="4054"/>
                    <a:pt x="7539" y="2751"/>
                    <a:pt x="7012" y="1752"/>
                  </a:cubicBezTo>
                  <a:cubicBezTo>
                    <a:pt x="6950" y="1636"/>
                    <a:pt x="6878" y="1511"/>
                    <a:pt x="6869" y="1377"/>
                  </a:cubicBezTo>
                  <a:cubicBezTo>
                    <a:pt x="6843" y="1163"/>
                    <a:pt x="7333" y="164"/>
                    <a:pt x="6994" y="12"/>
                  </a:cubicBezTo>
                  <a:cubicBezTo>
                    <a:pt x="6978" y="4"/>
                    <a:pt x="6960" y="1"/>
                    <a:pt x="69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09" name="Google Shape;1109;p25"/>
            <p:cNvGrpSpPr/>
            <p:nvPr/>
          </p:nvGrpSpPr>
          <p:grpSpPr>
            <a:xfrm>
              <a:off x="8180597" y="2521939"/>
              <a:ext cx="1342478" cy="1984019"/>
              <a:chOff x="8180597" y="2521939"/>
              <a:chExt cx="1342478" cy="1984019"/>
            </a:xfrm>
          </p:grpSpPr>
          <p:sp>
            <p:nvSpPr>
              <p:cNvPr id="1110" name="Google Shape;1110;p25"/>
              <p:cNvSpPr/>
              <p:nvPr/>
            </p:nvSpPr>
            <p:spPr>
              <a:xfrm>
                <a:off x="8270643" y="2838906"/>
                <a:ext cx="955807" cy="317874"/>
              </a:xfrm>
              <a:custGeom>
                <a:avLst/>
                <a:gdLst/>
                <a:ahLst/>
                <a:cxnLst/>
                <a:rect l="l" t="t" r="r" b="b"/>
                <a:pathLst>
                  <a:path w="12695" h="4222" extrusionOk="0">
                    <a:moveTo>
                      <a:pt x="9643" y="0"/>
                    </a:moveTo>
                    <a:cubicBezTo>
                      <a:pt x="9245" y="0"/>
                      <a:pt x="8472" y="76"/>
                      <a:pt x="7414" y="528"/>
                    </a:cubicBezTo>
                    <a:cubicBezTo>
                      <a:pt x="6415" y="956"/>
                      <a:pt x="3934" y="2473"/>
                      <a:pt x="3934" y="2473"/>
                    </a:cubicBezTo>
                    <a:lnTo>
                      <a:pt x="268" y="617"/>
                    </a:lnTo>
                    <a:lnTo>
                      <a:pt x="0" y="1134"/>
                    </a:lnTo>
                    <a:cubicBezTo>
                      <a:pt x="0" y="1134"/>
                      <a:pt x="2793" y="4185"/>
                      <a:pt x="3970" y="4221"/>
                    </a:cubicBezTo>
                    <a:cubicBezTo>
                      <a:pt x="3975" y="4221"/>
                      <a:pt x="3980" y="4221"/>
                      <a:pt x="3985" y="4221"/>
                    </a:cubicBezTo>
                    <a:cubicBezTo>
                      <a:pt x="4785" y="4221"/>
                      <a:pt x="7878" y="2803"/>
                      <a:pt x="7878" y="2803"/>
                    </a:cubicBezTo>
                    <a:lnTo>
                      <a:pt x="10955" y="3320"/>
                    </a:lnTo>
                    <a:lnTo>
                      <a:pt x="12695" y="2562"/>
                    </a:lnTo>
                    <a:cubicBezTo>
                      <a:pt x="12695" y="2562"/>
                      <a:pt x="11562" y="804"/>
                      <a:pt x="11508" y="742"/>
                    </a:cubicBezTo>
                    <a:cubicBezTo>
                      <a:pt x="11455" y="688"/>
                      <a:pt x="10384" y="82"/>
                      <a:pt x="10384" y="82"/>
                    </a:cubicBezTo>
                    <a:lnTo>
                      <a:pt x="9947" y="19"/>
                    </a:lnTo>
                    <a:cubicBezTo>
                      <a:pt x="9947" y="19"/>
                      <a:pt x="9842" y="0"/>
                      <a:pt x="9643" y="0"/>
                    </a:cubicBezTo>
                    <a:close/>
                  </a:path>
                </a:pathLst>
              </a:custGeom>
              <a:solidFill>
                <a:srgbClr val="F9937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Google Shape;1111;p25"/>
              <p:cNvSpPr/>
              <p:nvPr/>
            </p:nvSpPr>
            <p:spPr>
              <a:xfrm>
                <a:off x="8826125" y="2966596"/>
                <a:ext cx="20855" cy="83346"/>
              </a:xfrm>
              <a:custGeom>
                <a:avLst/>
                <a:gdLst/>
                <a:ahLst/>
                <a:cxnLst/>
                <a:rect l="l" t="t" r="r" b="b"/>
                <a:pathLst>
                  <a:path w="277" h="1107" extrusionOk="0">
                    <a:moveTo>
                      <a:pt x="161" y="0"/>
                    </a:moveTo>
                    <a:lnTo>
                      <a:pt x="89" y="27"/>
                    </a:lnTo>
                    <a:cubicBezTo>
                      <a:pt x="196" y="420"/>
                      <a:pt x="0" y="1080"/>
                      <a:pt x="0" y="1089"/>
                    </a:cubicBezTo>
                    <a:lnTo>
                      <a:pt x="71" y="1107"/>
                    </a:lnTo>
                    <a:cubicBezTo>
                      <a:pt x="80" y="1080"/>
                      <a:pt x="277" y="420"/>
                      <a:pt x="161" y="0"/>
                    </a:cubicBezTo>
                    <a:close/>
                  </a:path>
                </a:pathLst>
              </a:custGeom>
              <a:solidFill>
                <a:srgbClr val="D867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Google Shape;1112;p25"/>
              <p:cNvSpPr/>
              <p:nvPr/>
            </p:nvSpPr>
            <p:spPr>
              <a:xfrm>
                <a:off x="8180597" y="2797722"/>
                <a:ext cx="127692" cy="136953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1819" extrusionOk="0">
                    <a:moveTo>
                      <a:pt x="418" y="1"/>
                    </a:moveTo>
                    <a:cubicBezTo>
                      <a:pt x="413" y="1"/>
                      <a:pt x="407" y="2"/>
                      <a:pt x="402" y="4"/>
                    </a:cubicBezTo>
                    <a:cubicBezTo>
                      <a:pt x="358" y="31"/>
                      <a:pt x="384" y="93"/>
                      <a:pt x="411" y="129"/>
                    </a:cubicBezTo>
                    <a:cubicBezTo>
                      <a:pt x="572" y="352"/>
                      <a:pt x="732" y="575"/>
                      <a:pt x="902" y="798"/>
                    </a:cubicBezTo>
                    <a:cubicBezTo>
                      <a:pt x="697" y="584"/>
                      <a:pt x="563" y="441"/>
                      <a:pt x="322" y="272"/>
                    </a:cubicBezTo>
                    <a:cubicBezTo>
                      <a:pt x="295" y="245"/>
                      <a:pt x="260" y="227"/>
                      <a:pt x="224" y="218"/>
                    </a:cubicBezTo>
                    <a:cubicBezTo>
                      <a:pt x="208" y="215"/>
                      <a:pt x="195" y="214"/>
                      <a:pt x="185" y="214"/>
                    </a:cubicBezTo>
                    <a:cubicBezTo>
                      <a:pt x="103" y="214"/>
                      <a:pt x="151" y="297"/>
                      <a:pt x="206" y="352"/>
                    </a:cubicBezTo>
                    <a:cubicBezTo>
                      <a:pt x="376" y="539"/>
                      <a:pt x="500" y="611"/>
                      <a:pt x="643" y="825"/>
                    </a:cubicBezTo>
                    <a:cubicBezTo>
                      <a:pt x="474" y="673"/>
                      <a:pt x="295" y="539"/>
                      <a:pt x="99" y="441"/>
                    </a:cubicBezTo>
                    <a:cubicBezTo>
                      <a:pt x="84" y="436"/>
                      <a:pt x="68" y="431"/>
                      <a:pt x="54" y="431"/>
                    </a:cubicBezTo>
                    <a:cubicBezTo>
                      <a:pt x="44" y="431"/>
                      <a:pt x="35" y="434"/>
                      <a:pt x="28" y="441"/>
                    </a:cubicBezTo>
                    <a:cubicBezTo>
                      <a:pt x="1" y="459"/>
                      <a:pt x="19" y="504"/>
                      <a:pt x="45" y="531"/>
                    </a:cubicBezTo>
                    <a:cubicBezTo>
                      <a:pt x="108" y="593"/>
                      <a:pt x="179" y="647"/>
                      <a:pt x="242" y="709"/>
                    </a:cubicBezTo>
                    <a:cubicBezTo>
                      <a:pt x="304" y="771"/>
                      <a:pt x="509" y="1012"/>
                      <a:pt x="554" y="1075"/>
                    </a:cubicBezTo>
                    <a:cubicBezTo>
                      <a:pt x="679" y="1235"/>
                      <a:pt x="866" y="1530"/>
                      <a:pt x="929" y="1601"/>
                    </a:cubicBezTo>
                    <a:cubicBezTo>
                      <a:pt x="982" y="1664"/>
                      <a:pt x="1036" y="1717"/>
                      <a:pt x="1098" y="1762"/>
                    </a:cubicBezTo>
                    <a:cubicBezTo>
                      <a:pt x="1154" y="1804"/>
                      <a:pt x="1238" y="1818"/>
                      <a:pt x="1310" y="1818"/>
                    </a:cubicBezTo>
                    <a:cubicBezTo>
                      <a:pt x="1330" y="1818"/>
                      <a:pt x="1349" y="1817"/>
                      <a:pt x="1366" y="1815"/>
                    </a:cubicBezTo>
                    <a:lnTo>
                      <a:pt x="1696" y="1548"/>
                    </a:lnTo>
                    <a:cubicBezTo>
                      <a:pt x="1616" y="1102"/>
                      <a:pt x="1348" y="754"/>
                      <a:pt x="1232" y="575"/>
                    </a:cubicBezTo>
                    <a:cubicBezTo>
                      <a:pt x="1097" y="364"/>
                      <a:pt x="794" y="1"/>
                      <a:pt x="701" y="1"/>
                    </a:cubicBezTo>
                    <a:cubicBezTo>
                      <a:pt x="696" y="1"/>
                      <a:pt x="692" y="2"/>
                      <a:pt x="688" y="4"/>
                    </a:cubicBezTo>
                    <a:cubicBezTo>
                      <a:pt x="616" y="40"/>
                      <a:pt x="866" y="290"/>
                      <a:pt x="884" y="334"/>
                    </a:cubicBezTo>
                    <a:cubicBezTo>
                      <a:pt x="991" y="531"/>
                      <a:pt x="982" y="504"/>
                      <a:pt x="1089" y="709"/>
                    </a:cubicBezTo>
                    <a:cubicBezTo>
                      <a:pt x="973" y="539"/>
                      <a:pt x="839" y="379"/>
                      <a:pt x="706" y="236"/>
                    </a:cubicBezTo>
                    <a:cubicBezTo>
                      <a:pt x="634" y="156"/>
                      <a:pt x="554" y="76"/>
                      <a:pt x="465" y="22"/>
                    </a:cubicBezTo>
                    <a:cubicBezTo>
                      <a:pt x="452" y="9"/>
                      <a:pt x="434" y="1"/>
                      <a:pt x="418" y="1"/>
                    </a:cubicBezTo>
                    <a:close/>
                  </a:path>
                </a:pathLst>
              </a:custGeom>
              <a:solidFill>
                <a:srgbClr val="F9937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Google Shape;1113;p25"/>
              <p:cNvSpPr/>
              <p:nvPr/>
            </p:nvSpPr>
            <p:spPr>
              <a:xfrm>
                <a:off x="8261006" y="2831603"/>
                <a:ext cx="47282" cy="82668"/>
              </a:xfrm>
              <a:custGeom>
                <a:avLst/>
                <a:gdLst/>
                <a:ahLst/>
                <a:cxnLst/>
                <a:rect l="l" t="t" r="r" b="b"/>
                <a:pathLst>
                  <a:path w="628" h="1098" extrusionOk="0">
                    <a:moveTo>
                      <a:pt x="46" y="0"/>
                    </a:moveTo>
                    <a:cubicBezTo>
                      <a:pt x="16" y="0"/>
                      <a:pt x="1" y="18"/>
                      <a:pt x="12" y="54"/>
                    </a:cubicBezTo>
                    <a:cubicBezTo>
                      <a:pt x="30" y="107"/>
                      <a:pt x="66" y="143"/>
                      <a:pt x="93" y="188"/>
                    </a:cubicBezTo>
                    <a:cubicBezTo>
                      <a:pt x="128" y="250"/>
                      <a:pt x="173" y="295"/>
                      <a:pt x="173" y="366"/>
                    </a:cubicBezTo>
                    <a:cubicBezTo>
                      <a:pt x="173" y="420"/>
                      <a:pt x="119" y="491"/>
                      <a:pt x="110" y="544"/>
                    </a:cubicBezTo>
                    <a:cubicBezTo>
                      <a:pt x="93" y="634"/>
                      <a:pt x="102" y="732"/>
                      <a:pt x="137" y="821"/>
                    </a:cubicBezTo>
                    <a:cubicBezTo>
                      <a:pt x="164" y="901"/>
                      <a:pt x="209" y="991"/>
                      <a:pt x="262" y="1071"/>
                    </a:cubicBezTo>
                    <a:lnTo>
                      <a:pt x="628" y="1098"/>
                    </a:lnTo>
                    <a:cubicBezTo>
                      <a:pt x="610" y="553"/>
                      <a:pt x="387" y="304"/>
                      <a:pt x="200" y="89"/>
                    </a:cubicBezTo>
                    <a:cubicBezTo>
                      <a:pt x="145" y="30"/>
                      <a:pt x="84" y="0"/>
                      <a:pt x="46" y="0"/>
                    </a:cubicBezTo>
                    <a:close/>
                  </a:path>
                </a:pathLst>
              </a:custGeom>
              <a:solidFill>
                <a:srgbClr val="F9937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Google Shape;1114;p25"/>
              <p:cNvSpPr/>
              <p:nvPr/>
            </p:nvSpPr>
            <p:spPr>
              <a:xfrm>
                <a:off x="8260554" y="2831000"/>
                <a:ext cx="20253" cy="81238"/>
              </a:xfrm>
              <a:custGeom>
                <a:avLst/>
                <a:gdLst/>
                <a:ahLst/>
                <a:cxnLst/>
                <a:rect l="l" t="t" r="r" b="b"/>
                <a:pathLst>
                  <a:path w="269" h="1079" extrusionOk="0">
                    <a:moveTo>
                      <a:pt x="51" y="1"/>
                    </a:moveTo>
                    <a:cubicBezTo>
                      <a:pt x="40" y="1"/>
                      <a:pt x="29" y="3"/>
                      <a:pt x="18" y="8"/>
                    </a:cubicBezTo>
                    <a:cubicBezTo>
                      <a:pt x="0" y="17"/>
                      <a:pt x="0" y="53"/>
                      <a:pt x="0" y="62"/>
                    </a:cubicBezTo>
                    <a:cubicBezTo>
                      <a:pt x="9" y="80"/>
                      <a:pt x="18" y="97"/>
                      <a:pt x="27" y="115"/>
                    </a:cubicBezTo>
                    <a:cubicBezTo>
                      <a:pt x="45" y="151"/>
                      <a:pt x="63" y="187"/>
                      <a:pt x="90" y="213"/>
                    </a:cubicBezTo>
                    <a:cubicBezTo>
                      <a:pt x="116" y="249"/>
                      <a:pt x="134" y="276"/>
                      <a:pt x="152" y="321"/>
                    </a:cubicBezTo>
                    <a:cubicBezTo>
                      <a:pt x="161" y="338"/>
                      <a:pt x="161" y="347"/>
                      <a:pt x="161" y="374"/>
                    </a:cubicBezTo>
                    <a:cubicBezTo>
                      <a:pt x="161" y="392"/>
                      <a:pt x="152" y="410"/>
                      <a:pt x="152" y="428"/>
                    </a:cubicBezTo>
                    <a:cubicBezTo>
                      <a:pt x="134" y="463"/>
                      <a:pt x="108" y="499"/>
                      <a:pt x="99" y="552"/>
                    </a:cubicBezTo>
                    <a:cubicBezTo>
                      <a:pt x="90" y="588"/>
                      <a:pt x="90" y="633"/>
                      <a:pt x="90" y="677"/>
                    </a:cubicBezTo>
                    <a:cubicBezTo>
                      <a:pt x="99" y="758"/>
                      <a:pt x="125" y="829"/>
                      <a:pt x="152" y="891"/>
                    </a:cubicBezTo>
                    <a:cubicBezTo>
                      <a:pt x="188" y="945"/>
                      <a:pt x="215" y="990"/>
                      <a:pt x="232" y="1025"/>
                    </a:cubicBezTo>
                    <a:cubicBezTo>
                      <a:pt x="250" y="1052"/>
                      <a:pt x="268" y="1079"/>
                      <a:pt x="268" y="1079"/>
                    </a:cubicBezTo>
                    <a:cubicBezTo>
                      <a:pt x="268" y="1079"/>
                      <a:pt x="224" y="999"/>
                      <a:pt x="179" y="883"/>
                    </a:cubicBezTo>
                    <a:cubicBezTo>
                      <a:pt x="152" y="820"/>
                      <a:pt x="125" y="749"/>
                      <a:pt x="125" y="677"/>
                    </a:cubicBezTo>
                    <a:cubicBezTo>
                      <a:pt x="125" y="633"/>
                      <a:pt x="125" y="597"/>
                      <a:pt x="134" y="552"/>
                    </a:cubicBezTo>
                    <a:cubicBezTo>
                      <a:pt x="143" y="517"/>
                      <a:pt x="161" y="481"/>
                      <a:pt x="179" y="445"/>
                    </a:cubicBezTo>
                    <a:cubicBezTo>
                      <a:pt x="188" y="419"/>
                      <a:pt x="197" y="401"/>
                      <a:pt x="197" y="374"/>
                    </a:cubicBezTo>
                    <a:cubicBezTo>
                      <a:pt x="197" y="347"/>
                      <a:pt x="188" y="329"/>
                      <a:pt x="188" y="303"/>
                    </a:cubicBezTo>
                    <a:cubicBezTo>
                      <a:pt x="170" y="258"/>
                      <a:pt x="143" y="231"/>
                      <a:pt x="116" y="196"/>
                    </a:cubicBezTo>
                    <a:cubicBezTo>
                      <a:pt x="90" y="160"/>
                      <a:pt x="72" y="133"/>
                      <a:pt x="45" y="106"/>
                    </a:cubicBezTo>
                    <a:cubicBezTo>
                      <a:pt x="36" y="80"/>
                      <a:pt x="9" y="35"/>
                      <a:pt x="27" y="26"/>
                    </a:cubicBezTo>
                    <a:cubicBezTo>
                      <a:pt x="39" y="19"/>
                      <a:pt x="50" y="16"/>
                      <a:pt x="61" y="16"/>
                    </a:cubicBezTo>
                    <a:cubicBezTo>
                      <a:pt x="77" y="16"/>
                      <a:pt x="92" y="21"/>
                      <a:pt x="108" y="26"/>
                    </a:cubicBezTo>
                    <a:cubicBezTo>
                      <a:pt x="125" y="35"/>
                      <a:pt x="143" y="53"/>
                      <a:pt x="161" y="62"/>
                    </a:cubicBezTo>
                    <a:cubicBezTo>
                      <a:pt x="188" y="89"/>
                      <a:pt x="206" y="97"/>
                      <a:pt x="206" y="97"/>
                    </a:cubicBezTo>
                    <a:cubicBezTo>
                      <a:pt x="206" y="97"/>
                      <a:pt x="197" y="80"/>
                      <a:pt x="170" y="62"/>
                    </a:cubicBezTo>
                    <a:cubicBezTo>
                      <a:pt x="152" y="44"/>
                      <a:pt x="134" y="26"/>
                      <a:pt x="108" y="17"/>
                    </a:cubicBezTo>
                    <a:cubicBezTo>
                      <a:pt x="95" y="11"/>
                      <a:pt x="74" y="1"/>
                      <a:pt x="51" y="1"/>
                    </a:cubicBezTo>
                    <a:close/>
                  </a:path>
                </a:pathLst>
              </a:custGeom>
              <a:solidFill>
                <a:srgbClr val="E56E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Google Shape;1115;p25"/>
              <p:cNvSpPr/>
              <p:nvPr/>
            </p:nvSpPr>
            <p:spPr>
              <a:xfrm>
                <a:off x="9469770" y="3893329"/>
                <a:ext cx="53305" cy="190258"/>
              </a:xfrm>
              <a:custGeom>
                <a:avLst/>
                <a:gdLst/>
                <a:ahLst/>
                <a:cxnLst/>
                <a:rect l="l" t="t" r="r" b="b"/>
                <a:pathLst>
                  <a:path w="708" h="2527" extrusionOk="0">
                    <a:moveTo>
                      <a:pt x="455" y="0"/>
                    </a:moveTo>
                    <a:cubicBezTo>
                      <a:pt x="435" y="0"/>
                      <a:pt x="413" y="4"/>
                      <a:pt x="390" y="11"/>
                    </a:cubicBezTo>
                    <a:cubicBezTo>
                      <a:pt x="60" y="101"/>
                      <a:pt x="42" y="1885"/>
                      <a:pt x="42" y="1885"/>
                    </a:cubicBezTo>
                    <a:cubicBezTo>
                      <a:pt x="0" y="2256"/>
                      <a:pt x="72" y="2526"/>
                      <a:pt x="178" y="2526"/>
                    </a:cubicBezTo>
                    <a:cubicBezTo>
                      <a:pt x="276" y="2526"/>
                      <a:pt x="403" y="2297"/>
                      <a:pt x="497" y="1706"/>
                    </a:cubicBezTo>
                    <a:cubicBezTo>
                      <a:pt x="679" y="574"/>
                      <a:pt x="707" y="0"/>
                      <a:pt x="4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Google Shape;1116;p25"/>
              <p:cNvSpPr/>
              <p:nvPr/>
            </p:nvSpPr>
            <p:spPr>
              <a:xfrm>
                <a:off x="9210249" y="3831668"/>
                <a:ext cx="307635" cy="254631"/>
              </a:xfrm>
              <a:custGeom>
                <a:avLst/>
                <a:gdLst/>
                <a:ahLst/>
                <a:cxnLst/>
                <a:rect l="l" t="t" r="r" b="b"/>
                <a:pathLst>
                  <a:path w="4086" h="3382" extrusionOk="0">
                    <a:moveTo>
                      <a:pt x="108" y="1"/>
                    </a:moveTo>
                    <a:lnTo>
                      <a:pt x="1" y="1446"/>
                    </a:lnTo>
                    <a:lnTo>
                      <a:pt x="3043" y="1856"/>
                    </a:lnTo>
                    <a:cubicBezTo>
                      <a:pt x="3043" y="1856"/>
                      <a:pt x="3284" y="3364"/>
                      <a:pt x="3471" y="3382"/>
                    </a:cubicBezTo>
                    <a:cubicBezTo>
                      <a:pt x="3472" y="3382"/>
                      <a:pt x="3473" y="3382"/>
                      <a:pt x="3475" y="3382"/>
                    </a:cubicBezTo>
                    <a:cubicBezTo>
                      <a:pt x="3655" y="3382"/>
                      <a:pt x="4085" y="1301"/>
                      <a:pt x="3846" y="1000"/>
                    </a:cubicBezTo>
                    <a:cubicBezTo>
                      <a:pt x="3792" y="937"/>
                      <a:pt x="3346" y="911"/>
                      <a:pt x="3204" y="875"/>
                    </a:cubicBezTo>
                    <a:cubicBezTo>
                      <a:pt x="2311" y="652"/>
                      <a:pt x="108" y="1"/>
                      <a:pt x="108" y="1"/>
                    </a:cubicBezTo>
                    <a:close/>
                  </a:path>
                </a:pathLst>
              </a:custGeom>
              <a:solidFill>
                <a:srgbClr val="F9937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Google Shape;1117;p25"/>
              <p:cNvSpPr/>
              <p:nvPr/>
            </p:nvSpPr>
            <p:spPr>
              <a:xfrm>
                <a:off x="9441989" y="3999487"/>
                <a:ext cx="68589" cy="97651"/>
              </a:xfrm>
              <a:custGeom>
                <a:avLst/>
                <a:gdLst/>
                <a:ahLst/>
                <a:cxnLst/>
                <a:rect l="l" t="t" r="r" b="b"/>
                <a:pathLst>
                  <a:path w="911" h="1297" extrusionOk="0">
                    <a:moveTo>
                      <a:pt x="519" y="0"/>
                    </a:moveTo>
                    <a:cubicBezTo>
                      <a:pt x="352" y="0"/>
                      <a:pt x="165" y="12"/>
                      <a:pt x="27" y="55"/>
                    </a:cubicBezTo>
                    <a:cubicBezTo>
                      <a:pt x="1" y="742"/>
                      <a:pt x="250" y="1269"/>
                      <a:pt x="456" y="1295"/>
                    </a:cubicBezTo>
                    <a:cubicBezTo>
                      <a:pt x="461" y="1296"/>
                      <a:pt x="467" y="1297"/>
                      <a:pt x="472" y="1297"/>
                    </a:cubicBezTo>
                    <a:cubicBezTo>
                      <a:pt x="729" y="1297"/>
                      <a:pt x="858" y="491"/>
                      <a:pt x="911" y="20"/>
                    </a:cubicBezTo>
                    <a:cubicBezTo>
                      <a:pt x="911" y="20"/>
                      <a:pt x="732" y="0"/>
                      <a:pt x="5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Google Shape;1118;p25"/>
              <p:cNvSpPr/>
              <p:nvPr/>
            </p:nvSpPr>
            <p:spPr>
              <a:xfrm>
                <a:off x="8992212" y="4311861"/>
                <a:ext cx="88842" cy="181599"/>
              </a:xfrm>
              <a:custGeom>
                <a:avLst/>
                <a:gdLst/>
                <a:ahLst/>
                <a:cxnLst/>
                <a:rect l="l" t="t" r="r" b="b"/>
                <a:pathLst>
                  <a:path w="1180" h="2412" extrusionOk="0">
                    <a:moveTo>
                      <a:pt x="878" y="1"/>
                    </a:moveTo>
                    <a:cubicBezTo>
                      <a:pt x="873" y="1"/>
                      <a:pt x="868" y="1"/>
                      <a:pt x="863" y="1"/>
                    </a:cubicBezTo>
                    <a:cubicBezTo>
                      <a:pt x="515" y="19"/>
                      <a:pt x="122" y="1759"/>
                      <a:pt x="122" y="1759"/>
                    </a:cubicBezTo>
                    <a:cubicBezTo>
                      <a:pt x="1" y="2123"/>
                      <a:pt x="22" y="2411"/>
                      <a:pt x="139" y="2411"/>
                    </a:cubicBezTo>
                    <a:cubicBezTo>
                      <a:pt x="237" y="2411"/>
                      <a:pt x="401" y="2211"/>
                      <a:pt x="604" y="1687"/>
                    </a:cubicBezTo>
                    <a:cubicBezTo>
                      <a:pt x="1043" y="554"/>
                      <a:pt x="1180" y="1"/>
                      <a:pt x="8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Google Shape;1119;p25"/>
              <p:cNvSpPr/>
              <p:nvPr/>
            </p:nvSpPr>
            <p:spPr>
              <a:xfrm>
                <a:off x="8790513" y="4092921"/>
                <a:ext cx="277218" cy="400543"/>
              </a:xfrm>
              <a:custGeom>
                <a:avLst/>
                <a:gdLst/>
                <a:ahLst/>
                <a:cxnLst/>
                <a:rect l="l" t="t" r="r" b="b"/>
                <a:pathLst>
                  <a:path w="3682" h="5320" extrusionOk="0">
                    <a:moveTo>
                      <a:pt x="964" y="1"/>
                    </a:moveTo>
                    <a:lnTo>
                      <a:pt x="0" y="1250"/>
                    </a:lnTo>
                    <a:lnTo>
                      <a:pt x="2543" y="3730"/>
                    </a:lnTo>
                    <a:cubicBezTo>
                      <a:pt x="2543" y="3730"/>
                      <a:pt x="2462" y="5255"/>
                      <a:pt x="2641" y="5318"/>
                    </a:cubicBezTo>
                    <a:cubicBezTo>
                      <a:pt x="2644" y="5319"/>
                      <a:pt x="2647" y="5320"/>
                      <a:pt x="2651" y="5320"/>
                    </a:cubicBezTo>
                    <a:cubicBezTo>
                      <a:pt x="2841" y="5320"/>
                      <a:pt x="3681" y="3420"/>
                      <a:pt x="3506" y="3079"/>
                    </a:cubicBezTo>
                    <a:cubicBezTo>
                      <a:pt x="3470" y="3007"/>
                      <a:pt x="3042" y="2882"/>
                      <a:pt x="2908" y="2811"/>
                    </a:cubicBezTo>
                    <a:cubicBezTo>
                      <a:pt x="2061" y="1749"/>
                      <a:pt x="964" y="1"/>
                      <a:pt x="964" y="1"/>
                    </a:cubicBezTo>
                    <a:close/>
                  </a:path>
                </a:pathLst>
              </a:custGeom>
              <a:solidFill>
                <a:srgbClr val="F9937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Google Shape;1120;p25"/>
              <p:cNvSpPr/>
              <p:nvPr/>
            </p:nvSpPr>
            <p:spPr>
              <a:xfrm>
                <a:off x="8967141" y="4406425"/>
                <a:ext cx="78678" cy="99533"/>
              </a:xfrm>
              <a:custGeom>
                <a:avLst/>
                <a:gdLst/>
                <a:ahLst/>
                <a:cxnLst/>
                <a:rect l="l" t="t" r="r" b="b"/>
                <a:pathLst>
                  <a:path w="1045" h="1322" extrusionOk="0">
                    <a:moveTo>
                      <a:pt x="237" y="0"/>
                    </a:moveTo>
                    <a:cubicBezTo>
                      <a:pt x="214" y="0"/>
                      <a:pt x="191" y="1"/>
                      <a:pt x="170" y="3"/>
                    </a:cubicBezTo>
                    <a:cubicBezTo>
                      <a:pt x="0" y="672"/>
                      <a:pt x="125" y="1234"/>
                      <a:pt x="331" y="1314"/>
                    </a:cubicBezTo>
                    <a:cubicBezTo>
                      <a:pt x="344" y="1319"/>
                      <a:pt x="357" y="1321"/>
                      <a:pt x="371" y="1321"/>
                    </a:cubicBezTo>
                    <a:cubicBezTo>
                      <a:pt x="612" y="1321"/>
                      <a:pt x="892" y="603"/>
                      <a:pt x="1044" y="164"/>
                    </a:cubicBezTo>
                    <a:cubicBezTo>
                      <a:pt x="1044" y="164"/>
                      <a:pt x="562" y="0"/>
                      <a:pt x="23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Google Shape;1121;p25"/>
              <p:cNvSpPr/>
              <p:nvPr/>
            </p:nvSpPr>
            <p:spPr>
              <a:xfrm>
                <a:off x="8346534" y="3374286"/>
                <a:ext cx="885335" cy="1041788"/>
              </a:xfrm>
              <a:custGeom>
                <a:avLst/>
                <a:gdLst/>
                <a:ahLst/>
                <a:cxnLst/>
                <a:rect l="l" t="t" r="r" b="b"/>
                <a:pathLst>
                  <a:path w="11759" h="13837" extrusionOk="0">
                    <a:moveTo>
                      <a:pt x="10402" y="0"/>
                    </a:moveTo>
                    <a:lnTo>
                      <a:pt x="6370" y="973"/>
                    </a:lnTo>
                    <a:cubicBezTo>
                      <a:pt x="6370" y="973"/>
                      <a:pt x="6727" y="2168"/>
                      <a:pt x="5692" y="2382"/>
                    </a:cubicBezTo>
                    <a:cubicBezTo>
                      <a:pt x="5184" y="2489"/>
                      <a:pt x="0" y="2927"/>
                      <a:pt x="0" y="5076"/>
                    </a:cubicBezTo>
                    <a:cubicBezTo>
                      <a:pt x="0" y="8832"/>
                      <a:pt x="5076" y="13837"/>
                      <a:pt x="5076" y="13837"/>
                    </a:cubicBezTo>
                    <a:lnTo>
                      <a:pt x="7949" y="10839"/>
                    </a:lnTo>
                    <a:lnTo>
                      <a:pt x="4149" y="6183"/>
                    </a:lnTo>
                    <a:lnTo>
                      <a:pt x="4149" y="6183"/>
                    </a:lnTo>
                    <a:cubicBezTo>
                      <a:pt x="4149" y="6183"/>
                      <a:pt x="5907" y="6412"/>
                      <a:pt x="7554" y="6412"/>
                    </a:cubicBezTo>
                    <a:cubicBezTo>
                      <a:pt x="8699" y="6412"/>
                      <a:pt x="9791" y="6301"/>
                      <a:pt x="10197" y="5924"/>
                    </a:cubicBezTo>
                    <a:cubicBezTo>
                      <a:pt x="11758" y="4497"/>
                      <a:pt x="10402" y="1"/>
                      <a:pt x="104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Google Shape;1122;p25"/>
              <p:cNvSpPr/>
              <p:nvPr/>
            </p:nvSpPr>
            <p:spPr>
              <a:xfrm>
                <a:off x="8398258" y="3478863"/>
                <a:ext cx="472219" cy="895800"/>
              </a:xfrm>
              <a:custGeom>
                <a:avLst/>
                <a:gdLst/>
                <a:ahLst/>
                <a:cxnLst/>
                <a:rect l="l" t="t" r="r" b="b"/>
                <a:pathLst>
                  <a:path w="6272" h="11898" extrusionOk="0">
                    <a:moveTo>
                      <a:pt x="6214" y="1"/>
                    </a:moveTo>
                    <a:cubicBezTo>
                      <a:pt x="6203" y="1"/>
                      <a:pt x="6192" y="8"/>
                      <a:pt x="6192" y="21"/>
                    </a:cubicBezTo>
                    <a:cubicBezTo>
                      <a:pt x="6129" y="1038"/>
                      <a:pt x="5103" y="1279"/>
                      <a:pt x="4282" y="1448"/>
                    </a:cubicBezTo>
                    <a:cubicBezTo>
                      <a:pt x="3453" y="1618"/>
                      <a:pt x="2623" y="1769"/>
                      <a:pt x="1802" y="1948"/>
                    </a:cubicBezTo>
                    <a:cubicBezTo>
                      <a:pt x="1276" y="2064"/>
                      <a:pt x="714" y="2233"/>
                      <a:pt x="384" y="2679"/>
                    </a:cubicBezTo>
                    <a:cubicBezTo>
                      <a:pt x="0" y="3188"/>
                      <a:pt x="9" y="3857"/>
                      <a:pt x="90" y="4455"/>
                    </a:cubicBezTo>
                    <a:cubicBezTo>
                      <a:pt x="232" y="5614"/>
                      <a:pt x="669" y="6658"/>
                      <a:pt x="1338" y="7604"/>
                    </a:cubicBezTo>
                    <a:cubicBezTo>
                      <a:pt x="1963" y="8514"/>
                      <a:pt x="2659" y="9379"/>
                      <a:pt x="3355" y="10235"/>
                    </a:cubicBezTo>
                    <a:cubicBezTo>
                      <a:pt x="3810" y="10798"/>
                      <a:pt x="4282" y="11342"/>
                      <a:pt x="4755" y="11886"/>
                    </a:cubicBezTo>
                    <a:cubicBezTo>
                      <a:pt x="4764" y="11894"/>
                      <a:pt x="4773" y="11898"/>
                      <a:pt x="4782" y="11898"/>
                    </a:cubicBezTo>
                    <a:cubicBezTo>
                      <a:pt x="4811" y="11898"/>
                      <a:pt x="4838" y="11860"/>
                      <a:pt x="4818" y="11832"/>
                    </a:cubicBezTo>
                    <a:cubicBezTo>
                      <a:pt x="3720" y="10574"/>
                      <a:pt x="2659" y="9263"/>
                      <a:pt x="1677" y="7916"/>
                    </a:cubicBezTo>
                    <a:cubicBezTo>
                      <a:pt x="982" y="6944"/>
                      <a:pt x="455" y="5962"/>
                      <a:pt x="241" y="4767"/>
                    </a:cubicBezTo>
                    <a:cubicBezTo>
                      <a:pt x="107" y="4035"/>
                      <a:pt x="27" y="3099"/>
                      <a:pt x="634" y="2546"/>
                    </a:cubicBezTo>
                    <a:cubicBezTo>
                      <a:pt x="1187" y="2055"/>
                      <a:pt x="2052" y="1992"/>
                      <a:pt x="2748" y="1850"/>
                    </a:cubicBezTo>
                    <a:cubicBezTo>
                      <a:pt x="3578" y="1680"/>
                      <a:pt x="4497" y="1600"/>
                      <a:pt x="5290" y="1288"/>
                    </a:cubicBezTo>
                    <a:cubicBezTo>
                      <a:pt x="5808" y="1074"/>
                      <a:pt x="6272" y="628"/>
                      <a:pt x="6236" y="21"/>
                    </a:cubicBezTo>
                    <a:cubicBezTo>
                      <a:pt x="6236" y="8"/>
                      <a:pt x="6225" y="1"/>
                      <a:pt x="621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Google Shape;1123;p25"/>
              <p:cNvSpPr/>
              <p:nvPr/>
            </p:nvSpPr>
            <p:spPr>
              <a:xfrm>
                <a:off x="8438537" y="3481724"/>
                <a:ext cx="484341" cy="842721"/>
              </a:xfrm>
              <a:custGeom>
                <a:avLst/>
                <a:gdLst/>
                <a:ahLst/>
                <a:cxnLst/>
                <a:rect l="l" t="t" r="r" b="b"/>
                <a:pathLst>
                  <a:path w="6433" h="11193" extrusionOk="0">
                    <a:moveTo>
                      <a:pt x="6401" y="1"/>
                    </a:moveTo>
                    <a:cubicBezTo>
                      <a:pt x="6386" y="1"/>
                      <a:pt x="6370" y="10"/>
                      <a:pt x="6370" y="28"/>
                    </a:cubicBezTo>
                    <a:cubicBezTo>
                      <a:pt x="6308" y="946"/>
                      <a:pt x="5300" y="1161"/>
                      <a:pt x="4577" y="1384"/>
                    </a:cubicBezTo>
                    <a:cubicBezTo>
                      <a:pt x="3890" y="1598"/>
                      <a:pt x="3194" y="1812"/>
                      <a:pt x="2498" y="2026"/>
                    </a:cubicBezTo>
                    <a:cubicBezTo>
                      <a:pt x="1624" y="2302"/>
                      <a:pt x="643" y="2659"/>
                      <a:pt x="295" y="3587"/>
                    </a:cubicBezTo>
                    <a:cubicBezTo>
                      <a:pt x="1" y="4354"/>
                      <a:pt x="304" y="5193"/>
                      <a:pt x="670" y="5880"/>
                    </a:cubicBezTo>
                    <a:cubicBezTo>
                      <a:pt x="1107" y="6674"/>
                      <a:pt x="1687" y="7378"/>
                      <a:pt x="2258" y="8074"/>
                    </a:cubicBezTo>
                    <a:cubicBezTo>
                      <a:pt x="3123" y="9136"/>
                      <a:pt x="3944" y="10215"/>
                      <a:pt x="4916" y="11179"/>
                    </a:cubicBezTo>
                    <a:cubicBezTo>
                      <a:pt x="4926" y="11189"/>
                      <a:pt x="4937" y="11193"/>
                      <a:pt x="4947" y="11193"/>
                    </a:cubicBezTo>
                    <a:cubicBezTo>
                      <a:pt x="4984" y="11193"/>
                      <a:pt x="5015" y="11142"/>
                      <a:pt x="4987" y="11107"/>
                    </a:cubicBezTo>
                    <a:cubicBezTo>
                      <a:pt x="4149" y="10189"/>
                      <a:pt x="3337" y="9261"/>
                      <a:pt x="2561" y="8288"/>
                    </a:cubicBezTo>
                    <a:cubicBezTo>
                      <a:pt x="2026" y="7601"/>
                      <a:pt x="1446" y="6950"/>
                      <a:pt x="982" y="6210"/>
                    </a:cubicBezTo>
                    <a:cubicBezTo>
                      <a:pt x="500" y="5443"/>
                      <a:pt x="27" y="4435"/>
                      <a:pt x="420" y="3542"/>
                    </a:cubicBezTo>
                    <a:cubicBezTo>
                      <a:pt x="919" y="2392"/>
                      <a:pt x="2427" y="2151"/>
                      <a:pt x="3498" y="1821"/>
                    </a:cubicBezTo>
                    <a:cubicBezTo>
                      <a:pt x="4176" y="1607"/>
                      <a:pt x="4907" y="1437"/>
                      <a:pt x="5567" y="1152"/>
                    </a:cubicBezTo>
                    <a:cubicBezTo>
                      <a:pt x="6040" y="938"/>
                      <a:pt x="6415" y="572"/>
                      <a:pt x="6433" y="28"/>
                    </a:cubicBezTo>
                    <a:cubicBezTo>
                      <a:pt x="6433" y="10"/>
                      <a:pt x="6417" y="1"/>
                      <a:pt x="640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Google Shape;1124;p25"/>
              <p:cNvSpPr/>
              <p:nvPr/>
            </p:nvSpPr>
            <p:spPr>
              <a:xfrm>
                <a:off x="8502985" y="3542859"/>
                <a:ext cx="480501" cy="738294"/>
              </a:xfrm>
              <a:custGeom>
                <a:avLst/>
                <a:gdLst/>
                <a:ahLst/>
                <a:cxnLst/>
                <a:rect l="l" t="t" r="r" b="b"/>
                <a:pathLst>
                  <a:path w="6382" h="9806" extrusionOk="0">
                    <a:moveTo>
                      <a:pt x="6347" y="0"/>
                    </a:moveTo>
                    <a:cubicBezTo>
                      <a:pt x="6340" y="0"/>
                      <a:pt x="6333" y="3"/>
                      <a:pt x="6326" y="10"/>
                    </a:cubicBezTo>
                    <a:cubicBezTo>
                      <a:pt x="5487" y="804"/>
                      <a:pt x="4346" y="1151"/>
                      <a:pt x="3257" y="1464"/>
                    </a:cubicBezTo>
                    <a:cubicBezTo>
                      <a:pt x="2445" y="1705"/>
                      <a:pt x="1509" y="1722"/>
                      <a:pt x="786" y="2222"/>
                    </a:cubicBezTo>
                    <a:cubicBezTo>
                      <a:pt x="46" y="2748"/>
                      <a:pt x="1" y="3542"/>
                      <a:pt x="394" y="4301"/>
                    </a:cubicBezTo>
                    <a:cubicBezTo>
                      <a:pt x="920" y="5335"/>
                      <a:pt x="1696" y="6263"/>
                      <a:pt x="2428" y="7155"/>
                    </a:cubicBezTo>
                    <a:cubicBezTo>
                      <a:pt x="3132" y="8003"/>
                      <a:pt x="3837" y="8859"/>
                      <a:pt x="4435" y="9787"/>
                    </a:cubicBezTo>
                    <a:cubicBezTo>
                      <a:pt x="4443" y="9800"/>
                      <a:pt x="4455" y="9805"/>
                      <a:pt x="4468" y="9805"/>
                    </a:cubicBezTo>
                    <a:cubicBezTo>
                      <a:pt x="4499" y="9805"/>
                      <a:pt x="4534" y="9774"/>
                      <a:pt x="4515" y="9742"/>
                    </a:cubicBezTo>
                    <a:cubicBezTo>
                      <a:pt x="3427" y="8083"/>
                      <a:pt x="2035" y="6665"/>
                      <a:pt x="947" y="5014"/>
                    </a:cubicBezTo>
                    <a:cubicBezTo>
                      <a:pt x="652" y="4577"/>
                      <a:pt x="322" y="4113"/>
                      <a:pt x="242" y="3578"/>
                    </a:cubicBezTo>
                    <a:cubicBezTo>
                      <a:pt x="144" y="2971"/>
                      <a:pt x="518" y="2463"/>
                      <a:pt x="1027" y="2186"/>
                    </a:cubicBezTo>
                    <a:cubicBezTo>
                      <a:pt x="1767" y="1776"/>
                      <a:pt x="2677" y="1740"/>
                      <a:pt x="3480" y="1490"/>
                    </a:cubicBezTo>
                    <a:cubicBezTo>
                      <a:pt x="4515" y="1169"/>
                      <a:pt x="5577" y="848"/>
                      <a:pt x="6362" y="45"/>
                    </a:cubicBezTo>
                    <a:cubicBezTo>
                      <a:pt x="6382" y="25"/>
                      <a:pt x="6367" y="0"/>
                      <a:pt x="634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Google Shape;1125;p25"/>
              <p:cNvSpPr/>
              <p:nvPr/>
            </p:nvSpPr>
            <p:spPr>
              <a:xfrm>
                <a:off x="8601086" y="3818718"/>
                <a:ext cx="307786" cy="393164"/>
              </a:xfrm>
              <a:custGeom>
                <a:avLst/>
                <a:gdLst/>
                <a:ahLst/>
                <a:cxnLst/>
                <a:rect l="l" t="t" r="r" b="b"/>
                <a:pathLst>
                  <a:path w="4088" h="5222" extrusionOk="0">
                    <a:moveTo>
                      <a:pt x="228" y="1"/>
                    </a:moveTo>
                    <a:cubicBezTo>
                      <a:pt x="222" y="1"/>
                      <a:pt x="217" y="4"/>
                      <a:pt x="215" y="12"/>
                    </a:cubicBezTo>
                    <a:cubicBezTo>
                      <a:pt x="0" y="458"/>
                      <a:pt x="393" y="868"/>
                      <a:pt x="643" y="1216"/>
                    </a:cubicBezTo>
                    <a:cubicBezTo>
                      <a:pt x="1000" y="1707"/>
                      <a:pt x="1356" y="2207"/>
                      <a:pt x="1713" y="2688"/>
                    </a:cubicBezTo>
                    <a:cubicBezTo>
                      <a:pt x="2391" y="3589"/>
                      <a:pt x="3123" y="4508"/>
                      <a:pt x="4006" y="5213"/>
                    </a:cubicBezTo>
                    <a:cubicBezTo>
                      <a:pt x="4014" y="5219"/>
                      <a:pt x="4022" y="5221"/>
                      <a:pt x="4030" y="5221"/>
                    </a:cubicBezTo>
                    <a:cubicBezTo>
                      <a:pt x="4060" y="5221"/>
                      <a:pt x="4088" y="5188"/>
                      <a:pt x="4060" y="5159"/>
                    </a:cubicBezTo>
                    <a:cubicBezTo>
                      <a:pt x="3373" y="4437"/>
                      <a:pt x="2677" y="3759"/>
                      <a:pt x="2061" y="2974"/>
                    </a:cubicBezTo>
                    <a:cubicBezTo>
                      <a:pt x="1758" y="2581"/>
                      <a:pt x="1464" y="2171"/>
                      <a:pt x="1160" y="1769"/>
                    </a:cubicBezTo>
                    <a:cubicBezTo>
                      <a:pt x="1017" y="1573"/>
                      <a:pt x="866" y="1368"/>
                      <a:pt x="714" y="1172"/>
                    </a:cubicBezTo>
                    <a:cubicBezTo>
                      <a:pt x="491" y="868"/>
                      <a:pt x="72" y="458"/>
                      <a:pt x="250" y="39"/>
                    </a:cubicBezTo>
                    <a:cubicBezTo>
                      <a:pt x="257" y="20"/>
                      <a:pt x="241" y="1"/>
                      <a:pt x="22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Google Shape;1126;p25"/>
              <p:cNvSpPr/>
              <p:nvPr/>
            </p:nvSpPr>
            <p:spPr>
              <a:xfrm>
                <a:off x="8566830" y="3407188"/>
                <a:ext cx="797321" cy="729485"/>
              </a:xfrm>
              <a:custGeom>
                <a:avLst/>
                <a:gdLst/>
                <a:ahLst/>
                <a:cxnLst/>
                <a:rect l="l" t="t" r="r" b="b"/>
                <a:pathLst>
                  <a:path w="10590" h="9689" extrusionOk="0">
                    <a:moveTo>
                      <a:pt x="9296" y="1"/>
                    </a:moveTo>
                    <a:lnTo>
                      <a:pt x="6201" y="652"/>
                    </a:lnTo>
                    <a:cubicBezTo>
                      <a:pt x="6201" y="652"/>
                      <a:pt x="6138" y="1526"/>
                      <a:pt x="5737" y="1945"/>
                    </a:cubicBezTo>
                    <a:cubicBezTo>
                      <a:pt x="5326" y="2374"/>
                      <a:pt x="0" y="2775"/>
                      <a:pt x="0" y="4639"/>
                    </a:cubicBezTo>
                    <a:cubicBezTo>
                      <a:pt x="0" y="7905"/>
                      <a:pt x="8761" y="9689"/>
                      <a:pt x="8761" y="9689"/>
                    </a:cubicBezTo>
                    <a:lnTo>
                      <a:pt x="10590" y="6138"/>
                    </a:lnTo>
                    <a:lnTo>
                      <a:pt x="8505" y="5639"/>
                    </a:lnTo>
                    <a:lnTo>
                      <a:pt x="8505" y="5639"/>
                    </a:lnTo>
                    <a:cubicBezTo>
                      <a:pt x="8527" y="5644"/>
                      <a:pt x="8673" y="5677"/>
                      <a:pt x="8872" y="5677"/>
                    </a:cubicBezTo>
                    <a:cubicBezTo>
                      <a:pt x="9332" y="5677"/>
                      <a:pt x="10075" y="5503"/>
                      <a:pt x="10215" y="4416"/>
                    </a:cubicBezTo>
                    <a:cubicBezTo>
                      <a:pt x="10402" y="2918"/>
                      <a:pt x="9296" y="1"/>
                      <a:pt x="929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Google Shape;1127;p25"/>
              <p:cNvSpPr/>
              <p:nvPr/>
            </p:nvSpPr>
            <p:spPr>
              <a:xfrm>
                <a:off x="8601086" y="3529081"/>
                <a:ext cx="650731" cy="559932"/>
              </a:xfrm>
              <a:custGeom>
                <a:avLst/>
                <a:gdLst/>
                <a:ahLst/>
                <a:cxnLst/>
                <a:rect l="l" t="t" r="r" b="b"/>
                <a:pathLst>
                  <a:path w="8643" h="7437" extrusionOk="0">
                    <a:moveTo>
                      <a:pt x="6465" y="0"/>
                    </a:moveTo>
                    <a:cubicBezTo>
                      <a:pt x="6460" y="0"/>
                      <a:pt x="6455" y="2"/>
                      <a:pt x="6450" y="5"/>
                    </a:cubicBezTo>
                    <a:cubicBezTo>
                      <a:pt x="5255" y="674"/>
                      <a:pt x="3961" y="1094"/>
                      <a:pt x="2668" y="1531"/>
                    </a:cubicBezTo>
                    <a:cubicBezTo>
                      <a:pt x="2070" y="1727"/>
                      <a:pt x="1472" y="1932"/>
                      <a:pt x="893" y="2173"/>
                    </a:cubicBezTo>
                    <a:cubicBezTo>
                      <a:pt x="518" y="2342"/>
                      <a:pt x="215" y="2566"/>
                      <a:pt x="152" y="2985"/>
                    </a:cubicBezTo>
                    <a:cubicBezTo>
                      <a:pt x="0" y="3993"/>
                      <a:pt x="1044" y="4689"/>
                      <a:pt x="1794" y="5108"/>
                    </a:cubicBezTo>
                    <a:cubicBezTo>
                      <a:pt x="2927" y="5750"/>
                      <a:pt x="4193" y="6205"/>
                      <a:pt x="5424" y="6633"/>
                    </a:cubicBezTo>
                    <a:cubicBezTo>
                      <a:pt x="6441" y="6981"/>
                      <a:pt x="7485" y="7267"/>
                      <a:pt x="8556" y="7436"/>
                    </a:cubicBezTo>
                    <a:cubicBezTo>
                      <a:pt x="8558" y="7437"/>
                      <a:pt x="8561" y="7437"/>
                      <a:pt x="8564" y="7437"/>
                    </a:cubicBezTo>
                    <a:cubicBezTo>
                      <a:pt x="8620" y="7437"/>
                      <a:pt x="8642" y="7346"/>
                      <a:pt x="8583" y="7329"/>
                    </a:cubicBezTo>
                    <a:cubicBezTo>
                      <a:pt x="6593" y="7017"/>
                      <a:pt x="4657" y="6303"/>
                      <a:pt x="2828" y="5501"/>
                    </a:cubicBezTo>
                    <a:cubicBezTo>
                      <a:pt x="1927" y="5108"/>
                      <a:pt x="571" y="4537"/>
                      <a:pt x="286" y="3493"/>
                    </a:cubicBezTo>
                    <a:cubicBezTo>
                      <a:pt x="206" y="3217"/>
                      <a:pt x="206" y="2913"/>
                      <a:pt x="366" y="2664"/>
                    </a:cubicBezTo>
                    <a:cubicBezTo>
                      <a:pt x="562" y="2351"/>
                      <a:pt x="964" y="2244"/>
                      <a:pt x="1285" y="2119"/>
                    </a:cubicBezTo>
                    <a:cubicBezTo>
                      <a:pt x="1829" y="1896"/>
                      <a:pt x="2382" y="1718"/>
                      <a:pt x="2935" y="1531"/>
                    </a:cubicBezTo>
                    <a:cubicBezTo>
                      <a:pt x="4158" y="1129"/>
                      <a:pt x="5389" y="728"/>
                      <a:pt x="6477" y="41"/>
                    </a:cubicBezTo>
                    <a:cubicBezTo>
                      <a:pt x="6492" y="26"/>
                      <a:pt x="6483" y="0"/>
                      <a:pt x="646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Google Shape;1128;p25"/>
              <p:cNvSpPr/>
              <p:nvPr/>
            </p:nvSpPr>
            <p:spPr>
              <a:xfrm>
                <a:off x="8680365" y="3528328"/>
                <a:ext cx="605633" cy="491568"/>
              </a:xfrm>
              <a:custGeom>
                <a:avLst/>
                <a:gdLst/>
                <a:ahLst/>
                <a:cxnLst/>
                <a:rect l="l" t="t" r="r" b="b"/>
                <a:pathLst>
                  <a:path w="8044" h="6529" extrusionOk="0">
                    <a:moveTo>
                      <a:pt x="6017" y="0"/>
                    </a:moveTo>
                    <a:cubicBezTo>
                      <a:pt x="6013" y="0"/>
                      <a:pt x="6008" y="2"/>
                      <a:pt x="6004" y="6"/>
                    </a:cubicBezTo>
                    <a:cubicBezTo>
                      <a:pt x="5032" y="943"/>
                      <a:pt x="3702" y="1282"/>
                      <a:pt x="2453" y="1710"/>
                    </a:cubicBezTo>
                    <a:cubicBezTo>
                      <a:pt x="1882" y="1906"/>
                      <a:pt x="1320" y="2121"/>
                      <a:pt x="803" y="2442"/>
                    </a:cubicBezTo>
                    <a:cubicBezTo>
                      <a:pt x="446" y="2656"/>
                      <a:pt x="0" y="2923"/>
                      <a:pt x="63" y="3396"/>
                    </a:cubicBezTo>
                    <a:cubicBezTo>
                      <a:pt x="187" y="4404"/>
                      <a:pt x="1508" y="4815"/>
                      <a:pt x="2311" y="5073"/>
                    </a:cubicBezTo>
                    <a:cubicBezTo>
                      <a:pt x="3488" y="5448"/>
                      <a:pt x="4684" y="5769"/>
                      <a:pt x="5879" y="6064"/>
                    </a:cubicBezTo>
                    <a:cubicBezTo>
                      <a:pt x="6575" y="6233"/>
                      <a:pt x="7271" y="6385"/>
                      <a:pt x="7967" y="6528"/>
                    </a:cubicBezTo>
                    <a:cubicBezTo>
                      <a:pt x="7969" y="6528"/>
                      <a:pt x="7972" y="6528"/>
                      <a:pt x="7975" y="6528"/>
                    </a:cubicBezTo>
                    <a:cubicBezTo>
                      <a:pt x="8023" y="6528"/>
                      <a:pt x="8044" y="6456"/>
                      <a:pt x="7984" y="6447"/>
                    </a:cubicBezTo>
                    <a:cubicBezTo>
                      <a:pt x="6504" y="6135"/>
                      <a:pt x="5032" y="5760"/>
                      <a:pt x="3577" y="5341"/>
                    </a:cubicBezTo>
                    <a:cubicBezTo>
                      <a:pt x="3033" y="5189"/>
                      <a:pt x="2498" y="5029"/>
                      <a:pt x="1963" y="4850"/>
                    </a:cubicBezTo>
                    <a:cubicBezTo>
                      <a:pt x="1401" y="4663"/>
                      <a:pt x="830" y="4422"/>
                      <a:pt x="446" y="3949"/>
                    </a:cubicBezTo>
                    <a:cubicBezTo>
                      <a:pt x="187" y="3646"/>
                      <a:pt x="18" y="3209"/>
                      <a:pt x="348" y="2879"/>
                    </a:cubicBezTo>
                    <a:cubicBezTo>
                      <a:pt x="571" y="2656"/>
                      <a:pt x="892" y="2486"/>
                      <a:pt x="1169" y="2335"/>
                    </a:cubicBezTo>
                    <a:cubicBezTo>
                      <a:pt x="1722" y="2049"/>
                      <a:pt x="2311" y="1853"/>
                      <a:pt x="2891" y="1657"/>
                    </a:cubicBezTo>
                    <a:cubicBezTo>
                      <a:pt x="4032" y="1282"/>
                      <a:pt x="5165" y="907"/>
                      <a:pt x="6031" y="33"/>
                    </a:cubicBezTo>
                    <a:cubicBezTo>
                      <a:pt x="6044" y="19"/>
                      <a:pt x="6032" y="0"/>
                      <a:pt x="601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Google Shape;1129;p25"/>
              <p:cNvSpPr/>
              <p:nvPr/>
            </p:nvSpPr>
            <p:spPr>
              <a:xfrm>
                <a:off x="8719290" y="3513496"/>
                <a:ext cx="593436" cy="454752"/>
              </a:xfrm>
              <a:custGeom>
                <a:avLst/>
                <a:gdLst/>
                <a:ahLst/>
                <a:cxnLst/>
                <a:rect l="l" t="t" r="r" b="b"/>
                <a:pathLst>
                  <a:path w="7882" h="6040" extrusionOk="0">
                    <a:moveTo>
                      <a:pt x="5946" y="0"/>
                    </a:moveTo>
                    <a:cubicBezTo>
                      <a:pt x="5937" y="0"/>
                      <a:pt x="5928" y="5"/>
                      <a:pt x="5924" y="16"/>
                    </a:cubicBezTo>
                    <a:cubicBezTo>
                      <a:pt x="5737" y="658"/>
                      <a:pt x="5184" y="1060"/>
                      <a:pt x="4613" y="1354"/>
                    </a:cubicBezTo>
                    <a:cubicBezTo>
                      <a:pt x="3979" y="1684"/>
                      <a:pt x="3301" y="1943"/>
                      <a:pt x="2606" y="2148"/>
                    </a:cubicBezTo>
                    <a:cubicBezTo>
                      <a:pt x="2043" y="2309"/>
                      <a:pt x="1" y="2773"/>
                      <a:pt x="447" y="3727"/>
                    </a:cubicBezTo>
                    <a:cubicBezTo>
                      <a:pt x="643" y="4164"/>
                      <a:pt x="1187" y="4494"/>
                      <a:pt x="1597" y="4682"/>
                    </a:cubicBezTo>
                    <a:cubicBezTo>
                      <a:pt x="2168" y="4949"/>
                      <a:pt x="2784" y="5065"/>
                      <a:pt x="3399" y="5163"/>
                    </a:cubicBezTo>
                    <a:cubicBezTo>
                      <a:pt x="4220" y="5297"/>
                      <a:pt x="5032" y="5458"/>
                      <a:pt x="5835" y="5627"/>
                    </a:cubicBezTo>
                    <a:cubicBezTo>
                      <a:pt x="6486" y="5770"/>
                      <a:pt x="7146" y="5895"/>
                      <a:pt x="7798" y="6038"/>
                    </a:cubicBezTo>
                    <a:cubicBezTo>
                      <a:pt x="7803" y="6039"/>
                      <a:pt x="7808" y="6040"/>
                      <a:pt x="7812" y="6040"/>
                    </a:cubicBezTo>
                    <a:cubicBezTo>
                      <a:pt x="7864" y="6040"/>
                      <a:pt x="7882" y="5956"/>
                      <a:pt x="7824" y="5939"/>
                    </a:cubicBezTo>
                    <a:cubicBezTo>
                      <a:pt x="6638" y="5681"/>
                      <a:pt x="5460" y="5395"/>
                      <a:pt x="4265" y="5181"/>
                    </a:cubicBezTo>
                    <a:cubicBezTo>
                      <a:pt x="3159" y="4976"/>
                      <a:pt x="1936" y="4922"/>
                      <a:pt x="1009" y="4191"/>
                    </a:cubicBezTo>
                    <a:cubicBezTo>
                      <a:pt x="893" y="4093"/>
                      <a:pt x="768" y="3986"/>
                      <a:pt x="670" y="3870"/>
                    </a:cubicBezTo>
                    <a:cubicBezTo>
                      <a:pt x="438" y="3593"/>
                      <a:pt x="518" y="3236"/>
                      <a:pt x="786" y="3022"/>
                    </a:cubicBezTo>
                    <a:cubicBezTo>
                      <a:pt x="1071" y="2790"/>
                      <a:pt x="1401" y="2639"/>
                      <a:pt x="1740" y="2523"/>
                    </a:cubicBezTo>
                    <a:cubicBezTo>
                      <a:pt x="2311" y="2309"/>
                      <a:pt x="2909" y="2175"/>
                      <a:pt x="3480" y="1961"/>
                    </a:cubicBezTo>
                    <a:cubicBezTo>
                      <a:pt x="4425" y="1604"/>
                      <a:pt x="5710" y="1131"/>
                      <a:pt x="5978" y="34"/>
                    </a:cubicBezTo>
                    <a:cubicBezTo>
                      <a:pt x="5978" y="12"/>
                      <a:pt x="5961" y="0"/>
                      <a:pt x="594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Google Shape;1130;p25"/>
              <p:cNvSpPr/>
              <p:nvPr/>
            </p:nvSpPr>
            <p:spPr>
              <a:xfrm>
                <a:off x="8816036" y="3537137"/>
                <a:ext cx="524621" cy="375245"/>
              </a:xfrm>
              <a:custGeom>
                <a:avLst/>
                <a:gdLst/>
                <a:ahLst/>
                <a:cxnLst/>
                <a:rect l="l" t="t" r="r" b="b"/>
                <a:pathLst>
                  <a:path w="6968" h="4984" extrusionOk="0">
                    <a:moveTo>
                      <a:pt x="4961" y="1"/>
                    </a:moveTo>
                    <a:cubicBezTo>
                      <a:pt x="4953" y="1"/>
                      <a:pt x="4946" y="5"/>
                      <a:pt x="4942" y="14"/>
                    </a:cubicBezTo>
                    <a:cubicBezTo>
                      <a:pt x="4612" y="764"/>
                      <a:pt x="3934" y="1227"/>
                      <a:pt x="3203" y="1557"/>
                    </a:cubicBezTo>
                    <a:cubicBezTo>
                      <a:pt x="2453" y="1896"/>
                      <a:pt x="1668" y="2164"/>
                      <a:pt x="928" y="2539"/>
                    </a:cubicBezTo>
                    <a:cubicBezTo>
                      <a:pt x="705" y="2655"/>
                      <a:pt x="9" y="2922"/>
                      <a:pt x="0" y="3252"/>
                    </a:cubicBezTo>
                    <a:cubicBezTo>
                      <a:pt x="0" y="3440"/>
                      <a:pt x="295" y="3565"/>
                      <a:pt x="428" y="3636"/>
                    </a:cubicBezTo>
                    <a:cubicBezTo>
                      <a:pt x="1124" y="3966"/>
                      <a:pt x="1900" y="4127"/>
                      <a:pt x="2650" y="4287"/>
                    </a:cubicBezTo>
                    <a:cubicBezTo>
                      <a:pt x="3551" y="4484"/>
                      <a:pt x="4452" y="4635"/>
                      <a:pt x="5362" y="4778"/>
                    </a:cubicBezTo>
                    <a:cubicBezTo>
                      <a:pt x="5879" y="4858"/>
                      <a:pt x="6388" y="4921"/>
                      <a:pt x="6905" y="4983"/>
                    </a:cubicBezTo>
                    <a:cubicBezTo>
                      <a:pt x="6908" y="4984"/>
                      <a:pt x="6910" y="4984"/>
                      <a:pt x="6913" y="4984"/>
                    </a:cubicBezTo>
                    <a:cubicBezTo>
                      <a:pt x="6967" y="4984"/>
                      <a:pt x="6965" y="4894"/>
                      <a:pt x="6905" y="4885"/>
                    </a:cubicBezTo>
                    <a:cubicBezTo>
                      <a:pt x="5701" y="4733"/>
                      <a:pt x="4496" y="4528"/>
                      <a:pt x="3301" y="4296"/>
                    </a:cubicBezTo>
                    <a:cubicBezTo>
                      <a:pt x="2516" y="4145"/>
                      <a:pt x="1731" y="3975"/>
                      <a:pt x="973" y="3716"/>
                    </a:cubicBezTo>
                    <a:cubicBezTo>
                      <a:pt x="750" y="3645"/>
                      <a:pt x="402" y="3556"/>
                      <a:pt x="223" y="3377"/>
                    </a:cubicBezTo>
                    <a:cubicBezTo>
                      <a:pt x="27" y="3172"/>
                      <a:pt x="357" y="2994"/>
                      <a:pt x="535" y="2887"/>
                    </a:cubicBezTo>
                    <a:cubicBezTo>
                      <a:pt x="803" y="2726"/>
                      <a:pt x="1089" y="2592"/>
                      <a:pt x="1374" y="2450"/>
                    </a:cubicBezTo>
                    <a:cubicBezTo>
                      <a:pt x="2650" y="1843"/>
                      <a:pt x="4407" y="1504"/>
                      <a:pt x="4987" y="32"/>
                    </a:cubicBezTo>
                    <a:cubicBezTo>
                      <a:pt x="4993" y="15"/>
                      <a:pt x="4976" y="1"/>
                      <a:pt x="496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Google Shape;1131;p25"/>
              <p:cNvSpPr/>
              <p:nvPr/>
            </p:nvSpPr>
            <p:spPr>
              <a:xfrm>
                <a:off x="9167636" y="3500923"/>
                <a:ext cx="144105" cy="326909"/>
              </a:xfrm>
              <a:custGeom>
                <a:avLst/>
                <a:gdLst/>
                <a:ahLst/>
                <a:cxnLst/>
                <a:rect l="l" t="t" r="r" b="b"/>
                <a:pathLst>
                  <a:path w="1914" h="4342" extrusionOk="0">
                    <a:moveTo>
                      <a:pt x="1604" y="1"/>
                    </a:moveTo>
                    <a:cubicBezTo>
                      <a:pt x="1595" y="1"/>
                      <a:pt x="1584" y="8"/>
                      <a:pt x="1584" y="22"/>
                    </a:cubicBezTo>
                    <a:cubicBezTo>
                      <a:pt x="1628" y="870"/>
                      <a:pt x="1851" y="1753"/>
                      <a:pt x="1753" y="2609"/>
                    </a:cubicBezTo>
                    <a:cubicBezTo>
                      <a:pt x="1700" y="3038"/>
                      <a:pt x="1548" y="3475"/>
                      <a:pt x="1200" y="3760"/>
                    </a:cubicBezTo>
                    <a:cubicBezTo>
                      <a:pt x="879" y="4028"/>
                      <a:pt x="469" y="4135"/>
                      <a:pt x="67" y="4224"/>
                    </a:cubicBezTo>
                    <a:cubicBezTo>
                      <a:pt x="1" y="4241"/>
                      <a:pt x="19" y="4342"/>
                      <a:pt x="80" y="4342"/>
                    </a:cubicBezTo>
                    <a:cubicBezTo>
                      <a:pt x="84" y="4342"/>
                      <a:pt x="89" y="4341"/>
                      <a:pt x="94" y="4340"/>
                    </a:cubicBezTo>
                    <a:cubicBezTo>
                      <a:pt x="888" y="4144"/>
                      <a:pt x="1566" y="3832"/>
                      <a:pt x="1789" y="2975"/>
                    </a:cubicBezTo>
                    <a:cubicBezTo>
                      <a:pt x="1914" y="2502"/>
                      <a:pt x="1869" y="2003"/>
                      <a:pt x="1816" y="1530"/>
                    </a:cubicBezTo>
                    <a:cubicBezTo>
                      <a:pt x="1762" y="1022"/>
                      <a:pt x="1709" y="513"/>
                      <a:pt x="1620" y="13"/>
                    </a:cubicBezTo>
                    <a:cubicBezTo>
                      <a:pt x="1620" y="5"/>
                      <a:pt x="1612" y="1"/>
                      <a:pt x="160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Google Shape;1132;p25"/>
              <p:cNvSpPr/>
              <p:nvPr/>
            </p:nvSpPr>
            <p:spPr>
              <a:xfrm>
                <a:off x="9087302" y="3502880"/>
                <a:ext cx="172791" cy="309743"/>
              </a:xfrm>
              <a:custGeom>
                <a:avLst/>
                <a:gdLst/>
                <a:ahLst/>
                <a:cxnLst/>
                <a:rect l="l" t="t" r="r" b="b"/>
                <a:pathLst>
                  <a:path w="2295" h="4114" extrusionOk="0">
                    <a:moveTo>
                      <a:pt x="2182" y="1"/>
                    </a:moveTo>
                    <a:cubicBezTo>
                      <a:pt x="2176" y="1"/>
                      <a:pt x="2169" y="5"/>
                      <a:pt x="2169" y="14"/>
                    </a:cubicBezTo>
                    <a:cubicBezTo>
                      <a:pt x="2169" y="862"/>
                      <a:pt x="2160" y="1736"/>
                      <a:pt x="1786" y="2512"/>
                    </a:cubicBezTo>
                    <a:cubicBezTo>
                      <a:pt x="1420" y="3253"/>
                      <a:pt x="760" y="3645"/>
                      <a:pt x="55" y="4011"/>
                    </a:cubicBezTo>
                    <a:cubicBezTo>
                      <a:pt x="0" y="4042"/>
                      <a:pt x="34" y="4114"/>
                      <a:pt x="85" y="4114"/>
                    </a:cubicBezTo>
                    <a:cubicBezTo>
                      <a:pt x="93" y="4114"/>
                      <a:pt x="100" y="4112"/>
                      <a:pt x="108" y="4109"/>
                    </a:cubicBezTo>
                    <a:cubicBezTo>
                      <a:pt x="831" y="3725"/>
                      <a:pt x="1500" y="3315"/>
                      <a:pt x="1866" y="2557"/>
                    </a:cubicBezTo>
                    <a:cubicBezTo>
                      <a:pt x="2249" y="1772"/>
                      <a:pt x="2294" y="871"/>
                      <a:pt x="2196" y="14"/>
                    </a:cubicBezTo>
                    <a:cubicBezTo>
                      <a:pt x="2196" y="5"/>
                      <a:pt x="2189" y="1"/>
                      <a:pt x="218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Google Shape;1133;p25"/>
              <p:cNvSpPr/>
              <p:nvPr/>
            </p:nvSpPr>
            <p:spPr>
              <a:xfrm>
                <a:off x="8954116" y="3508452"/>
                <a:ext cx="265623" cy="283166"/>
              </a:xfrm>
              <a:custGeom>
                <a:avLst/>
                <a:gdLst/>
                <a:ahLst/>
                <a:cxnLst/>
                <a:rect l="l" t="t" r="r" b="b"/>
                <a:pathLst>
                  <a:path w="3528" h="3761" extrusionOk="0">
                    <a:moveTo>
                      <a:pt x="3504" y="0"/>
                    </a:moveTo>
                    <a:cubicBezTo>
                      <a:pt x="3492" y="0"/>
                      <a:pt x="3479" y="7"/>
                      <a:pt x="3474" y="20"/>
                    </a:cubicBezTo>
                    <a:cubicBezTo>
                      <a:pt x="3314" y="1921"/>
                      <a:pt x="1842" y="3187"/>
                      <a:pt x="75" y="3642"/>
                    </a:cubicBezTo>
                    <a:cubicBezTo>
                      <a:pt x="1" y="3659"/>
                      <a:pt x="26" y="3760"/>
                      <a:pt x="87" y="3760"/>
                    </a:cubicBezTo>
                    <a:cubicBezTo>
                      <a:pt x="92" y="3760"/>
                      <a:pt x="97" y="3760"/>
                      <a:pt x="102" y="3758"/>
                    </a:cubicBezTo>
                    <a:cubicBezTo>
                      <a:pt x="1851" y="3303"/>
                      <a:pt x="3519" y="1965"/>
                      <a:pt x="3528" y="20"/>
                    </a:cubicBezTo>
                    <a:cubicBezTo>
                      <a:pt x="3528" y="7"/>
                      <a:pt x="3517" y="0"/>
                      <a:pt x="350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Google Shape;1134;p25"/>
              <p:cNvSpPr/>
              <p:nvPr/>
            </p:nvSpPr>
            <p:spPr>
              <a:xfrm>
                <a:off x="8877773" y="3756454"/>
                <a:ext cx="316444" cy="78000"/>
              </a:xfrm>
              <a:custGeom>
                <a:avLst/>
                <a:gdLst/>
                <a:ahLst/>
                <a:cxnLst/>
                <a:rect l="l" t="t" r="r" b="b"/>
                <a:pathLst>
                  <a:path w="4203" h="1036" extrusionOk="0">
                    <a:moveTo>
                      <a:pt x="1" y="0"/>
                    </a:moveTo>
                    <a:cubicBezTo>
                      <a:pt x="1" y="348"/>
                      <a:pt x="706" y="455"/>
                      <a:pt x="1990" y="661"/>
                    </a:cubicBezTo>
                    <a:cubicBezTo>
                      <a:pt x="2597" y="750"/>
                      <a:pt x="3346" y="866"/>
                      <a:pt x="4185" y="1035"/>
                    </a:cubicBezTo>
                    <a:lnTo>
                      <a:pt x="4203" y="964"/>
                    </a:lnTo>
                    <a:cubicBezTo>
                      <a:pt x="3355" y="794"/>
                      <a:pt x="2606" y="678"/>
                      <a:pt x="1999" y="589"/>
                    </a:cubicBezTo>
                    <a:cubicBezTo>
                      <a:pt x="840" y="402"/>
                      <a:pt x="72" y="286"/>
                      <a:pt x="72" y="0"/>
                    </a:cubicBezTo>
                    <a:close/>
                  </a:path>
                </a:pathLst>
              </a:custGeom>
              <a:solidFill>
                <a:srgbClr val="0D11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Google Shape;1135;p25"/>
              <p:cNvSpPr/>
              <p:nvPr/>
            </p:nvSpPr>
            <p:spPr>
              <a:xfrm>
                <a:off x="8564119" y="3551592"/>
                <a:ext cx="436682" cy="444738"/>
              </a:xfrm>
              <a:custGeom>
                <a:avLst/>
                <a:gdLst/>
                <a:ahLst/>
                <a:cxnLst/>
                <a:rect l="l" t="t" r="r" b="b"/>
                <a:pathLst>
                  <a:path w="5800" h="5907" extrusionOk="0">
                    <a:moveTo>
                      <a:pt x="5746" y="1"/>
                    </a:moveTo>
                    <a:cubicBezTo>
                      <a:pt x="5630" y="125"/>
                      <a:pt x="5050" y="250"/>
                      <a:pt x="4372" y="402"/>
                    </a:cubicBezTo>
                    <a:cubicBezTo>
                      <a:pt x="2624" y="795"/>
                      <a:pt x="1" y="1383"/>
                      <a:pt x="1" y="2721"/>
                    </a:cubicBezTo>
                    <a:cubicBezTo>
                      <a:pt x="1" y="3828"/>
                      <a:pt x="946" y="4898"/>
                      <a:pt x="2829" y="5906"/>
                    </a:cubicBezTo>
                    <a:lnTo>
                      <a:pt x="2864" y="5835"/>
                    </a:lnTo>
                    <a:cubicBezTo>
                      <a:pt x="1009" y="4845"/>
                      <a:pt x="72" y="3792"/>
                      <a:pt x="72" y="2721"/>
                    </a:cubicBezTo>
                    <a:cubicBezTo>
                      <a:pt x="72" y="1446"/>
                      <a:pt x="2668" y="857"/>
                      <a:pt x="4381" y="473"/>
                    </a:cubicBezTo>
                    <a:cubicBezTo>
                      <a:pt x="5130" y="313"/>
                      <a:pt x="5666" y="188"/>
                      <a:pt x="5799" y="54"/>
                    </a:cubicBezTo>
                    <a:lnTo>
                      <a:pt x="5746" y="1"/>
                    </a:lnTo>
                    <a:close/>
                  </a:path>
                </a:pathLst>
              </a:custGeom>
              <a:solidFill>
                <a:srgbClr val="0D11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25"/>
              <p:cNvSpPr/>
              <p:nvPr/>
            </p:nvSpPr>
            <p:spPr>
              <a:xfrm>
                <a:off x="8803915" y="2993173"/>
                <a:ext cx="505874" cy="531999"/>
              </a:xfrm>
              <a:custGeom>
                <a:avLst/>
                <a:gdLst/>
                <a:ahLst/>
                <a:cxnLst/>
                <a:rect l="l" t="t" r="r" b="b"/>
                <a:pathLst>
                  <a:path w="6719" h="7066" extrusionOk="0">
                    <a:moveTo>
                      <a:pt x="1938" y="1"/>
                    </a:moveTo>
                    <a:cubicBezTo>
                      <a:pt x="1020" y="1"/>
                      <a:pt x="429" y="263"/>
                      <a:pt x="429" y="263"/>
                    </a:cubicBezTo>
                    <a:cubicBezTo>
                      <a:pt x="1" y="1030"/>
                      <a:pt x="268" y="1860"/>
                      <a:pt x="250" y="2788"/>
                    </a:cubicBezTo>
                    <a:cubicBezTo>
                      <a:pt x="224" y="3876"/>
                      <a:pt x="250" y="5562"/>
                      <a:pt x="117" y="6686"/>
                    </a:cubicBezTo>
                    <a:cubicBezTo>
                      <a:pt x="1088" y="6909"/>
                      <a:pt x="2581" y="7066"/>
                      <a:pt x="4024" y="7066"/>
                    </a:cubicBezTo>
                    <a:cubicBezTo>
                      <a:pt x="5005" y="7066"/>
                      <a:pt x="5963" y="6993"/>
                      <a:pt x="6718" y="6820"/>
                    </a:cubicBezTo>
                    <a:lnTo>
                      <a:pt x="5434" y="1325"/>
                    </a:lnTo>
                    <a:cubicBezTo>
                      <a:pt x="4115" y="265"/>
                      <a:pt x="2861" y="1"/>
                      <a:pt x="193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25"/>
              <p:cNvSpPr/>
              <p:nvPr/>
            </p:nvSpPr>
            <p:spPr>
              <a:xfrm>
                <a:off x="8494929" y="3205338"/>
                <a:ext cx="636201" cy="520404"/>
              </a:xfrm>
              <a:custGeom>
                <a:avLst/>
                <a:gdLst/>
                <a:ahLst/>
                <a:cxnLst/>
                <a:rect l="l" t="t" r="r" b="b"/>
                <a:pathLst>
                  <a:path w="8450" h="6912" extrusionOk="0">
                    <a:moveTo>
                      <a:pt x="2023" y="1"/>
                    </a:moveTo>
                    <a:cubicBezTo>
                      <a:pt x="1985" y="1"/>
                      <a:pt x="1950" y="7"/>
                      <a:pt x="1919" y="23"/>
                    </a:cubicBezTo>
                    <a:cubicBezTo>
                      <a:pt x="1598" y="193"/>
                      <a:pt x="2151" y="1040"/>
                      <a:pt x="2142" y="1236"/>
                    </a:cubicBezTo>
                    <a:cubicBezTo>
                      <a:pt x="2133" y="1361"/>
                      <a:pt x="2071" y="1468"/>
                      <a:pt x="2017" y="1584"/>
                    </a:cubicBezTo>
                    <a:cubicBezTo>
                      <a:pt x="1562" y="2521"/>
                      <a:pt x="1723" y="3672"/>
                      <a:pt x="982" y="4466"/>
                    </a:cubicBezTo>
                    <a:cubicBezTo>
                      <a:pt x="875" y="4573"/>
                      <a:pt x="786" y="4671"/>
                      <a:pt x="697" y="4769"/>
                    </a:cubicBezTo>
                    <a:cubicBezTo>
                      <a:pt x="438" y="5063"/>
                      <a:pt x="224" y="5340"/>
                      <a:pt x="1" y="5724"/>
                    </a:cubicBezTo>
                    <a:cubicBezTo>
                      <a:pt x="124" y="5785"/>
                      <a:pt x="294" y="5812"/>
                      <a:pt x="462" y="5812"/>
                    </a:cubicBezTo>
                    <a:cubicBezTo>
                      <a:pt x="562" y="5812"/>
                      <a:pt x="661" y="5803"/>
                      <a:pt x="750" y="5786"/>
                    </a:cubicBezTo>
                    <a:cubicBezTo>
                      <a:pt x="1018" y="5741"/>
                      <a:pt x="1214" y="5643"/>
                      <a:pt x="1455" y="5545"/>
                    </a:cubicBezTo>
                    <a:cubicBezTo>
                      <a:pt x="1576" y="5494"/>
                      <a:pt x="1706" y="5476"/>
                      <a:pt x="1837" y="5476"/>
                    </a:cubicBezTo>
                    <a:cubicBezTo>
                      <a:pt x="2006" y="5476"/>
                      <a:pt x="2178" y="5506"/>
                      <a:pt x="2338" y="5536"/>
                    </a:cubicBezTo>
                    <a:cubicBezTo>
                      <a:pt x="2865" y="5634"/>
                      <a:pt x="3391" y="5750"/>
                      <a:pt x="3908" y="5902"/>
                    </a:cubicBezTo>
                    <a:cubicBezTo>
                      <a:pt x="4042" y="5947"/>
                      <a:pt x="4167" y="5982"/>
                      <a:pt x="4283" y="6054"/>
                    </a:cubicBezTo>
                    <a:cubicBezTo>
                      <a:pt x="4417" y="6143"/>
                      <a:pt x="4515" y="6277"/>
                      <a:pt x="4622" y="6393"/>
                    </a:cubicBezTo>
                    <a:cubicBezTo>
                      <a:pt x="4836" y="6625"/>
                      <a:pt x="5113" y="6794"/>
                      <a:pt x="5425" y="6901"/>
                    </a:cubicBezTo>
                    <a:cubicBezTo>
                      <a:pt x="5446" y="6906"/>
                      <a:pt x="5466" y="6912"/>
                      <a:pt x="5487" y="6912"/>
                    </a:cubicBezTo>
                    <a:cubicBezTo>
                      <a:pt x="5502" y="6912"/>
                      <a:pt x="5517" y="6909"/>
                      <a:pt x="5532" y="6901"/>
                    </a:cubicBezTo>
                    <a:cubicBezTo>
                      <a:pt x="5550" y="6892"/>
                      <a:pt x="5559" y="6866"/>
                      <a:pt x="5568" y="6848"/>
                    </a:cubicBezTo>
                    <a:cubicBezTo>
                      <a:pt x="5648" y="6625"/>
                      <a:pt x="5586" y="6384"/>
                      <a:pt x="5657" y="6161"/>
                    </a:cubicBezTo>
                    <a:cubicBezTo>
                      <a:pt x="5710" y="6018"/>
                      <a:pt x="5800" y="5893"/>
                      <a:pt x="5889" y="5777"/>
                    </a:cubicBezTo>
                    <a:cubicBezTo>
                      <a:pt x="6513" y="4921"/>
                      <a:pt x="6879" y="3922"/>
                      <a:pt x="7120" y="2922"/>
                    </a:cubicBezTo>
                    <a:cubicBezTo>
                      <a:pt x="7156" y="2735"/>
                      <a:pt x="7200" y="2548"/>
                      <a:pt x="7289" y="2387"/>
                    </a:cubicBezTo>
                    <a:cubicBezTo>
                      <a:pt x="7379" y="2227"/>
                      <a:pt x="7512" y="2093"/>
                      <a:pt x="7646" y="1959"/>
                    </a:cubicBezTo>
                    <a:cubicBezTo>
                      <a:pt x="7985" y="1602"/>
                      <a:pt x="8298" y="1201"/>
                      <a:pt x="8431" y="746"/>
                    </a:cubicBezTo>
                    <a:cubicBezTo>
                      <a:pt x="8440" y="710"/>
                      <a:pt x="8449" y="674"/>
                      <a:pt x="8431" y="648"/>
                    </a:cubicBezTo>
                    <a:cubicBezTo>
                      <a:pt x="8413" y="630"/>
                      <a:pt x="8378" y="621"/>
                      <a:pt x="8351" y="612"/>
                    </a:cubicBezTo>
                    <a:cubicBezTo>
                      <a:pt x="8232" y="586"/>
                      <a:pt x="8108" y="573"/>
                      <a:pt x="7984" y="573"/>
                    </a:cubicBezTo>
                    <a:cubicBezTo>
                      <a:pt x="7717" y="573"/>
                      <a:pt x="7446" y="633"/>
                      <a:pt x="7209" y="755"/>
                    </a:cubicBezTo>
                    <a:cubicBezTo>
                      <a:pt x="7102" y="799"/>
                      <a:pt x="6995" y="871"/>
                      <a:pt x="6870" y="880"/>
                    </a:cubicBezTo>
                    <a:cubicBezTo>
                      <a:pt x="6857" y="881"/>
                      <a:pt x="6844" y="881"/>
                      <a:pt x="6831" y="881"/>
                    </a:cubicBezTo>
                    <a:cubicBezTo>
                      <a:pt x="6746" y="881"/>
                      <a:pt x="6661" y="858"/>
                      <a:pt x="6576" y="835"/>
                    </a:cubicBezTo>
                    <a:cubicBezTo>
                      <a:pt x="6058" y="701"/>
                      <a:pt x="5541" y="585"/>
                      <a:pt x="5015" y="505"/>
                    </a:cubicBezTo>
                    <a:cubicBezTo>
                      <a:pt x="4758" y="467"/>
                      <a:pt x="4502" y="429"/>
                      <a:pt x="4246" y="429"/>
                    </a:cubicBezTo>
                    <a:cubicBezTo>
                      <a:pt x="4199" y="429"/>
                      <a:pt x="4152" y="431"/>
                      <a:pt x="4105" y="433"/>
                    </a:cubicBezTo>
                    <a:cubicBezTo>
                      <a:pt x="3881" y="438"/>
                      <a:pt x="3627" y="468"/>
                      <a:pt x="3380" y="468"/>
                    </a:cubicBezTo>
                    <a:cubicBezTo>
                      <a:pt x="3164" y="468"/>
                      <a:pt x="2954" y="445"/>
                      <a:pt x="2775" y="362"/>
                    </a:cubicBezTo>
                    <a:cubicBezTo>
                      <a:pt x="2613" y="285"/>
                      <a:pt x="2264" y="1"/>
                      <a:pt x="202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25"/>
              <p:cNvSpPr/>
              <p:nvPr/>
            </p:nvSpPr>
            <p:spPr>
              <a:xfrm>
                <a:off x="8916095" y="2836271"/>
                <a:ext cx="409126" cy="717438"/>
              </a:xfrm>
              <a:custGeom>
                <a:avLst/>
                <a:gdLst/>
                <a:ahLst/>
                <a:cxnLst/>
                <a:rect l="l" t="t" r="r" b="b"/>
                <a:pathLst>
                  <a:path w="5434" h="9529" extrusionOk="0">
                    <a:moveTo>
                      <a:pt x="1704" y="1"/>
                    </a:moveTo>
                    <a:lnTo>
                      <a:pt x="2918" y="2668"/>
                    </a:lnTo>
                    <a:cubicBezTo>
                      <a:pt x="2918" y="2668"/>
                      <a:pt x="3587" y="6451"/>
                      <a:pt x="3382" y="6861"/>
                    </a:cubicBezTo>
                    <a:cubicBezTo>
                      <a:pt x="2632" y="7378"/>
                      <a:pt x="0" y="8948"/>
                      <a:pt x="0" y="8948"/>
                    </a:cubicBezTo>
                    <a:lnTo>
                      <a:pt x="188" y="9528"/>
                    </a:lnTo>
                    <a:cubicBezTo>
                      <a:pt x="188" y="9528"/>
                      <a:pt x="4961" y="8601"/>
                      <a:pt x="5192" y="7432"/>
                    </a:cubicBezTo>
                    <a:cubicBezTo>
                      <a:pt x="5433" y="6237"/>
                      <a:pt x="5389" y="2570"/>
                      <a:pt x="4033" y="1152"/>
                    </a:cubicBezTo>
                    <a:cubicBezTo>
                      <a:pt x="3292" y="384"/>
                      <a:pt x="1704" y="1"/>
                      <a:pt x="1704" y="1"/>
                    </a:cubicBezTo>
                    <a:close/>
                  </a:path>
                </a:pathLst>
              </a:custGeom>
              <a:solidFill>
                <a:srgbClr val="F9937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25"/>
              <p:cNvSpPr/>
              <p:nvPr/>
            </p:nvSpPr>
            <p:spPr>
              <a:xfrm>
                <a:off x="8782005" y="3505289"/>
                <a:ext cx="175125" cy="101867"/>
              </a:xfrm>
              <a:custGeom>
                <a:avLst/>
                <a:gdLst/>
                <a:ahLst/>
                <a:cxnLst/>
                <a:rect l="l" t="t" r="r" b="b"/>
                <a:pathLst>
                  <a:path w="2326" h="1353" extrusionOk="0">
                    <a:moveTo>
                      <a:pt x="2040" y="0"/>
                    </a:moveTo>
                    <a:cubicBezTo>
                      <a:pt x="1746" y="0"/>
                      <a:pt x="1478" y="0"/>
                      <a:pt x="1202" y="27"/>
                    </a:cubicBezTo>
                    <a:cubicBezTo>
                      <a:pt x="1086" y="36"/>
                      <a:pt x="970" y="54"/>
                      <a:pt x="854" y="80"/>
                    </a:cubicBezTo>
                    <a:cubicBezTo>
                      <a:pt x="800" y="89"/>
                      <a:pt x="747" y="107"/>
                      <a:pt x="693" y="134"/>
                    </a:cubicBezTo>
                    <a:cubicBezTo>
                      <a:pt x="648" y="152"/>
                      <a:pt x="613" y="178"/>
                      <a:pt x="577" y="196"/>
                    </a:cubicBezTo>
                    <a:cubicBezTo>
                      <a:pt x="568" y="205"/>
                      <a:pt x="541" y="214"/>
                      <a:pt x="550" y="232"/>
                    </a:cubicBezTo>
                    <a:cubicBezTo>
                      <a:pt x="559" y="250"/>
                      <a:pt x="595" y="259"/>
                      <a:pt x="613" y="259"/>
                    </a:cubicBezTo>
                    <a:lnTo>
                      <a:pt x="702" y="259"/>
                    </a:lnTo>
                    <a:cubicBezTo>
                      <a:pt x="733" y="250"/>
                      <a:pt x="776" y="248"/>
                      <a:pt x="810" y="248"/>
                    </a:cubicBezTo>
                    <a:cubicBezTo>
                      <a:pt x="845" y="248"/>
                      <a:pt x="871" y="250"/>
                      <a:pt x="871" y="250"/>
                    </a:cubicBezTo>
                    <a:cubicBezTo>
                      <a:pt x="871" y="250"/>
                      <a:pt x="693" y="303"/>
                      <a:pt x="657" y="312"/>
                    </a:cubicBezTo>
                    <a:cubicBezTo>
                      <a:pt x="586" y="348"/>
                      <a:pt x="506" y="375"/>
                      <a:pt x="443" y="410"/>
                    </a:cubicBezTo>
                    <a:cubicBezTo>
                      <a:pt x="301" y="482"/>
                      <a:pt x="176" y="571"/>
                      <a:pt x="69" y="678"/>
                    </a:cubicBezTo>
                    <a:cubicBezTo>
                      <a:pt x="51" y="696"/>
                      <a:pt x="6" y="723"/>
                      <a:pt x="6" y="740"/>
                    </a:cubicBezTo>
                    <a:cubicBezTo>
                      <a:pt x="0" y="757"/>
                      <a:pt x="27" y="764"/>
                      <a:pt x="54" y="764"/>
                    </a:cubicBezTo>
                    <a:cubicBezTo>
                      <a:pt x="70" y="764"/>
                      <a:pt x="86" y="762"/>
                      <a:pt x="95" y="758"/>
                    </a:cubicBezTo>
                    <a:cubicBezTo>
                      <a:pt x="140" y="749"/>
                      <a:pt x="185" y="732"/>
                      <a:pt x="220" y="705"/>
                    </a:cubicBezTo>
                    <a:cubicBezTo>
                      <a:pt x="408" y="607"/>
                      <a:pt x="622" y="535"/>
                      <a:pt x="836" y="509"/>
                    </a:cubicBezTo>
                    <a:lnTo>
                      <a:pt x="836" y="509"/>
                    </a:lnTo>
                    <a:cubicBezTo>
                      <a:pt x="648" y="580"/>
                      <a:pt x="461" y="660"/>
                      <a:pt x="292" y="767"/>
                    </a:cubicBezTo>
                    <a:cubicBezTo>
                      <a:pt x="193" y="821"/>
                      <a:pt x="60" y="964"/>
                      <a:pt x="78" y="990"/>
                    </a:cubicBezTo>
                    <a:cubicBezTo>
                      <a:pt x="82" y="999"/>
                      <a:pt x="92" y="1003"/>
                      <a:pt x="105" y="1003"/>
                    </a:cubicBezTo>
                    <a:cubicBezTo>
                      <a:pt x="169" y="1003"/>
                      <a:pt x="319" y="910"/>
                      <a:pt x="408" y="865"/>
                    </a:cubicBezTo>
                    <a:cubicBezTo>
                      <a:pt x="550" y="785"/>
                      <a:pt x="720" y="758"/>
                      <a:pt x="880" y="723"/>
                    </a:cubicBezTo>
                    <a:lnTo>
                      <a:pt x="880" y="723"/>
                    </a:lnTo>
                    <a:cubicBezTo>
                      <a:pt x="613" y="821"/>
                      <a:pt x="345" y="946"/>
                      <a:pt x="193" y="1160"/>
                    </a:cubicBezTo>
                    <a:cubicBezTo>
                      <a:pt x="193" y="1169"/>
                      <a:pt x="185" y="1178"/>
                      <a:pt x="185" y="1187"/>
                    </a:cubicBezTo>
                    <a:cubicBezTo>
                      <a:pt x="189" y="1200"/>
                      <a:pt x="200" y="1204"/>
                      <a:pt x="214" y="1204"/>
                    </a:cubicBezTo>
                    <a:cubicBezTo>
                      <a:pt x="227" y="1204"/>
                      <a:pt x="243" y="1200"/>
                      <a:pt x="256" y="1195"/>
                    </a:cubicBezTo>
                    <a:cubicBezTo>
                      <a:pt x="390" y="1151"/>
                      <a:pt x="515" y="1071"/>
                      <a:pt x="648" y="1017"/>
                    </a:cubicBezTo>
                    <a:cubicBezTo>
                      <a:pt x="738" y="972"/>
                      <a:pt x="854" y="928"/>
                      <a:pt x="987" y="910"/>
                    </a:cubicBezTo>
                    <a:lnTo>
                      <a:pt x="987" y="910"/>
                    </a:lnTo>
                    <a:cubicBezTo>
                      <a:pt x="916" y="937"/>
                      <a:pt x="702" y="1044"/>
                      <a:pt x="648" y="1079"/>
                    </a:cubicBezTo>
                    <a:cubicBezTo>
                      <a:pt x="595" y="1124"/>
                      <a:pt x="399" y="1311"/>
                      <a:pt x="390" y="1329"/>
                    </a:cubicBezTo>
                    <a:cubicBezTo>
                      <a:pt x="380" y="1344"/>
                      <a:pt x="386" y="1353"/>
                      <a:pt x="407" y="1353"/>
                    </a:cubicBezTo>
                    <a:cubicBezTo>
                      <a:pt x="425" y="1353"/>
                      <a:pt x="455" y="1346"/>
                      <a:pt x="497" y="1329"/>
                    </a:cubicBezTo>
                    <a:cubicBezTo>
                      <a:pt x="613" y="1285"/>
                      <a:pt x="791" y="1187"/>
                      <a:pt x="836" y="1160"/>
                    </a:cubicBezTo>
                    <a:cubicBezTo>
                      <a:pt x="1103" y="1017"/>
                      <a:pt x="1398" y="999"/>
                      <a:pt x="1674" y="892"/>
                    </a:cubicBezTo>
                    <a:cubicBezTo>
                      <a:pt x="1951" y="785"/>
                      <a:pt x="2236" y="616"/>
                      <a:pt x="2326" y="366"/>
                    </a:cubicBezTo>
                    <a:lnTo>
                      <a:pt x="2040" y="0"/>
                    </a:lnTo>
                    <a:close/>
                  </a:path>
                </a:pathLst>
              </a:custGeom>
              <a:solidFill>
                <a:srgbClr val="F9937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25"/>
              <p:cNvSpPr/>
              <p:nvPr/>
            </p:nvSpPr>
            <p:spPr>
              <a:xfrm>
                <a:off x="8847582" y="3509957"/>
                <a:ext cx="35687" cy="14155"/>
              </a:xfrm>
              <a:custGeom>
                <a:avLst/>
                <a:gdLst/>
                <a:ahLst/>
                <a:cxnLst/>
                <a:rect l="l" t="t" r="r" b="b"/>
                <a:pathLst>
                  <a:path w="474" h="188" extrusionOk="0">
                    <a:moveTo>
                      <a:pt x="473" y="0"/>
                    </a:moveTo>
                    <a:cubicBezTo>
                      <a:pt x="473" y="0"/>
                      <a:pt x="447" y="0"/>
                      <a:pt x="393" y="18"/>
                    </a:cubicBezTo>
                    <a:cubicBezTo>
                      <a:pt x="348" y="27"/>
                      <a:pt x="286" y="45"/>
                      <a:pt x="224" y="72"/>
                    </a:cubicBezTo>
                    <a:cubicBezTo>
                      <a:pt x="170" y="99"/>
                      <a:pt x="108" y="125"/>
                      <a:pt x="63" y="143"/>
                    </a:cubicBezTo>
                    <a:cubicBezTo>
                      <a:pt x="27" y="170"/>
                      <a:pt x="0" y="188"/>
                      <a:pt x="0" y="188"/>
                    </a:cubicBezTo>
                    <a:cubicBezTo>
                      <a:pt x="0" y="188"/>
                      <a:pt x="27" y="179"/>
                      <a:pt x="72" y="170"/>
                    </a:cubicBezTo>
                    <a:cubicBezTo>
                      <a:pt x="125" y="152"/>
                      <a:pt x="179" y="125"/>
                      <a:pt x="241" y="108"/>
                    </a:cubicBezTo>
                    <a:cubicBezTo>
                      <a:pt x="357" y="54"/>
                      <a:pt x="473" y="0"/>
                      <a:pt x="473" y="0"/>
                    </a:cubicBezTo>
                    <a:close/>
                  </a:path>
                </a:pathLst>
              </a:custGeom>
              <a:solidFill>
                <a:srgbClr val="E56E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25"/>
              <p:cNvSpPr/>
              <p:nvPr/>
            </p:nvSpPr>
            <p:spPr>
              <a:xfrm>
                <a:off x="8838171" y="2821589"/>
                <a:ext cx="296944" cy="240476"/>
              </a:xfrm>
              <a:custGeom>
                <a:avLst/>
                <a:gdLst/>
                <a:ahLst/>
                <a:cxnLst/>
                <a:rect l="l" t="t" r="r" b="b"/>
                <a:pathLst>
                  <a:path w="3944" h="3194" extrusionOk="0">
                    <a:moveTo>
                      <a:pt x="2543" y="0"/>
                    </a:moveTo>
                    <a:cubicBezTo>
                      <a:pt x="2499" y="0"/>
                      <a:pt x="2455" y="3"/>
                      <a:pt x="2409" y="8"/>
                    </a:cubicBezTo>
                    <a:cubicBezTo>
                      <a:pt x="1196" y="160"/>
                      <a:pt x="384" y="1115"/>
                      <a:pt x="1" y="2845"/>
                    </a:cubicBezTo>
                    <a:lnTo>
                      <a:pt x="152" y="2881"/>
                    </a:lnTo>
                    <a:cubicBezTo>
                      <a:pt x="527" y="1195"/>
                      <a:pt x="1267" y="303"/>
                      <a:pt x="2427" y="160"/>
                    </a:cubicBezTo>
                    <a:cubicBezTo>
                      <a:pt x="2469" y="154"/>
                      <a:pt x="2510" y="151"/>
                      <a:pt x="2551" y="151"/>
                    </a:cubicBezTo>
                    <a:cubicBezTo>
                      <a:pt x="2751" y="151"/>
                      <a:pt x="2931" y="224"/>
                      <a:pt x="3087" y="365"/>
                    </a:cubicBezTo>
                    <a:cubicBezTo>
                      <a:pt x="3408" y="651"/>
                      <a:pt x="3801" y="1373"/>
                      <a:pt x="3801" y="3193"/>
                    </a:cubicBezTo>
                    <a:lnTo>
                      <a:pt x="3944" y="3193"/>
                    </a:lnTo>
                    <a:cubicBezTo>
                      <a:pt x="3944" y="1686"/>
                      <a:pt x="3694" y="695"/>
                      <a:pt x="3185" y="249"/>
                    </a:cubicBezTo>
                    <a:cubicBezTo>
                      <a:pt x="2997" y="83"/>
                      <a:pt x="2782" y="0"/>
                      <a:pt x="254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25"/>
              <p:cNvSpPr/>
              <p:nvPr/>
            </p:nvSpPr>
            <p:spPr>
              <a:xfrm>
                <a:off x="8854283" y="2556195"/>
                <a:ext cx="157958" cy="399940"/>
              </a:xfrm>
              <a:custGeom>
                <a:avLst/>
                <a:gdLst/>
                <a:ahLst/>
                <a:cxnLst/>
                <a:rect l="l" t="t" r="r" b="b"/>
                <a:pathLst>
                  <a:path w="2098" h="5312" extrusionOk="0">
                    <a:moveTo>
                      <a:pt x="2050" y="0"/>
                    </a:moveTo>
                    <a:cubicBezTo>
                      <a:pt x="1654" y="0"/>
                      <a:pt x="1238" y="110"/>
                      <a:pt x="937" y="384"/>
                    </a:cubicBezTo>
                    <a:cubicBezTo>
                      <a:pt x="465" y="812"/>
                      <a:pt x="429" y="1490"/>
                      <a:pt x="474" y="2106"/>
                    </a:cubicBezTo>
                    <a:cubicBezTo>
                      <a:pt x="518" y="2561"/>
                      <a:pt x="652" y="3052"/>
                      <a:pt x="607" y="3507"/>
                    </a:cubicBezTo>
                    <a:cubicBezTo>
                      <a:pt x="554" y="3962"/>
                      <a:pt x="322" y="4461"/>
                      <a:pt x="126" y="4863"/>
                    </a:cubicBezTo>
                    <a:cubicBezTo>
                      <a:pt x="63" y="4988"/>
                      <a:pt x="1" y="5148"/>
                      <a:pt x="99" y="5246"/>
                    </a:cubicBezTo>
                    <a:cubicBezTo>
                      <a:pt x="117" y="5273"/>
                      <a:pt x="152" y="5282"/>
                      <a:pt x="179" y="5291"/>
                    </a:cubicBezTo>
                    <a:cubicBezTo>
                      <a:pt x="223" y="5305"/>
                      <a:pt x="266" y="5311"/>
                      <a:pt x="309" y="5311"/>
                    </a:cubicBezTo>
                    <a:cubicBezTo>
                      <a:pt x="400" y="5311"/>
                      <a:pt x="490" y="5285"/>
                      <a:pt x="581" y="5255"/>
                    </a:cubicBezTo>
                    <a:cubicBezTo>
                      <a:pt x="946" y="5130"/>
                      <a:pt x="1303" y="4970"/>
                      <a:pt x="1446" y="4550"/>
                    </a:cubicBezTo>
                    <a:cubicBezTo>
                      <a:pt x="1473" y="4479"/>
                      <a:pt x="1482" y="4408"/>
                      <a:pt x="1508" y="4336"/>
                    </a:cubicBezTo>
                    <a:cubicBezTo>
                      <a:pt x="1606" y="4078"/>
                      <a:pt x="1803" y="3890"/>
                      <a:pt x="1794" y="3596"/>
                    </a:cubicBezTo>
                    <a:cubicBezTo>
                      <a:pt x="1785" y="3364"/>
                      <a:pt x="1749" y="3078"/>
                      <a:pt x="1714" y="2846"/>
                    </a:cubicBezTo>
                    <a:lnTo>
                      <a:pt x="2097" y="1"/>
                    </a:lnTo>
                    <a:cubicBezTo>
                      <a:pt x="2082" y="0"/>
                      <a:pt x="2066" y="0"/>
                      <a:pt x="205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25"/>
              <p:cNvSpPr/>
              <p:nvPr/>
            </p:nvSpPr>
            <p:spPr>
              <a:xfrm>
                <a:off x="8887184" y="2543245"/>
                <a:ext cx="210285" cy="257944"/>
              </a:xfrm>
              <a:custGeom>
                <a:avLst/>
                <a:gdLst/>
                <a:ahLst/>
                <a:cxnLst/>
                <a:rect l="l" t="t" r="r" b="b"/>
                <a:pathLst>
                  <a:path w="2793" h="3426" extrusionOk="0">
                    <a:moveTo>
                      <a:pt x="1640" y="0"/>
                    </a:moveTo>
                    <a:cubicBezTo>
                      <a:pt x="1359" y="0"/>
                      <a:pt x="1015" y="177"/>
                      <a:pt x="607" y="619"/>
                    </a:cubicBezTo>
                    <a:cubicBezTo>
                      <a:pt x="607" y="619"/>
                      <a:pt x="1" y="2983"/>
                      <a:pt x="768" y="3357"/>
                    </a:cubicBezTo>
                    <a:cubicBezTo>
                      <a:pt x="865" y="3405"/>
                      <a:pt x="971" y="3426"/>
                      <a:pt x="1080" y="3426"/>
                    </a:cubicBezTo>
                    <a:cubicBezTo>
                      <a:pt x="1631" y="3426"/>
                      <a:pt x="2280" y="2887"/>
                      <a:pt x="2481" y="2448"/>
                    </a:cubicBezTo>
                    <a:cubicBezTo>
                      <a:pt x="2793" y="1756"/>
                      <a:pt x="2528" y="0"/>
                      <a:pt x="1640" y="0"/>
                    </a:cubicBezTo>
                    <a:close/>
                  </a:path>
                </a:pathLst>
              </a:custGeom>
              <a:solidFill>
                <a:srgbClr val="F9937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25"/>
              <p:cNvSpPr/>
              <p:nvPr/>
            </p:nvSpPr>
            <p:spPr>
              <a:xfrm>
                <a:off x="8981220" y="2714076"/>
                <a:ext cx="85529" cy="157883"/>
              </a:xfrm>
              <a:custGeom>
                <a:avLst/>
                <a:gdLst/>
                <a:ahLst/>
                <a:cxnLst/>
                <a:rect l="l" t="t" r="r" b="b"/>
                <a:pathLst>
                  <a:path w="1136" h="2097" extrusionOk="0">
                    <a:moveTo>
                      <a:pt x="1000" y="0"/>
                    </a:moveTo>
                    <a:lnTo>
                      <a:pt x="108" y="205"/>
                    </a:lnTo>
                    <a:lnTo>
                      <a:pt x="11" y="2080"/>
                    </a:lnTo>
                    <a:lnTo>
                      <a:pt x="11" y="2080"/>
                    </a:lnTo>
                    <a:cubicBezTo>
                      <a:pt x="25" y="2068"/>
                      <a:pt x="77" y="2054"/>
                      <a:pt x="245" y="2054"/>
                    </a:cubicBezTo>
                    <a:cubicBezTo>
                      <a:pt x="307" y="2054"/>
                      <a:pt x="385" y="2056"/>
                      <a:pt x="483" y="2061"/>
                    </a:cubicBezTo>
                    <a:cubicBezTo>
                      <a:pt x="499" y="2062"/>
                      <a:pt x="516" y="2062"/>
                      <a:pt x="532" y="2062"/>
                    </a:cubicBezTo>
                    <a:cubicBezTo>
                      <a:pt x="1135" y="2062"/>
                      <a:pt x="1000" y="1579"/>
                      <a:pt x="1000" y="1579"/>
                    </a:cubicBezTo>
                    <a:lnTo>
                      <a:pt x="1000" y="0"/>
                    </a:lnTo>
                    <a:close/>
                    <a:moveTo>
                      <a:pt x="11" y="2080"/>
                    </a:moveTo>
                    <a:cubicBezTo>
                      <a:pt x="0" y="2089"/>
                      <a:pt x="10" y="2097"/>
                      <a:pt x="10" y="2097"/>
                    </a:cubicBezTo>
                    <a:lnTo>
                      <a:pt x="11" y="2080"/>
                    </a:lnTo>
                    <a:close/>
                  </a:path>
                </a:pathLst>
              </a:custGeom>
              <a:solidFill>
                <a:srgbClr val="F9937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25"/>
              <p:cNvSpPr/>
              <p:nvPr/>
            </p:nvSpPr>
            <p:spPr>
              <a:xfrm>
                <a:off x="8991986" y="2674851"/>
                <a:ext cx="13477" cy="26728"/>
              </a:xfrm>
              <a:custGeom>
                <a:avLst/>
                <a:gdLst/>
                <a:ahLst/>
                <a:cxnLst/>
                <a:rect l="l" t="t" r="r" b="b"/>
                <a:pathLst>
                  <a:path w="179" h="355" extrusionOk="0">
                    <a:moveTo>
                      <a:pt x="95" y="0"/>
                    </a:moveTo>
                    <a:cubicBezTo>
                      <a:pt x="65" y="0"/>
                      <a:pt x="43" y="59"/>
                      <a:pt x="36" y="93"/>
                    </a:cubicBezTo>
                    <a:cubicBezTo>
                      <a:pt x="18" y="164"/>
                      <a:pt x="1" y="245"/>
                      <a:pt x="36" y="316"/>
                    </a:cubicBezTo>
                    <a:cubicBezTo>
                      <a:pt x="48" y="333"/>
                      <a:pt x="67" y="355"/>
                      <a:pt x="87" y="355"/>
                    </a:cubicBezTo>
                    <a:cubicBezTo>
                      <a:pt x="97" y="355"/>
                      <a:pt x="107" y="349"/>
                      <a:pt x="116" y="334"/>
                    </a:cubicBezTo>
                    <a:cubicBezTo>
                      <a:pt x="152" y="280"/>
                      <a:pt x="179" y="93"/>
                      <a:pt x="125" y="22"/>
                    </a:cubicBezTo>
                    <a:cubicBezTo>
                      <a:pt x="114" y="6"/>
                      <a:pt x="104" y="0"/>
                      <a:pt x="9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25"/>
              <p:cNvSpPr/>
              <p:nvPr/>
            </p:nvSpPr>
            <p:spPr>
              <a:xfrm>
                <a:off x="8926861" y="2658965"/>
                <a:ext cx="13477" cy="26728"/>
              </a:xfrm>
              <a:custGeom>
                <a:avLst/>
                <a:gdLst/>
                <a:ahLst/>
                <a:cxnLst/>
                <a:rect l="l" t="t" r="r" b="b"/>
                <a:pathLst>
                  <a:path w="179" h="355" extrusionOk="0">
                    <a:moveTo>
                      <a:pt x="91" y="1"/>
                    </a:moveTo>
                    <a:cubicBezTo>
                      <a:pt x="63" y="1"/>
                      <a:pt x="42" y="57"/>
                      <a:pt x="36" y="90"/>
                    </a:cubicBezTo>
                    <a:cubicBezTo>
                      <a:pt x="18" y="161"/>
                      <a:pt x="0" y="250"/>
                      <a:pt x="36" y="313"/>
                    </a:cubicBezTo>
                    <a:cubicBezTo>
                      <a:pt x="42" y="332"/>
                      <a:pt x="66" y="355"/>
                      <a:pt x="89" y="355"/>
                    </a:cubicBezTo>
                    <a:cubicBezTo>
                      <a:pt x="98" y="355"/>
                      <a:pt x="108" y="350"/>
                      <a:pt x="116" y="340"/>
                    </a:cubicBezTo>
                    <a:cubicBezTo>
                      <a:pt x="152" y="286"/>
                      <a:pt x="179" y="99"/>
                      <a:pt x="125" y="27"/>
                    </a:cubicBezTo>
                    <a:cubicBezTo>
                      <a:pt x="113" y="8"/>
                      <a:pt x="102" y="1"/>
                      <a:pt x="9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25"/>
              <p:cNvSpPr/>
              <p:nvPr/>
            </p:nvSpPr>
            <p:spPr>
              <a:xfrm>
                <a:off x="8984608" y="2648876"/>
                <a:ext cx="51800" cy="22963"/>
              </a:xfrm>
              <a:custGeom>
                <a:avLst/>
                <a:gdLst/>
                <a:ahLst/>
                <a:cxnLst/>
                <a:rect l="l" t="t" r="r" b="b"/>
                <a:pathLst>
                  <a:path w="688" h="305" extrusionOk="0">
                    <a:moveTo>
                      <a:pt x="143" y="1"/>
                    </a:moveTo>
                    <a:cubicBezTo>
                      <a:pt x="92" y="1"/>
                      <a:pt x="41" y="10"/>
                      <a:pt x="0" y="36"/>
                    </a:cubicBezTo>
                    <a:lnTo>
                      <a:pt x="45" y="99"/>
                    </a:lnTo>
                    <a:cubicBezTo>
                      <a:pt x="71" y="83"/>
                      <a:pt x="109" y="74"/>
                      <a:pt x="155" y="74"/>
                    </a:cubicBezTo>
                    <a:cubicBezTo>
                      <a:pt x="189" y="74"/>
                      <a:pt x="227" y="79"/>
                      <a:pt x="268" y="90"/>
                    </a:cubicBezTo>
                    <a:cubicBezTo>
                      <a:pt x="420" y="135"/>
                      <a:pt x="580" y="224"/>
                      <a:pt x="616" y="304"/>
                    </a:cubicBezTo>
                    <a:lnTo>
                      <a:pt x="687" y="268"/>
                    </a:lnTo>
                    <a:cubicBezTo>
                      <a:pt x="625" y="161"/>
                      <a:pt x="438" y="63"/>
                      <a:pt x="286" y="19"/>
                    </a:cubicBezTo>
                    <a:cubicBezTo>
                      <a:pt x="246" y="10"/>
                      <a:pt x="194" y="1"/>
                      <a:pt x="1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Google Shape;1148;p25"/>
              <p:cNvSpPr/>
              <p:nvPr/>
            </p:nvSpPr>
            <p:spPr>
              <a:xfrm>
                <a:off x="8921441" y="2642552"/>
                <a:ext cx="35010" cy="10465"/>
              </a:xfrm>
              <a:custGeom>
                <a:avLst/>
                <a:gdLst/>
                <a:ahLst/>
                <a:cxnLst/>
                <a:rect l="l" t="t" r="r" b="b"/>
                <a:pathLst>
                  <a:path w="465" h="139" extrusionOk="0">
                    <a:moveTo>
                      <a:pt x="176" y="0"/>
                    </a:moveTo>
                    <a:cubicBezTo>
                      <a:pt x="117" y="0"/>
                      <a:pt x="47" y="14"/>
                      <a:pt x="1" y="67"/>
                    </a:cubicBezTo>
                    <a:lnTo>
                      <a:pt x="54" y="120"/>
                    </a:lnTo>
                    <a:cubicBezTo>
                      <a:pt x="77" y="91"/>
                      <a:pt x="123" y="74"/>
                      <a:pt x="189" y="74"/>
                    </a:cubicBezTo>
                    <a:cubicBezTo>
                      <a:pt x="203" y="74"/>
                      <a:pt x="217" y="74"/>
                      <a:pt x="233" y="76"/>
                    </a:cubicBezTo>
                    <a:cubicBezTo>
                      <a:pt x="322" y="85"/>
                      <a:pt x="393" y="120"/>
                      <a:pt x="402" y="138"/>
                    </a:cubicBezTo>
                    <a:lnTo>
                      <a:pt x="465" y="94"/>
                    </a:lnTo>
                    <a:cubicBezTo>
                      <a:pt x="429" y="40"/>
                      <a:pt x="322" y="13"/>
                      <a:pt x="233" y="4"/>
                    </a:cubicBezTo>
                    <a:cubicBezTo>
                      <a:pt x="216" y="2"/>
                      <a:pt x="197" y="0"/>
                      <a:pt x="17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Google Shape;1149;p25"/>
              <p:cNvSpPr/>
              <p:nvPr/>
            </p:nvSpPr>
            <p:spPr>
              <a:xfrm>
                <a:off x="8939585" y="2675077"/>
                <a:ext cx="31622" cy="49767"/>
              </a:xfrm>
              <a:custGeom>
                <a:avLst/>
                <a:gdLst/>
                <a:ahLst/>
                <a:cxnLst/>
                <a:rect l="l" t="t" r="r" b="b"/>
                <a:pathLst>
                  <a:path w="420" h="661" extrusionOk="0">
                    <a:moveTo>
                      <a:pt x="224" y="1"/>
                    </a:moveTo>
                    <a:cubicBezTo>
                      <a:pt x="54" y="366"/>
                      <a:pt x="1" y="581"/>
                      <a:pt x="63" y="625"/>
                    </a:cubicBezTo>
                    <a:cubicBezTo>
                      <a:pt x="99" y="652"/>
                      <a:pt x="143" y="661"/>
                      <a:pt x="179" y="661"/>
                    </a:cubicBezTo>
                    <a:cubicBezTo>
                      <a:pt x="295" y="661"/>
                      <a:pt x="420" y="572"/>
                      <a:pt x="420" y="572"/>
                    </a:cubicBezTo>
                    <a:lnTo>
                      <a:pt x="375" y="509"/>
                    </a:lnTo>
                    <a:cubicBezTo>
                      <a:pt x="341" y="537"/>
                      <a:pt x="247" y="586"/>
                      <a:pt x="174" y="586"/>
                    </a:cubicBezTo>
                    <a:cubicBezTo>
                      <a:pt x="152" y="586"/>
                      <a:pt x="133" y="582"/>
                      <a:pt x="117" y="572"/>
                    </a:cubicBezTo>
                    <a:cubicBezTo>
                      <a:pt x="99" y="527"/>
                      <a:pt x="197" y="259"/>
                      <a:pt x="295" y="36"/>
                    </a:cubicBezTo>
                    <a:lnTo>
                      <a:pt x="224" y="1"/>
                    </a:lnTo>
                    <a:close/>
                  </a:path>
                </a:pathLst>
              </a:custGeom>
              <a:solidFill>
                <a:srgbClr val="D867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25"/>
              <p:cNvSpPr/>
              <p:nvPr/>
            </p:nvSpPr>
            <p:spPr>
              <a:xfrm>
                <a:off x="8933562" y="2742912"/>
                <a:ext cx="65201" cy="35386"/>
              </a:xfrm>
              <a:custGeom>
                <a:avLst/>
                <a:gdLst/>
                <a:ahLst/>
                <a:cxnLst/>
                <a:rect l="l" t="t" r="r" b="b"/>
                <a:pathLst>
                  <a:path w="866" h="470" extrusionOk="0">
                    <a:moveTo>
                      <a:pt x="9" y="1"/>
                    </a:moveTo>
                    <a:cubicBezTo>
                      <a:pt x="0" y="224"/>
                      <a:pt x="107" y="420"/>
                      <a:pt x="313" y="465"/>
                    </a:cubicBezTo>
                    <a:cubicBezTo>
                      <a:pt x="332" y="468"/>
                      <a:pt x="352" y="470"/>
                      <a:pt x="372" y="470"/>
                    </a:cubicBezTo>
                    <a:cubicBezTo>
                      <a:pt x="603" y="470"/>
                      <a:pt x="833" y="239"/>
                      <a:pt x="86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25"/>
              <p:cNvSpPr/>
              <p:nvPr/>
            </p:nvSpPr>
            <p:spPr>
              <a:xfrm>
                <a:off x="8975875" y="2765800"/>
                <a:ext cx="67912" cy="39000"/>
              </a:xfrm>
              <a:custGeom>
                <a:avLst/>
                <a:gdLst/>
                <a:ahLst/>
                <a:cxnLst/>
                <a:rect l="l" t="t" r="r" b="b"/>
                <a:pathLst>
                  <a:path w="902" h="518" extrusionOk="0">
                    <a:moveTo>
                      <a:pt x="857" y="0"/>
                    </a:moveTo>
                    <a:cubicBezTo>
                      <a:pt x="385" y="438"/>
                      <a:pt x="36" y="446"/>
                      <a:pt x="11" y="446"/>
                    </a:cubicBezTo>
                    <a:cubicBezTo>
                      <a:pt x="10" y="446"/>
                      <a:pt x="9" y="446"/>
                      <a:pt x="9" y="446"/>
                    </a:cubicBezTo>
                    <a:lnTo>
                      <a:pt x="0" y="517"/>
                    </a:lnTo>
                    <a:lnTo>
                      <a:pt x="18" y="517"/>
                    </a:lnTo>
                    <a:cubicBezTo>
                      <a:pt x="90" y="517"/>
                      <a:pt x="438" y="491"/>
                      <a:pt x="901" y="54"/>
                    </a:cubicBezTo>
                    <a:lnTo>
                      <a:pt x="857" y="0"/>
                    </a:lnTo>
                    <a:close/>
                  </a:path>
                </a:pathLst>
              </a:custGeom>
              <a:solidFill>
                <a:srgbClr val="D867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25"/>
              <p:cNvSpPr/>
              <p:nvPr/>
            </p:nvSpPr>
            <p:spPr>
              <a:xfrm>
                <a:off x="8878451" y="2521939"/>
                <a:ext cx="307033" cy="224515"/>
              </a:xfrm>
              <a:custGeom>
                <a:avLst/>
                <a:gdLst/>
                <a:ahLst/>
                <a:cxnLst/>
                <a:rect l="l" t="t" r="r" b="b"/>
                <a:pathLst>
                  <a:path w="4078" h="2982" extrusionOk="0">
                    <a:moveTo>
                      <a:pt x="1912" y="0"/>
                    </a:moveTo>
                    <a:cubicBezTo>
                      <a:pt x="1454" y="0"/>
                      <a:pt x="1137" y="239"/>
                      <a:pt x="1000" y="456"/>
                    </a:cubicBezTo>
                    <a:cubicBezTo>
                      <a:pt x="393" y="456"/>
                      <a:pt x="108" y="928"/>
                      <a:pt x="1" y="1223"/>
                    </a:cubicBezTo>
                    <a:cubicBezTo>
                      <a:pt x="117" y="1276"/>
                      <a:pt x="242" y="1339"/>
                      <a:pt x="376" y="1366"/>
                    </a:cubicBezTo>
                    <a:cubicBezTo>
                      <a:pt x="423" y="1375"/>
                      <a:pt x="470" y="1380"/>
                      <a:pt x="517" y="1380"/>
                    </a:cubicBezTo>
                    <a:cubicBezTo>
                      <a:pt x="774" y="1380"/>
                      <a:pt x="1021" y="1240"/>
                      <a:pt x="1134" y="991"/>
                    </a:cubicBezTo>
                    <a:cubicBezTo>
                      <a:pt x="1348" y="1339"/>
                      <a:pt x="1723" y="1383"/>
                      <a:pt x="1981" y="1660"/>
                    </a:cubicBezTo>
                    <a:cubicBezTo>
                      <a:pt x="2267" y="1954"/>
                      <a:pt x="2249" y="2400"/>
                      <a:pt x="2499" y="2704"/>
                    </a:cubicBezTo>
                    <a:cubicBezTo>
                      <a:pt x="2666" y="2913"/>
                      <a:pt x="2944" y="2981"/>
                      <a:pt x="3207" y="2981"/>
                    </a:cubicBezTo>
                    <a:cubicBezTo>
                      <a:pt x="3224" y="2981"/>
                      <a:pt x="3240" y="2981"/>
                      <a:pt x="3257" y="2980"/>
                    </a:cubicBezTo>
                    <a:cubicBezTo>
                      <a:pt x="3391" y="2971"/>
                      <a:pt x="3543" y="2954"/>
                      <a:pt x="3658" y="2873"/>
                    </a:cubicBezTo>
                    <a:cubicBezTo>
                      <a:pt x="4078" y="2570"/>
                      <a:pt x="3801" y="1928"/>
                      <a:pt x="3694" y="1544"/>
                    </a:cubicBezTo>
                    <a:cubicBezTo>
                      <a:pt x="3569" y="1080"/>
                      <a:pt x="3373" y="768"/>
                      <a:pt x="3007" y="447"/>
                    </a:cubicBezTo>
                    <a:cubicBezTo>
                      <a:pt x="2740" y="215"/>
                      <a:pt x="2418" y="45"/>
                      <a:pt x="2071" y="10"/>
                    </a:cubicBezTo>
                    <a:cubicBezTo>
                      <a:pt x="2016" y="3"/>
                      <a:pt x="1963" y="0"/>
                      <a:pt x="191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25"/>
              <p:cNvSpPr/>
              <p:nvPr/>
            </p:nvSpPr>
            <p:spPr>
              <a:xfrm>
                <a:off x="8976552" y="2533382"/>
                <a:ext cx="211640" cy="299654"/>
              </a:xfrm>
              <a:custGeom>
                <a:avLst/>
                <a:gdLst/>
                <a:ahLst/>
                <a:cxnLst/>
                <a:rect l="l" t="t" r="r" b="b"/>
                <a:pathLst>
                  <a:path w="2811" h="3980" extrusionOk="0">
                    <a:moveTo>
                      <a:pt x="1285" y="0"/>
                    </a:moveTo>
                    <a:lnTo>
                      <a:pt x="0" y="1035"/>
                    </a:lnTo>
                    <a:cubicBezTo>
                      <a:pt x="393" y="1285"/>
                      <a:pt x="714" y="1767"/>
                      <a:pt x="839" y="2240"/>
                    </a:cubicBezTo>
                    <a:cubicBezTo>
                      <a:pt x="910" y="2489"/>
                      <a:pt x="982" y="2748"/>
                      <a:pt x="1017" y="3016"/>
                    </a:cubicBezTo>
                    <a:cubicBezTo>
                      <a:pt x="1053" y="3319"/>
                      <a:pt x="1062" y="3979"/>
                      <a:pt x="1062" y="3979"/>
                    </a:cubicBezTo>
                    <a:cubicBezTo>
                      <a:pt x="1062" y="3970"/>
                      <a:pt x="1383" y="3872"/>
                      <a:pt x="1410" y="3863"/>
                    </a:cubicBezTo>
                    <a:cubicBezTo>
                      <a:pt x="1579" y="3801"/>
                      <a:pt x="1731" y="3738"/>
                      <a:pt x="1883" y="3622"/>
                    </a:cubicBezTo>
                    <a:cubicBezTo>
                      <a:pt x="2168" y="3408"/>
                      <a:pt x="2391" y="3087"/>
                      <a:pt x="2507" y="2721"/>
                    </a:cubicBezTo>
                    <a:cubicBezTo>
                      <a:pt x="2810" y="1704"/>
                      <a:pt x="2240" y="402"/>
                      <a:pt x="128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25"/>
              <p:cNvSpPr/>
              <p:nvPr/>
            </p:nvSpPr>
            <p:spPr>
              <a:xfrm>
                <a:off x="9033621" y="2699094"/>
                <a:ext cx="44421" cy="56317"/>
              </a:xfrm>
              <a:custGeom>
                <a:avLst/>
                <a:gdLst/>
                <a:ahLst/>
                <a:cxnLst/>
                <a:rect l="l" t="t" r="r" b="b"/>
                <a:pathLst>
                  <a:path w="590" h="748" extrusionOk="0">
                    <a:moveTo>
                      <a:pt x="293" y="1"/>
                    </a:moveTo>
                    <a:cubicBezTo>
                      <a:pt x="213" y="1"/>
                      <a:pt x="136" y="69"/>
                      <a:pt x="90" y="181"/>
                    </a:cubicBezTo>
                    <a:lnTo>
                      <a:pt x="1" y="609"/>
                    </a:lnTo>
                    <a:cubicBezTo>
                      <a:pt x="33" y="699"/>
                      <a:pt x="120" y="748"/>
                      <a:pt x="210" y="748"/>
                    </a:cubicBezTo>
                    <a:cubicBezTo>
                      <a:pt x="245" y="748"/>
                      <a:pt x="280" y="740"/>
                      <a:pt x="313" y="725"/>
                    </a:cubicBezTo>
                    <a:cubicBezTo>
                      <a:pt x="509" y="636"/>
                      <a:pt x="589" y="333"/>
                      <a:pt x="465" y="128"/>
                    </a:cubicBezTo>
                    <a:cubicBezTo>
                      <a:pt x="415" y="40"/>
                      <a:pt x="353" y="1"/>
                      <a:pt x="293" y="1"/>
                    </a:cubicBezTo>
                    <a:close/>
                  </a:path>
                </a:pathLst>
              </a:custGeom>
              <a:solidFill>
                <a:srgbClr val="F9937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55" name="Google Shape;1155;p25"/>
            <p:cNvSpPr/>
            <p:nvPr/>
          </p:nvSpPr>
          <p:spPr>
            <a:xfrm>
              <a:off x="7529122" y="2696609"/>
              <a:ext cx="62566" cy="49089"/>
            </a:xfrm>
            <a:custGeom>
              <a:avLst/>
              <a:gdLst/>
              <a:ahLst/>
              <a:cxnLst/>
              <a:rect l="l" t="t" r="r" b="b"/>
              <a:pathLst>
                <a:path w="831" h="652" extrusionOk="0">
                  <a:moveTo>
                    <a:pt x="768" y="0"/>
                  </a:moveTo>
                  <a:cubicBezTo>
                    <a:pt x="357" y="526"/>
                    <a:pt x="0" y="571"/>
                    <a:pt x="0" y="571"/>
                  </a:cubicBezTo>
                  <a:lnTo>
                    <a:pt x="9" y="651"/>
                  </a:lnTo>
                  <a:cubicBezTo>
                    <a:pt x="18" y="642"/>
                    <a:pt x="393" y="607"/>
                    <a:pt x="830" y="45"/>
                  </a:cubicBezTo>
                  <a:lnTo>
                    <a:pt x="768" y="0"/>
                  </a:lnTo>
                  <a:close/>
                </a:path>
              </a:pathLst>
            </a:custGeom>
            <a:solidFill>
              <a:srgbClr val="D867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56" name="Google Shape;1156;p25"/>
            <p:cNvGrpSpPr/>
            <p:nvPr/>
          </p:nvGrpSpPr>
          <p:grpSpPr>
            <a:xfrm>
              <a:off x="7249047" y="2407725"/>
              <a:ext cx="1316506" cy="2133694"/>
              <a:chOff x="7249047" y="2407725"/>
              <a:chExt cx="1316506" cy="2133694"/>
            </a:xfrm>
          </p:grpSpPr>
          <p:sp>
            <p:nvSpPr>
              <p:cNvPr id="1157" name="Google Shape;1157;p25"/>
              <p:cNvSpPr/>
              <p:nvPr/>
            </p:nvSpPr>
            <p:spPr>
              <a:xfrm>
                <a:off x="7866266" y="4466505"/>
                <a:ext cx="183105" cy="72053"/>
              </a:xfrm>
              <a:custGeom>
                <a:avLst/>
                <a:gdLst/>
                <a:ahLst/>
                <a:cxnLst/>
                <a:rect l="l" t="t" r="r" b="b"/>
                <a:pathLst>
                  <a:path w="2432" h="957" extrusionOk="0">
                    <a:moveTo>
                      <a:pt x="391" y="0"/>
                    </a:moveTo>
                    <a:cubicBezTo>
                      <a:pt x="306" y="0"/>
                      <a:pt x="241" y="18"/>
                      <a:pt x="206" y="61"/>
                    </a:cubicBezTo>
                    <a:cubicBezTo>
                      <a:pt x="1" y="329"/>
                      <a:pt x="447" y="543"/>
                      <a:pt x="1482" y="855"/>
                    </a:cubicBezTo>
                    <a:cubicBezTo>
                      <a:pt x="1727" y="927"/>
                      <a:pt x="1907" y="957"/>
                      <a:pt x="2031" y="957"/>
                    </a:cubicBezTo>
                    <a:cubicBezTo>
                      <a:pt x="2432" y="957"/>
                      <a:pt x="2254" y="653"/>
                      <a:pt x="1812" y="490"/>
                    </a:cubicBezTo>
                    <a:cubicBezTo>
                      <a:pt x="1812" y="490"/>
                      <a:pt x="833" y="0"/>
                      <a:pt x="3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25"/>
              <p:cNvSpPr/>
              <p:nvPr/>
            </p:nvSpPr>
            <p:spPr>
              <a:xfrm>
                <a:off x="7889831" y="4181611"/>
                <a:ext cx="157883" cy="344376"/>
              </a:xfrm>
              <a:custGeom>
                <a:avLst/>
                <a:gdLst/>
                <a:ahLst/>
                <a:cxnLst/>
                <a:rect l="l" t="t" r="r" b="b"/>
                <a:pathLst>
                  <a:path w="2097" h="4574" extrusionOk="0">
                    <a:moveTo>
                      <a:pt x="839" y="0"/>
                    </a:moveTo>
                    <a:cubicBezTo>
                      <a:pt x="839" y="0"/>
                      <a:pt x="410" y="2338"/>
                      <a:pt x="205" y="3274"/>
                    </a:cubicBezTo>
                    <a:cubicBezTo>
                      <a:pt x="170" y="3417"/>
                      <a:pt x="0" y="3845"/>
                      <a:pt x="27" y="3926"/>
                    </a:cubicBezTo>
                    <a:cubicBezTo>
                      <a:pt x="132" y="4218"/>
                      <a:pt x="1434" y="4574"/>
                      <a:pt x="1884" y="4574"/>
                    </a:cubicBezTo>
                    <a:cubicBezTo>
                      <a:pt x="1969" y="4574"/>
                      <a:pt x="2024" y="4561"/>
                      <a:pt x="2034" y="4532"/>
                    </a:cubicBezTo>
                    <a:cubicBezTo>
                      <a:pt x="2097" y="4354"/>
                      <a:pt x="1026" y="3506"/>
                      <a:pt x="1026" y="3506"/>
                    </a:cubicBezTo>
                    <a:lnTo>
                      <a:pt x="1998" y="482"/>
                    </a:lnTo>
                    <a:lnTo>
                      <a:pt x="839" y="0"/>
                    </a:lnTo>
                    <a:close/>
                  </a:path>
                </a:pathLst>
              </a:custGeom>
              <a:solidFill>
                <a:srgbClr val="FFB69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25"/>
              <p:cNvSpPr/>
              <p:nvPr/>
            </p:nvSpPr>
            <p:spPr>
              <a:xfrm>
                <a:off x="7959624" y="4463042"/>
                <a:ext cx="94790" cy="78377"/>
              </a:xfrm>
              <a:custGeom>
                <a:avLst/>
                <a:gdLst/>
                <a:ahLst/>
                <a:cxnLst/>
                <a:rect l="l" t="t" r="r" b="b"/>
                <a:pathLst>
                  <a:path w="1259" h="1041" extrusionOk="0">
                    <a:moveTo>
                      <a:pt x="411" y="0"/>
                    </a:moveTo>
                    <a:cubicBezTo>
                      <a:pt x="197" y="259"/>
                      <a:pt x="1" y="821"/>
                      <a:pt x="1" y="821"/>
                    </a:cubicBezTo>
                    <a:cubicBezTo>
                      <a:pt x="261" y="919"/>
                      <a:pt x="645" y="1040"/>
                      <a:pt x="907" y="1040"/>
                    </a:cubicBezTo>
                    <a:cubicBezTo>
                      <a:pt x="1049" y="1040"/>
                      <a:pt x="1156" y="1005"/>
                      <a:pt x="1187" y="910"/>
                    </a:cubicBezTo>
                    <a:cubicBezTo>
                      <a:pt x="1259" y="705"/>
                      <a:pt x="955" y="259"/>
                      <a:pt x="41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25"/>
              <p:cNvSpPr/>
              <p:nvPr/>
            </p:nvSpPr>
            <p:spPr>
              <a:xfrm>
                <a:off x="8367841" y="4439853"/>
                <a:ext cx="197712" cy="40431"/>
              </a:xfrm>
              <a:custGeom>
                <a:avLst/>
                <a:gdLst/>
                <a:ahLst/>
                <a:cxnLst/>
                <a:rect l="l" t="t" r="r" b="b"/>
                <a:pathLst>
                  <a:path w="2626" h="537" extrusionOk="0">
                    <a:moveTo>
                      <a:pt x="760" y="1"/>
                    </a:moveTo>
                    <a:cubicBezTo>
                      <a:pt x="443" y="1"/>
                      <a:pt x="161" y="40"/>
                      <a:pt x="110" y="175"/>
                    </a:cubicBezTo>
                    <a:cubicBezTo>
                      <a:pt x="1" y="448"/>
                      <a:pt x="363" y="537"/>
                      <a:pt x="1172" y="537"/>
                    </a:cubicBezTo>
                    <a:cubicBezTo>
                      <a:pt x="1288" y="537"/>
                      <a:pt x="1412" y="535"/>
                      <a:pt x="1546" y="531"/>
                    </a:cubicBezTo>
                    <a:cubicBezTo>
                      <a:pt x="2626" y="505"/>
                      <a:pt x="2376" y="103"/>
                      <a:pt x="1760" y="85"/>
                    </a:cubicBezTo>
                    <a:cubicBezTo>
                      <a:pt x="1760" y="85"/>
                      <a:pt x="1223" y="1"/>
                      <a:pt x="76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25"/>
              <p:cNvSpPr/>
              <p:nvPr/>
            </p:nvSpPr>
            <p:spPr>
              <a:xfrm>
                <a:off x="8361291" y="4154055"/>
                <a:ext cx="183482" cy="315239"/>
              </a:xfrm>
              <a:custGeom>
                <a:avLst/>
                <a:gdLst/>
                <a:ahLst/>
                <a:cxnLst/>
                <a:rect l="l" t="t" r="r" b="b"/>
                <a:pathLst>
                  <a:path w="2437" h="4187" extrusionOk="0">
                    <a:moveTo>
                      <a:pt x="1" y="1"/>
                    </a:moveTo>
                    <a:cubicBezTo>
                      <a:pt x="1" y="1"/>
                      <a:pt x="268" y="2400"/>
                      <a:pt x="340" y="3346"/>
                    </a:cubicBezTo>
                    <a:cubicBezTo>
                      <a:pt x="349" y="3507"/>
                      <a:pt x="277" y="3962"/>
                      <a:pt x="322" y="4024"/>
                    </a:cubicBezTo>
                    <a:cubicBezTo>
                      <a:pt x="408" y="4141"/>
                      <a:pt x="743" y="4187"/>
                      <a:pt x="1121" y="4187"/>
                    </a:cubicBezTo>
                    <a:cubicBezTo>
                      <a:pt x="1721" y="4187"/>
                      <a:pt x="2431" y="4073"/>
                      <a:pt x="2436" y="3953"/>
                    </a:cubicBezTo>
                    <a:cubicBezTo>
                      <a:pt x="2436" y="3765"/>
                      <a:pt x="1267" y="3400"/>
                      <a:pt x="1267" y="3400"/>
                    </a:cubicBezTo>
                    <a:lnTo>
                      <a:pt x="1250" y="99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B69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Google Shape;1162;p25"/>
              <p:cNvSpPr/>
              <p:nvPr/>
            </p:nvSpPr>
            <p:spPr>
              <a:xfrm>
                <a:off x="8465415" y="4411318"/>
                <a:ext cx="88089" cy="68966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916" extrusionOk="0">
                    <a:moveTo>
                      <a:pt x="161" y="0"/>
                    </a:moveTo>
                    <a:cubicBezTo>
                      <a:pt x="27" y="313"/>
                      <a:pt x="0" y="910"/>
                      <a:pt x="0" y="910"/>
                    </a:cubicBezTo>
                    <a:cubicBezTo>
                      <a:pt x="70" y="913"/>
                      <a:pt x="148" y="915"/>
                      <a:pt x="229" y="915"/>
                    </a:cubicBezTo>
                    <a:cubicBezTo>
                      <a:pt x="646" y="915"/>
                      <a:pt x="1153" y="864"/>
                      <a:pt x="1160" y="625"/>
                    </a:cubicBezTo>
                    <a:cubicBezTo>
                      <a:pt x="1169" y="411"/>
                      <a:pt x="750" y="72"/>
                      <a:pt x="16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Google Shape;1163;p25"/>
              <p:cNvSpPr/>
              <p:nvPr/>
            </p:nvSpPr>
            <p:spPr>
              <a:xfrm>
                <a:off x="7378017" y="3406510"/>
                <a:ext cx="1131157" cy="910557"/>
              </a:xfrm>
              <a:custGeom>
                <a:avLst/>
                <a:gdLst/>
                <a:ahLst/>
                <a:cxnLst/>
                <a:rect l="l" t="t" r="r" b="b"/>
                <a:pathLst>
                  <a:path w="15024" h="12094" extrusionOk="0">
                    <a:moveTo>
                      <a:pt x="6316" y="1"/>
                    </a:moveTo>
                    <a:lnTo>
                      <a:pt x="598" y="964"/>
                    </a:lnTo>
                    <a:cubicBezTo>
                      <a:pt x="598" y="964"/>
                      <a:pt x="0" y="5576"/>
                      <a:pt x="2989" y="5576"/>
                    </a:cubicBezTo>
                    <a:lnTo>
                      <a:pt x="6646" y="5576"/>
                    </a:lnTo>
                    <a:cubicBezTo>
                      <a:pt x="6976" y="5576"/>
                      <a:pt x="7244" y="5862"/>
                      <a:pt x="7244" y="6201"/>
                    </a:cubicBezTo>
                    <a:cubicBezTo>
                      <a:pt x="7244" y="7548"/>
                      <a:pt x="6736" y="10652"/>
                      <a:pt x="6736" y="11473"/>
                    </a:cubicBezTo>
                    <a:cubicBezTo>
                      <a:pt x="7106" y="11663"/>
                      <a:pt x="9176" y="12094"/>
                      <a:pt x="11197" y="12094"/>
                    </a:cubicBezTo>
                    <a:cubicBezTo>
                      <a:pt x="12784" y="12094"/>
                      <a:pt x="14341" y="11829"/>
                      <a:pt x="15023" y="10973"/>
                    </a:cubicBezTo>
                    <a:cubicBezTo>
                      <a:pt x="14782" y="9528"/>
                      <a:pt x="13926" y="4185"/>
                      <a:pt x="13373" y="3346"/>
                    </a:cubicBezTo>
                    <a:cubicBezTo>
                      <a:pt x="11553" y="598"/>
                      <a:pt x="6316" y="1"/>
                      <a:pt x="631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Google Shape;1164;p25"/>
              <p:cNvSpPr/>
              <p:nvPr/>
            </p:nvSpPr>
            <p:spPr>
              <a:xfrm>
                <a:off x="7449842" y="3503257"/>
                <a:ext cx="532074" cy="78723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10456" extrusionOk="0">
                    <a:moveTo>
                      <a:pt x="420" y="0"/>
                    </a:moveTo>
                    <a:cubicBezTo>
                      <a:pt x="420" y="36"/>
                      <a:pt x="1" y="2962"/>
                      <a:pt x="1669" y="3399"/>
                    </a:cubicBezTo>
                    <a:cubicBezTo>
                      <a:pt x="2002" y="3486"/>
                      <a:pt x="2451" y="3504"/>
                      <a:pt x="2952" y="3504"/>
                    </a:cubicBezTo>
                    <a:cubicBezTo>
                      <a:pt x="3176" y="3504"/>
                      <a:pt x="3410" y="3500"/>
                      <a:pt x="3650" y="3497"/>
                    </a:cubicBezTo>
                    <a:cubicBezTo>
                      <a:pt x="3900" y="3493"/>
                      <a:pt x="4151" y="3488"/>
                      <a:pt x="4398" y="3488"/>
                    </a:cubicBezTo>
                    <a:cubicBezTo>
                      <a:pt x="5567" y="3488"/>
                      <a:pt x="6611" y="3593"/>
                      <a:pt x="6736" y="4300"/>
                    </a:cubicBezTo>
                    <a:cubicBezTo>
                      <a:pt x="6995" y="5719"/>
                      <a:pt x="6736" y="10411"/>
                      <a:pt x="6736" y="10456"/>
                    </a:cubicBezTo>
                    <a:lnTo>
                      <a:pt x="6808" y="10456"/>
                    </a:lnTo>
                    <a:cubicBezTo>
                      <a:pt x="6816" y="10411"/>
                      <a:pt x="7066" y="5719"/>
                      <a:pt x="6808" y="4282"/>
                    </a:cubicBezTo>
                    <a:cubicBezTo>
                      <a:pt x="6674" y="3518"/>
                      <a:pt x="5596" y="3408"/>
                      <a:pt x="4385" y="3408"/>
                    </a:cubicBezTo>
                    <a:cubicBezTo>
                      <a:pt x="4140" y="3408"/>
                      <a:pt x="3890" y="3413"/>
                      <a:pt x="3641" y="3417"/>
                    </a:cubicBezTo>
                    <a:cubicBezTo>
                      <a:pt x="3372" y="3423"/>
                      <a:pt x="3109" y="3430"/>
                      <a:pt x="2859" y="3430"/>
                    </a:cubicBezTo>
                    <a:cubicBezTo>
                      <a:pt x="2403" y="3430"/>
                      <a:pt x="1993" y="3409"/>
                      <a:pt x="1687" y="3328"/>
                    </a:cubicBezTo>
                    <a:cubicBezTo>
                      <a:pt x="81" y="2909"/>
                      <a:pt x="491" y="45"/>
                      <a:pt x="500" y="18"/>
                    </a:cubicBezTo>
                    <a:lnTo>
                      <a:pt x="42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25"/>
              <p:cNvSpPr/>
              <p:nvPr/>
            </p:nvSpPr>
            <p:spPr>
              <a:xfrm>
                <a:off x="7579490" y="2773856"/>
                <a:ext cx="370201" cy="355218"/>
              </a:xfrm>
              <a:custGeom>
                <a:avLst/>
                <a:gdLst/>
                <a:ahLst/>
                <a:cxnLst/>
                <a:rect l="l" t="t" r="r" b="b"/>
                <a:pathLst>
                  <a:path w="4917" h="4718" extrusionOk="0">
                    <a:moveTo>
                      <a:pt x="1" y="0"/>
                    </a:moveTo>
                    <a:lnTo>
                      <a:pt x="1187" y="2061"/>
                    </a:lnTo>
                    <a:cubicBezTo>
                      <a:pt x="1187" y="2061"/>
                      <a:pt x="1758" y="4211"/>
                      <a:pt x="2222" y="4701"/>
                    </a:cubicBezTo>
                    <a:cubicBezTo>
                      <a:pt x="2271" y="4712"/>
                      <a:pt x="2329" y="4717"/>
                      <a:pt x="2394" y="4717"/>
                    </a:cubicBezTo>
                    <a:cubicBezTo>
                      <a:pt x="3168" y="4717"/>
                      <a:pt x="4916" y="3988"/>
                      <a:pt x="4916" y="3988"/>
                    </a:cubicBezTo>
                    <a:cubicBezTo>
                      <a:pt x="4916" y="3988"/>
                      <a:pt x="3881" y="1570"/>
                      <a:pt x="2944" y="785"/>
                    </a:cubicBezTo>
                    <a:cubicBezTo>
                      <a:pt x="2093" y="77"/>
                      <a:pt x="1129" y="9"/>
                      <a:pt x="532" y="9"/>
                    </a:cubicBezTo>
                    <a:cubicBezTo>
                      <a:pt x="391" y="9"/>
                      <a:pt x="271" y="13"/>
                      <a:pt x="177" y="13"/>
                    </a:cubicBezTo>
                    <a:cubicBezTo>
                      <a:pt x="98" y="13"/>
                      <a:pt x="38" y="10"/>
                      <a:pt x="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25"/>
              <p:cNvSpPr/>
              <p:nvPr/>
            </p:nvSpPr>
            <p:spPr>
              <a:xfrm>
                <a:off x="7339695" y="2784622"/>
                <a:ext cx="593812" cy="757116"/>
              </a:xfrm>
              <a:custGeom>
                <a:avLst/>
                <a:gdLst/>
                <a:ahLst/>
                <a:cxnLst/>
                <a:rect l="l" t="t" r="r" b="b"/>
                <a:pathLst>
                  <a:path w="7887" h="10056" extrusionOk="0">
                    <a:moveTo>
                      <a:pt x="3023" y="0"/>
                    </a:moveTo>
                    <a:cubicBezTo>
                      <a:pt x="2800" y="0"/>
                      <a:pt x="2545" y="20"/>
                      <a:pt x="2258" y="71"/>
                    </a:cubicBezTo>
                    <a:cubicBezTo>
                      <a:pt x="964" y="312"/>
                      <a:pt x="1" y="1615"/>
                      <a:pt x="1" y="1615"/>
                    </a:cubicBezTo>
                    <a:cubicBezTo>
                      <a:pt x="1" y="1615"/>
                      <a:pt x="72" y="7815"/>
                      <a:pt x="839" y="9849"/>
                    </a:cubicBezTo>
                    <a:cubicBezTo>
                      <a:pt x="1430" y="9995"/>
                      <a:pt x="2020" y="10056"/>
                      <a:pt x="2594" y="10056"/>
                    </a:cubicBezTo>
                    <a:cubicBezTo>
                      <a:pt x="5449" y="10056"/>
                      <a:pt x="7887" y="8546"/>
                      <a:pt x="7887" y="8546"/>
                    </a:cubicBezTo>
                    <a:cubicBezTo>
                      <a:pt x="7245" y="7681"/>
                      <a:pt x="7057" y="6334"/>
                      <a:pt x="6692" y="5112"/>
                    </a:cubicBezTo>
                    <a:cubicBezTo>
                      <a:pt x="6326" y="3898"/>
                      <a:pt x="6076" y="2632"/>
                      <a:pt x="5550" y="1472"/>
                    </a:cubicBezTo>
                    <a:lnTo>
                      <a:pt x="4203" y="250"/>
                    </a:lnTo>
                    <a:cubicBezTo>
                      <a:pt x="4203" y="250"/>
                      <a:pt x="3812" y="0"/>
                      <a:pt x="302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25"/>
              <p:cNvSpPr/>
              <p:nvPr/>
            </p:nvSpPr>
            <p:spPr>
              <a:xfrm>
                <a:off x="7762819" y="2926994"/>
                <a:ext cx="42464" cy="122271"/>
              </a:xfrm>
              <a:custGeom>
                <a:avLst/>
                <a:gdLst/>
                <a:ahLst/>
                <a:cxnLst/>
                <a:rect l="l" t="t" r="r" b="b"/>
                <a:pathLst>
                  <a:path w="564" h="1624" extrusionOk="0">
                    <a:moveTo>
                      <a:pt x="72" y="0"/>
                    </a:moveTo>
                    <a:lnTo>
                      <a:pt x="1" y="45"/>
                    </a:lnTo>
                    <a:cubicBezTo>
                      <a:pt x="10" y="54"/>
                      <a:pt x="492" y="839"/>
                      <a:pt x="492" y="1624"/>
                    </a:cubicBezTo>
                    <a:lnTo>
                      <a:pt x="563" y="1624"/>
                    </a:lnTo>
                    <a:cubicBezTo>
                      <a:pt x="563" y="821"/>
                      <a:pt x="72" y="9"/>
                      <a:pt x="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25"/>
              <p:cNvSpPr/>
              <p:nvPr/>
            </p:nvSpPr>
            <p:spPr>
              <a:xfrm>
                <a:off x="7249047" y="2774082"/>
                <a:ext cx="311023" cy="465443"/>
              </a:xfrm>
              <a:custGeom>
                <a:avLst/>
                <a:gdLst/>
                <a:ahLst/>
                <a:cxnLst/>
                <a:rect l="l" t="t" r="r" b="b"/>
                <a:pathLst>
                  <a:path w="4131" h="6182" extrusionOk="0">
                    <a:moveTo>
                      <a:pt x="3907" y="0"/>
                    </a:moveTo>
                    <a:cubicBezTo>
                      <a:pt x="3265" y="0"/>
                      <a:pt x="1418" y="120"/>
                      <a:pt x="803" y="1460"/>
                    </a:cubicBezTo>
                    <a:cubicBezTo>
                      <a:pt x="0" y="3218"/>
                      <a:pt x="348" y="5296"/>
                      <a:pt x="607" y="6099"/>
                    </a:cubicBezTo>
                    <a:cubicBezTo>
                      <a:pt x="746" y="6157"/>
                      <a:pt x="892" y="6182"/>
                      <a:pt x="1039" y="6182"/>
                    </a:cubicBezTo>
                    <a:cubicBezTo>
                      <a:pt x="1963" y="6182"/>
                      <a:pt x="2971" y="5207"/>
                      <a:pt x="2971" y="5207"/>
                    </a:cubicBezTo>
                    <a:lnTo>
                      <a:pt x="2311" y="2058"/>
                    </a:lnTo>
                    <a:lnTo>
                      <a:pt x="4131" y="6"/>
                    </a:lnTo>
                    <a:cubicBezTo>
                      <a:pt x="4131" y="6"/>
                      <a:pt x="4048" y="0"/>
                      <a:pt x="390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Google Shape;1169;p25"/>
              <p:cNvSpPr/>
              <p:nvPr/>
            </p:nvSpPr>
            <p:spPr>
              <a:xfrm>
                <a:off x="7439754" y="2939718"/>
                <a:ext cx="15585" cy="128369"/>
              </a:xfrm>
              <a:custGeom>
                <a:avLst/>
                <a:gdLst/>
                <a:ahLst/>
                <a:cxnLst/>
                <a:rect l="l" t="t" r="r" b="b"/>
                <a:pathLst>
                  <a:path w="207" h="1705" extrusionOk="0">
                    <a:moveTo>
                      <a:pt x="81" y="1"/>
                    </a:moveTo>
                    <a:lnTo>
                      <a:pt x="1" y="9"/>
                    </a:lnTo>
                    <a:lnTo>
                      <a:pt x="126" y="1704"/>
                    </a:lnTo>
                    <a:lnTo>
                      <a:pt x="206" y="1704"/>
                    </a:lnTo>
                    <a:lnTo>
                      <a:pt x="8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Google Shape;1170;p25"/>
              <p:cNvSpPr/>
              <p:nvPr/>
            </p:nvSpPr>
            <p:spPr>
              <a:xfrm>
                <a:off x="7383362" y="2532027"/>
                <a:ext cx="354014" cy="246048"/>
              </a:xfrm>
              <a:custGeom>
                <a:avLst/>
                <a:gdLst/>
                <a:ahLst/>
                <a:cxnLst/>
                <a:rect l="l" t="t" r="r" b="b"/>
                <a:pathLst>
                  <a:path w="4702" h="3268" extrusionOk="0">
                    <a:moveTo>
                      <a:pt x="3480" y="1"/>
                    </a:moveTo>
                    <a:lnTo>
                      <a:pt x="866" y="54"/>
                    </a:lnTo>
                    <a:cubicBezTo>
                      <a:pt x="759" y="571"/>
                      <a:pt x="580" y="1080"/>
                      <a:pt x="331" y="1544"/>
                    </a:cubicBezTo>
                    <a:cubicBezTo>
                      <a:pt x="206" y="1767"/>
                      <a:pt x="63" y="1990"/>
                      <a:pt x="36" y="2249"/>
                    </a:cubicBezTo>
                    <a:cubicBezTo>
                      <a:pt x="1" y="2507"/>
                      <a:pt x="126" y="2802"/>
                      <a:pt x="366" y="2864"/>
                    </a:cubicBezTo>
                    <a:cubicBezTo>
                      <a:pt x="447" y="2882"/>
                      <a:pt x="527" y="2873"/>
                      <a:pt x="607" y="2891"/>
                    </a:cubicBezTo>
                    <a:cubicBezTo>
                      <a:pt x="750" y="2918"/>
                      <a:pt x="866" y="3016"/>
                      <a:pt x="982" y="3096"/>
                    </a:cubicBezTo>
                    <a:cubicBezTo>
                      <a:pt x="1215" y="3228"/>
                      <a:pt x="1473" y="3267"/>
                      <a:pt x="1738" y="3267"/>
                    </a:cubicBezTo>
                    <a:cubicBezTo>
                      <a:pt x="1940" y="3267"/>
                      <a:pt x="2146" y="3244"/>
                      <a:pt x="2347" y="3221"/>
                    </a:cubicBezTo>
                    <a:cubicBezTo>
                      <a:pt x="2730" y="3167"/>
                      <a:pt x="3114" y="3114"/>
                      <a:pt x="3498" y="3069"/>
                    </a:cubicBezTo>
                    <a:cubicBezTo>
                      <a:pt x="3676" y="3043"/>
                      <a:pt x="3863" y="3016"/>
                      <a:pt x="4033" y="2936"/>
                    </a:cubicBezTo>
                    <a:cubicBezTo>
                      <a:pt x="4550" y="2677"/>
                      <a:pt x="4702" y="1954"/>
                      <a:pt x="4515" y="1392"/>
                    </a:cubicBezTo>
                    <a:cubicBezTo>
                      <a:pt x="4327" y="830"/>
                      <a:pt x="3899" y="402"/>
                      <a:pt x="34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25"/>
              <p:cNvSpPr/>
              <p:nvPr/>
            </p:nvSpPr>
            <p:spPr>
              <a:xfrm>
                <a:off x="7436441" y="2480530"/>
                <a:ext cx="193194" cy="263214"/>
              </a:xfrm>
              <a:custGeom>
                <a:avLst/>
                <a:gdLst/>
                <a:ahLst/>
                <a:cxnLst/>
                <a:rect l="l" t="t" r="r" b="b"/>
                <a:pathLst>
                  <a:path w="2566" h="3496" extrusionOk="0">
                    <a:moveTo>
                      <a:pt x="1278" y="0"/>
                    </a:moveTo>
                    <a:cubicBezTo>
                      <a:pt x="974" y="0"/>
                      <a:pt x="622" y="221"/>
                      <a:pt x="241" y="792"/>
                    </a:cubicBezTo>
                    <a:cubicBezTo>
                      <a:pt x="241" y="792"/>
                      <a:pt x="0" y="3218"/>
                      <a:pt x="812" y="3468"/>
                    </a:cubicBezTo>
                    <a:cubicBezTo>
                      <a:pt x="875" y="3487"/>
                      <a:pt x="940" y="3496"/>
                      <a:pt x="1005" y="3496"/>
                    </a:cubicBezTo>
                    <a:cubicBezTo>
                      <a:pt x="1585" y="3496"/>
                      <a:pt x="2220" y="2796"/>
                      <a:pt x="2364" y="2290"/>
                    </a:cubicBezTo>
                    <a:cubicBezTo>
                      <a:pt x="2566" y="1582"/>
                      <a:pt x="2091" y="0"/>
                      <a:pt x="1278" y="0"/>
                    </a:cubicBezTo>
                    <a:close/>
                  </a:path>
                </a:pathLst>
              </a:custGeom>
              <a:solidFill>
                <a:srgbClr val="FFB69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25"/>
              <p:cNvSpPr/>
              <p:nvPr/>
            </p:nvSpPr>
            <p:spPr>
              <a:xfrm>
                <a:off x="7521066" y="2647521"/>
                <a:ext cx="90724" cy="154721"/>
              </a:xfrm>
              <a:custGeom>
                <a:avLst/>
                <a:gdLst/>
                <a:ahLst/>
                <a:cxnLst/>
                <a:rect l="l" t="t" r="r" b="b"/>
                <a:pathLst>
                  <a:path w="1205" h="2055" extrusionOk="0">
                    <a:moveTo>
                      <a:pt x="1080" y="1"/>
                    </a:moveTo>
                    <a:lnTo>
                      <a:pt x="188" y="197"/>
                    </a:lnTo>
                    <a:lnTo>
                      <a:pt x="90" y="1553"/>
                    </a:lnTo>
                    <a:cubicBezTo>
                      <a:pt x="90" y="1553"/>
                      <a:pt x="0" y="2026"/>
                      <a:pt x="562" y="2053"/>
                    </a:cubicBezTo>
                    <a:cubicBezTo>
                      <a:pt x="585" y="2054"/>
                      <a:pt x="606" y="2055"/>
                      <a:pt x="626" y="2055"/>
                    </a:cubicBezTo>
                    <a:cubicBezTo>
                      <a:pt x="1205" y="2055"/>
                      <a:pt x="1080" y="1580"/>
                      <a:pt x="1080" y="1580"/>
                    </a:cubicBezTo>
                    <a:lnTo>
                      <a:pt x="1080" y="1"/>
                    </a:lnTo>
                    <a:close/>
                  </a:path>
                </a:pathLst>
              </a:custGeom>
              <a:solidFill>
                <a:srgbClr val="FFB69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25"/>
              <p:cNvSpPr/>
              <p:nvPr/>
            </p:nvSpPr>
            <p:spPr>
              <a:xfrm>
                <a:off x="7537178" y="2615146"/>
                <a:ext cx="11519" cy="26201"/>
              </a:xfrm>
              <a:custGeom>
                <a:avLst/>
                <a:gdLst/>
                <a:ahLst/>
                <a:cxnLst/>
                <a:rect l="l" t="t" r="r" b="b"/>
                <a:pathLst>
                  <a:path w="153" h="348" extrusionOk="0">
                    <a:moveTo>
                      <a:pt x="53" y="0"/>
                    </a:moveTo>
                    <a:cubicBezTo>
                      <a:pt x="20" y="0"/>
                      <a:pt x="7" y="66"/>
                      <a:pt x="1" y="101"/>
                    </a:cubicBezTo>
                    <a:cubicBezTo>
                      <a:pt x="1" y="172"/>
                      <a:pt x="1" y="253"/>
                      <a:pt x="36" y="315"/>
                    </a:cubicBezTo>
                    <a:cubicBezTo>
                      <a:pt x="47" y="331"/>
                      <a:pt x="71" y="348"/>
                      <a:pt x="93" y="348"/>
                    </a:cubicBezTo>
                    <a:cubicBezTo>
                      <a:pt x="106" y="348"/>
                      <a:pt x="119" y="341"/>
                      <a:pt x="125" y="324"/>
                    </a:cubicBezTo>
                    <a:cubicBezTo>
                      <a:pt x="152" y="270"/>
                      <a:pt x="143" y="74"/>
                      <a:pt x="90" y="21"/>
                    </a:cubicBezTo>
                    <a:cubicBezTo>
                      <a:pt x="75" y="6"/>
                      <a:pt x="63" y="0"/>
                      <a:pt x="5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25"/>
              <p:cNvSpPr/>
              <p:nvPr/>
            </p:nvSpPr>
            <p:spPr>
              <a:xfrm>
                <a:off x="7461964" y="2608069"/>
                <a:ext cx="11519" cy="26577"/>
              </a:xfrm>
              <a:custGeom>
                <a:avLst/>
                <a:gdLst/>
                <a:ahLst/>
                <a:cxnLst/>
                <a:rect l="l" t="t" r="r" b="b"/>
                <a:pathLst>
                  <a:path w="153" h="353" extrusionOk="0">
                    <a:moveTo>
                      <a:pt x="57" y="1"/>
                    </a:moveTo>
                    <a:cubicBezTo>
                      <a:pt x="21" y="1"/>
                      <a:pt x="9" y="70"/>
                      <a:pt x="9" y="106"/>
                    </a:cubicBezTo>
                    <a:cubicBezTo>
                      <a:pt x="0" y="177"/>
                      <a:pt x="0" y="257"/>
                      <a:pt x="45" y="320"/>
                    </a:cubicBezTo>
                    <a:cubicBezTo>
                      <a:pt x="56" y="336"/>
                      <a:pt x="77" y="353"/>
                      <a:pt x="96" y="353"/>
                    </a:cubicBezTo>
                    <a:cubicBezTo>
                      <a:pt x="107" y="353"/>
                      <a:pt x="118" y="346"/>
                      <a:pt x="125" y="329"/>
                    </a:cubicBezTo>
                    <a:cubicBezTo>
                      <a:pt x="152" y="266"/>
                      <a:pt x="152" y="79"/>
                      <a:pt x="90" y="16"/>
                    </a:cubicBezTo>
                    <a:cubicBezTo>
                      <a:pt x="77" y="5"/>
                      <a:pt x="66" y="1"/>
                      <a:pt x="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Google Shape;1175;p25"/>
              <p:cNvSpPr/>
              <p:nvPr/>
            </p:nvSpPr>
            <p:spPr>
              <a:xfrm>
                <a:off x="7521066" y="2590979"/>
                <a:ext cx="53832" cy="17693"/>
              </a:xfrm>
              <a:custGeom>
                <a:avLst/>
                <a:gdLst/>
                <a:ahLst/>
                <a:cxnLst/>
                <a:rect l="l" t="t" r="r" b="b"/>
                <a:pathLst>
                  <a:path w="715" h="235" extrusionOk="0">
                    <a:moveTo>
                      <a:pt x="232" y="0"/>
                    </a:moveTo>
                    <a:cubicBezTo>
                      <a:pt x="130" y="0"/>
                      <a:pt x="53" y="20"/>
                      <a:pt x="0" y="65"/>
                    </a:cubicBezTo>
                    <a:lnTo>
                      <a:pt x="54" y="127"/>
                    </a:lnTo>
                    <a:cubicBezTo>
                      <a:pt x="80" y="94"/>
                      <a:pt x="136" y="76"/>
                      <a:pt x="207" y="76"/>
                    </a:cubicBezTo>
                    <a:cubicBezTo>
                      <a:pt x="232" y="76"/>
                      <a:pt x="258" y="78"/>
                      <a:pt x="286" y="83"/>
                    </a:cubicBezTo>
                    <a:cubicBezTo>
                      <a:pt x="438" y="92"/>
                      <a:pt x="598" y="163"/>
                      <a:pt x="652" y="235"/>
                    </a:cubicBezTo>
                    <a:lnTo>
                      <a:pt x="714" y="190"/>
                    </a:lnTo>
                    <a:cubicBezTo>
                      <a:pt x="643" y="92"/>
                      <a:pt x="446" y="20"/>
                      <a:pt x="295" y="3"/>
                    </a:cubicBezTo>
                    <a:cubicBezTo>
                      <a:pt x="273" y="1"/>
                      <a:pt x="252" y="0"/>
                      <a:pt x="2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Google Shape;1176;p25"/>
              <p:cNvSpPr/>
              <p:nvPr/>
            </p:nvSpPr>
            <p:spPr>
              <a:xfrm>
                <a:off x="7451875" y="2591129"/>
                <a:ext cx="35010" cy="10842"/>
              </a:xfrm>
              <a:custGeom>
                <a:avLst/>
                <a:gdLst/>
                <a:ahLst/>
                <a:cxnLst/>
                <a:rect l="l" t="t" r="r" b="b"/>
                <a:pathLst>
                  <a:path w="465" h="144" extrusionOk="0">
                    <a:moveTo>
                      <a:pt x="233" y="1"/>
                    </a:moveTo>
                    <a:cubicBezTo>
                      <a:pt x="161" y="9"/>
                      <a:pt x="54" y="27"/>
                      <a:pt x="1" y="99"/>
                    </a:cubicBezTo>
                    <a:lnTo>
                      <a:pt x="63" y="143"/>
                    </a:lnTo>
                    <a:cubicBezTo>
                      <a:pt x="81" y="108"/>
                      <a:pt x="152" y="81"/>
                      <a:pt x="233" y="81"/>
                    </a:cubicBezTo>
                    <a:cubicBezTo>
                      <a:pt x="251" y="79"/>
                      <a:pt x="267" y="78"/>
                      <a:pt x="283" y="78"/>
                    </a:cubicBezTo>
                    <a:cubicBezTo>
                      <a:pt x="352" y="78"/>
                      <a:pt x="395" y="93"/>
                      <a:pt x="402" y="108"/>
                    </a:cubicBezTo>
                    <a:lnTo>
                      <a:pt x="464" y="54"/>
                    </a:lnTo>
                    <a:cubicBezTo>
                      <a:pt x="420" y="9"/>
                      <a:pt x="313" y="1"/>
                      <a:pt x="2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Google Shape;1177;p25"/>
              <p:cNvSpPr/>
              <p:nvPr/>
            </p:nvSpPr>
            <p:spPr>
              <a:xfrm>
                <a:off x="7488165" y="2623353"/>
                <a:ext cx="31622" cy="49767"/>
              </a:xfrm>
              <a:custGeom>
                <a:avLst/>
                <a:gdLst/>
                <a:ahLst/>
                <a:cxnLst/>
                <a:rect l="l" t="t" r="r" b="b"/>
                <a:pathLst>
                  <a:path w="420" h="661" extrusionOk="0">
                    <a:moveTo>
                      <a:pt x="134" y="1"/>
                    </a:moveTo>
                    <a:cubicBezTo>
                      <a:pt x="27" y="393"/>
                      <a:pt x="0" y="616"/>
                      <a:pt x="72" y="643"/>
                    </a:cubicBezTo>
                    <a:cubicBezTo>
                      <a:pt x="98" y="661"/>
                      <a:pt x="125" y="661"/>
                      <a:pt x="152" y="661"/>
                    </a:cubicBezTo>
                    <a:cubicBezTo>
                      <a:pt x="286" y="661"/>
                      <a:pt x="411" y="536"/>
                      <a:pt x="420" y="536"/>
                    </a:cubicBezTo>
                    <a:lnTo>
                      <a:pt x="366" y="483"/>
                    </a:lnTo>
                    <a:cubicBezTo>
                      <a:pt x="366" y="483"/>
                      <a:pt x="253" y="589"/>
                      <a:pt x="153" y="589"/>
                    </a:cubicBezTo>
                    <a:cubicBezTo>
                      <a:pt x="137" y="589"/>
                      <a:pt x="122" y="587"/>
                      <a:pt x="107" y="581"/>
                    </a:cubicBezTo>
                    <a:cubicBezTo>
                      <a:pt x="90" y="545"/>
                      <a:pt x="143" y="259"/>
                      <a:pt x="214" y="28"/>
                    </a:cubicBezTo>
                    <a:lnTo>
                      <a:pt x="13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Google Shape;1178;p25"/>
              <p:cNvSpPr/>
              <p:nvPr/>
            </p:nvSpPr>
            <p:spPr>
              <a:xfrm>
                <a:off x="7488842" y="2684488"/>
                <a:ext cx="63846" cy="37946"/>
              </a:xfrm>
              <a:custGeom>
                <a:avLst/>
                <a:gdLst/>
                <a:ahLst/>
                <a:cxnLst/>
                <a:rect l="l" t="t" r="r" b="b"/>
                <a:pathLst>
                  <a:path w="848" h="504" extrusionOk="0">
                    <a:moveTo>
                      <a:pt x="848" y="1"/>
                    </a:moveTo>
                    <a:lnTo>
                      <a:pt x="0" y="72"/>
                    </a:lnTo>
                    <a:cubicBezTo>
                      <a:pt x="9" y="286"/>
                      <a:pt x="125" y="482"/>
                      <a:pt x="330" y="500"/>
                    </a:cubicBezTo>
                    <a:cubicBezTo>
                      <a:pt x="345" y="502"/>
                      <a:pt x="361" y="503"/>
                      <a:pt x="376" y="503"/>
                    </a:cubicBezTo>
                    <a:cubicBezTo>
                      <a:pt x="611" y="503"/>
                      <a:pt x="839" y="252"/>
                      <a:pt x="84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Google Shape;1179;p25"/>
              <p:cNvSpPr/>
              <p:nvPr/>
            </p:nvSpPr>
            <p:spPr>
              <a:xfrm>
                <a:off x="7422362" y="2472549"/>
                <a:ext cx="310345" cy="268861"/>
              </a:xfrm>
              <a:custGeom>
                <a:avLst/>
                <a:gdLst/>
                <a:ahLst/>
                <a:cxnLst/>
                <a:rect l="l" t="t" r="r" b="b"/>
                <a:pathLst>
                  <a:path w="4122" h="3571" extrusionOk="0">
                    <a:moveTo>
                      <a:pt x="1762" y="1"/>
                    </a:moveTo>
                    <a:cubicBezTo>
                      <a:pt x="1670" y="1"/>
                      <a:pt x="1576" y="8"/>
                      <a:pt x="1481" y="23"/>
                    </a:cubicBezTo>
                    <a:cubicBezTo>
                      <a:pt x="1432" y="20"/>
                      <a:pt x="1385" y="18"/>
                      <a:pt x="1339" y="18"/>
                    </a:cubicBezTo>
                    <a:cubicBezTo>
                      <a:pt x="629" y="18"/>
                      <a:pt x="194" y="403"/>
                      <a:pt x="18" y="1165"/>
                    </a:cubicBezTo>
                    <a:cubicBezTo>
                      <a:pt x="9" y="1219"/>
                      <a:pt x="0" y="1281"/>
                      <a:pt x="27" y="1335"/>
                    </a:cubicBezTo>
                    <a:cubicBezTo>
                      <a:pt x="54" y="1388"/>
                      <a:pt x="125" y="1415"/>
                      <a:pt x="187" y="1424"/>
                    </a:cubicBezTo>
                    <a:cubicBezTo>
                      <a:pt x="213" y="1427"/>
                      <a:pt x="238" y="1428"/>
                      <a:pt x="263" y="1428"/>
                    </a:cubicBezTo>
                    <a:cubicBezTo>
                      <a:pt x="489" y="1428"/>
                      <a:pt x="712" y="1323"/>
                      <a:pt x="856" y="1138"/>
                    </a:cubicBezTo>
                    <a:cubicBezTo>
                      <a:pt x="928" y="1254"/>
                      <a:pt x="1053" y="1335"/>
                      <a:pt x="1187" y="1344"/>
                    </a:cubicBezTo>
                    <a:cubicBezTo>
                      <a:pt x="1202" y="1345"/>
                      <a:pt x="1217" y="1345"/>
                      <a:pt x="1232" y="1345"/>
                    </a:cubicBezTo>
                    <a:cubicBezTo>
                      <a:pt x="1324" y="1345"/>
                      <a:pt x="1416" y="1326"/>
                      <a:pt x="1508" y="1326"/>
                    </a:cubicBezTo>
                    <a:cubicBezTo>
                      <a:pt x="1512" y="1326"/>
                      <a:pt x="1517" y="1326"/>
                      <a:pt x="1521" y="1326"/>
                    </a:cubicBezTo>
                    <a:cubicBezTo>
                      <a:pt x="1862" y="1326"/>
                      <a:pt x="2116" y="1660"/>
                      <a:pt x="2230" y="1995"/>
                    </a:cubicBezTo>
                    <a:cubicBezTo>
                      <a:pt x="2346" y="2334"/>
                      <a:pt x="2355" y="2700"/>
                      <a:pt x="2480" y="3039"/>
                    </a:cubicBezTo>
                    <a:cubicBezTo>
                      <a:pt x="2560" y="3253"/>
                      <a:pt x="2703" y="3467"/>
                      <a:pt x="2917" y="3538"/>
                    </a:cubicBezTo>
                    <a:cubicBezTo>
                      <a:pt x="2975" y="3562"/>
                      <a:pt x="3037" y="3571"/>
                      <a:pt x="3101" y="3571"/>
                    </a:cubicBezTo>
                    <a:cubicBezTo>
                      <a:pt x="3156" y="3571"/>
                      <a:pt x="3211" y="3564"/>
                      <a:pt x="3265" y="3556"/>
                    </a:cubicBezTo>
                    <a:cubicBezTo>
                      <a:pt x="3586" y="3494"/>
                      <a:pt x="3872" y="3244"/>
                      <a:pt x="4006" y="2923"/>
                    </a:cubicBezTo>
                    <a:cubicBezTo>
                      <a:pt x="4122" y="2610"/>
                      <a:pt x="4095" y="2245"/>
                      <a:pt x="3970" y="1923"/>
                    </a:cubicBezTo>
                    <a:cubicBezTo>
                      <a:pt x="3609" y="932"/>
                      <a:pt x="2797" y="1"/>
                      <a:pt x="17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Google Shape;1180;p25"/>
              <p:cNvSpPr/>
              <p:nvPr/>
            </p:nvSpPr>
            <p:spPr>
              <a:xfrm>
                <a:off x="7581523" y="2619890"/>
                <a:ext cx="40355" cy="57145"/>
              </a:xfrm>
              <a:custGeom>
                <a:avLst/>
                <a:gdLst/>
                <a:ahLst/>
                <a:cxnLst/>
                <a:rect l="l" t="t" r="r" b="b"/>
                <a:pathLst>
                  <a:path w="536" h="759" extrusionOk="0">
                    <a:moveTo>
                      <a:pt x="224" y="1"/>
                    </a:moveTo>
                    <a:cubicBezTo>
                      <a:pt x="133" y="1"/>
                      <a:pt x="55" y="87"/>
                      <a:pt x="27" y="216"/>
                    </a:cubicBezTo>
                    <a:lnTo>
                      <a:pt x="0" y="653"/>
                    </a:lnTo>
                    <a:cubicBezTo>
                      <a:pt x="44" y="724"/>
                      <a:pt x="117" y="758"/>
                      <a:pt x="191" y="758"/>
                    </a:cubicBezTo>
                    <a:cubicBezTo>
                      <a:pt x="240" y="758"/>
                      <a:pt x="288" y="744"/>
                      <a:pt x="330" y="716"/>
                    </a:cubicBezTo>
                    <a:cubicBezTo>
                      <a:pt x="509" y="591"/>
                      <a:pt x="536" y="279"/>
                      <a:pt x="393" y="100"/>
                    </a:cubicBezTo>
                    <a:cubicBezTo>
                      <a:pt x="337" y="31"/>
                      <a:pt x="278" y="1"/>
                      <a:pt x="224" y="1"/>
                    </a:cubicBezTo>
                    <a:close/>
                  </a:path>
                </a:pathLst>
              </a:custGeom>
              <a:solidFill>
                <a:srgbClr val="FFB69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Google Shape;1181;p25"/>
              <p:cNvSpPr/>
              <p:nvPr/>
            </p:nvSpPr>
            <p:spPr>
              <a:xfrm>
                <a:off x="7535145" y="2407725"/>
                <a:ext cx="89445" cy="78678"/>
              </a:xfrm>
              <a:custGeom>
                <a:avLst/>
                <a:gdLst/>
                <a:ahLst/>
                <a:cxnLst/>
                <a:rect l="l" t="t" r="r" b="b"/>
                <a:pathLst>
                  <a:path w="1188" h="1045" extrusionOk="0">
                    <a:moveTo>
                      <a:pt x="568" y="1"/>
                    </a:moveTo>
                    <a:cubicBezTo>
                      <a:pt x="443" y="1"/>
                      <a:pt x="320" y="44"/>
                      <a:pt x="233" y="135"/>
                    </a:cubicBezTo>
                    <a:cubicBezTo>
                      <a:pt x="1" y="367"/>
                      <a:pt x="63" y="831"/>
                      <a:pt x="349" y="991"/>
                    </a:cubicBezTo>
                    <a:lnTo>
                      <a:pt x="661" y="1045"/>
                    </a:lnTo>
                    <a:cubicBezTo>
                      <a:pt x="973" y="991"/>
                      <a:pt x="1187" y="581"/>
                      <a:pt x="1045" y="287"/>
                    </a:cubicBezTo>
                    <a:cubicBezTo>
                      <a:pt x="958" y="103"/>
                      <a:pt x="760" y="1"/>
                      <a:pt x="5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Google Shape;1182;p25"/>
              <p:cNvSpPr/>
              <p:nvPr/>
            </p:nvSpPr>
            <p:spPr>
              <a:xfrm>
                <a:off x="7342405" y="2939642"/>
                <a:ext cx="703962" cy="617378"/>
              </a:xfrm>
              <a:custGeom>
                <a:avLst/>
                <a:gdLst/>
                <a:ahLst/>
                <a:cxnLst/>
                <a:rect l="l" t="t" r="r" b="b"/>
                <a:pathLst>
                  <a:path w="9350" h="8200" extrusionOk="0">
                    <a:moveTo>
                      <a:pt x="6945" y="1"/>
                    </a:moveTo>
                    <a:cubicBezTo>
                      <a:pt x="6714" y="1"/>
                      <a:pt x="6206" y="480"/>
                      <a:pt x="6049" y="555"/>
                    </a:cubicBezTo>
                    <a:cubicBezTo>
                      <a:pt x="5904" y="623"/>
                      <a:pt x="5740" y="646"/>
                      <a:pt x="5568" y="646"/>
                    </a:cubicBezTo>
                    <a:cubicBezTo>
                      <a:pt x="5208" y="646"/>
                      <a:pt x="4815" y="545"/>
                      <a:pt x="4497" y="545"/>
                    </a:cubicBezTo>
                    <a:cubicBezTo>
                      <a:pt x="4488" y="545"/>
                      <a:pt x="4479" y="546"/>
                      <a:pt x="4470" y="546"/>
                    </a:cubicBezTo>
                    <a:cubicBezTo>
                      <a:pt x="3524" y="563"/>
                      <a:pt x="2646" y="1163"/>
                      <a:pt x="1704" y="1163"/>
                    </a:cubicBezTo>
                    <a:cubicBezTo>
                      <a:pt x="1677" y="1163"/>
                      <a:pt x="1651" y="1162"/>
                      <a:pt x="1624" y="1161"/>
                    </a:cubicBezTo>
                    <a:cubicBezTo>
                      <a:pt x="1419" y="1150"/>
                      <a:pt x="1211" y="1111"/>
                      <a:pt x="1008" y="1111"/>
                    </a:cubicBezTo>
                    <a:cubicBezTo>
                      <a:pt x="902" y="1111"/>
                      <a:pt x="798" y="1122"/>
                      <a:pt x="696" y="1152"/>
                    </a:cubicBezTo>
                    <a:cubicBezTo>
                      <a:pt x="0" y="1366"/>
                      <a:pt x="678" y="1857"/>
                      <a:pt x="901" y="2125"/>
                    </a:cubicBezTo>
                    <a:cubicBezTo>
                      <a:pt x="1232" y="2526"/>
                      <a:pt x="1463" y="2990"/>
                      <a:pt x="1678" y="3454"/>
                    </a:cubicBezTo>
                    <a:cubicBezTo>
                      <a:pt x="2106" y="4409"/>
                      <a:pt x="2400" y="5434"/>
                      <a:pt x="3043" y="6282"/>
                    </a:cubicBezTo>
                    <a:cubicBezTo>
                      <a:pt x="3203" y="6496"/>
                      <a:pt x="3390" y="6710"/>
                      <a:pt x="3462" y="6969"/>
                    </a:cubicBezTo>
                    <a:cubicBezTo>
                      <a:pt x="3560" y="7370"/>
                      <a:pt x="3337" y="7834"/>
                      <a:pt x="3551" y="8200"/>
                    </a:cubicBezTo>
                    <a:cubicBezTo>
                      <a:pt x="4015" y="8146"/>
                      <a:pt x="4372" y="7772"/>
                      <a:pt x="4729" y="7477"/>
                    </a:cubicBezTo>
                    <a:cubicBezTo>
                      <a:pt x="5175" y="7094"/>
                      <a:pt x="5701" y="6799"/>
                      <a:pt x="6254" y="6594"/>
                    </a:cubicBezTo>
                    <a:cubicBezTo>
                      <a:pt x="6325" y="6567"/>
                      <a:pt x="7668" y="6087"/>
                      <a:pt x="7566" y="6041"/>
                    </a:cubicBezTo>
                    <a:lnTo>
                      <a:pt x="7566" y="6041"/>
                    </a:lnTo>
                    <a:cubicBezTo>
                      <a:pt x="7896" y="6184"/>
                      <a:pt x="8244" y="6273"/>
                      <a:pt x="8600" y="6309"/>
                    </a:cubicBezTo>
                    <a:cubicBezTo>
                      <a:pt x="8644" y="6314"/>
                      <a:pt x="8691" y="6316"/>
                      <a:pt x="8739" y="6316"/>
                    </a:cubicBezTo>
                    <a:cubicBezTo>
                      <a:pt x="8952" y="6316"/>
                      <a:pt x="9189" y="6266"/>
                      <a:pt x="9350" y="6157"/>
                    </a:cubicBezTo>
                    <a:cubicBezTo>
                      <a:pt x="9091" y="5756"/>
                      <a:pt x="8859" y="5470"/>
                      <a:pt x="8574" y="5176"/>
                    </a:cubicBezTo>
                    <a:cubicBezTo>
                      <a:pt x="8484" y="5069"/>
                      <a:pt x="8386" y="4971"/>
                      <a:pt x="8270" y="4864"/>
                    </a:cubicBezTo>
                    <a:cubicBezTo>
                      <a:pt x="7467" y="4061"/>
                      <a:pt x="7539" y="2758"/>
                      <a:pt x="7021" y="1759"/>
                    </a:cubicBezTo>
                    <a:cubicBezTo>
                      <a:pt x="6959" y="1643"/>
                      <a:pt x="6887" y="1518"/>
                      <a:pt x="6870" y="1384"/>
                    </a:cubicBezTo>
                    <a:cubicBezTo>
                      <a:pt x="6852" y="1170"/>
                      <a:pt x="7334" y="171"/>
                      <a:pt x="6995" y="10"/>
                    </a:cubicBezTo>
                    <a:cubicBezTo>
                      <a:pt x="6980" y="4"/>
                      <a:pt x="6963" y="1"/>
                      <a:pt x="694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Google Shape;1183;p25"/>
              <p:cNvSpPr/>
              <p:nvPr/>
            </p:nvSpPr>
            <p:spPr>
              <a:xfrm>
                <a:off x="7336382" y="3191560"/>
                <a:ext cx="460775" cy="218567"/>
              </a:xfrm>
              <a:custGeom>
                <a:avLst/>
                <a:gdLst/>
                <a:ahLst/>
                <a:cxnLst/>
                <a:rect l="l" t="t" r="r" b="b"/>
                <a:pathLst>
                  <a:path w="6120" h="2903" extrusionOk="0">
                    <a:moveTo>
                      <a:pt x="1659" y="1"/>
                    </a:moveTo>
                    <a:cubicBezTo>
                      <a:pt x="1071" y="536"/>
                      <a:pt x="0" y="634"/>
                      <a:pt x="0" y="634"/>
                    </a:cubicBezTo>
                    <a:cubicBezTo>
                      <a:pt x="0" y="634"/>
                      <a:pt x="268" y="2347"/>
                      <a:pt x="1410" y="2838"/>
                    </a:cubicBezTo>
                    <a:cubicBezTo>
                      <a:pt x="1518" y="2884"/>
                      <a:pt x="1736" y="2903"/>
                      <a:pt x="2023" y="2903"/>
                    </a:cubicBezTo>
                    <a:cubicBezTo>
                      <a:pt x="3347" y="2903"/>
                      <a:pt x="6120" y="2499"/>
                      <a:pt x="6120" y="2499"/>
                    </a:cubicBezTo>
                    <a:lnTo>
                      <a:pt x="5924" y="1776"/>
                    </a:lnTo>
                    <a:lnTo>
                      <a:pt x="2239" y="1116"/>
                    </a:lnTo>
                    <a:lnTo>
                      <a:pt x="1659" y="1"/>
                    </a:lnTo>
                    <a:close/>
                  </a:path>
                </a:pathLst>
              </a:custGeom>
              <a:solidFill>
                <a:srgbClr val="FFB69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Google Shape;1184;p25"/>
              <p:cNvSpPr/>
              <p:nvPr/>
            </p:nvSpPr>
            <p:spPr>
              <a:xfrm>
                <a:off x="7766207" y="3304418"/>
                <a:ext cx="142449" cy="81464"/>
              </a:xfrm>
              <a:custGeom>
                <a:avLst/>
                <a:gdLst/>
                <a:ahLst/>
                <a:cxnLst/>
                <a:rect l="l" t="t" r="r" b="b"/>
                <a:pathLst>
                  <a:path w="1892" h="1082" extrusionOk="0">
                    <a:moveTo>
                      <a:pt x="1125" y="1"/>
                    </a:moveTo>
                    <a:cubicBezTo>
                      <a:pt x="1080" y="1"/>
                      <a:pt x="1035" y="1"/>
                      <a:pt x="982" y="10"/>
                    </a:cubicBezTo>
                    <a:cubicBezTo>
                      <a:pt x="893" y="27"/>
                      <a:pt x="803" y="63"/>
                      <a:pt x="714" y="90"/>
                    </a:cubicBezTo>
                    <a:cubicBezTo>
                      <a:pt x="500" y="170"/>
                      <a:pt x="277" y="250"/>
                      <a:pt x="63" y="331"/>
                    </a:cubicBezTo>
                    <a:lnTo>
                      <a:pt x="1" y="839"/>
                    </a:lnTo>
                    <a:cubicBezTo>
                      <a:pt x="150" y="1022"/>
                      <a:pt x="393" y="1081"/>
                      <a:pt x="620" y="1081"/>
                    </a:cubicBezTo>
                    <a:cubicBezTo>
                      <a:pt x="637" y="1081"/>
                      <a:pt x="653" y="1081"/>
                      <a:pt x="670" y="1080"/>
                    </a:cubicBezTo>
                    <a:cubicBezTo>
                      <a:pt x="882" y="1072"/>
                      <a:pt x="1080" y="995"/>
                      <a:pt x="1289" y="995"/>
                    </a:cubicBezTo>
                    <a:cubicBezTo>
                      <a:pt x="1317" y="995"/>
                      <a:pt x="1346" y="997"/>
                      <a:pt x="1374" y="1000"/>
                    </a:cubicBezTo>
                    <a:cubicBezTo>
                      <a:pt x="1413" y="1007"/>
                      <a:pt x="1544" y="1028"/>
                      <a:pt x="1648" y="1028"/>
                    </a:cubicBezTo>
                    <a:cubicBezTo>
                      <a:pt x="1664" y="1028"/>
                      <a:pt x="1681" y="1028"/>
                      <a:pt x="1696" y="1027"/>
                    </a:cubicBezTo>
                    <a:cubicBezTo>
                      <a:pt x="1767" y="1027"/>
                      <a:pt x="1794" y="1000"/>
                      <a:pt x="1767" y="991"/>
                    </a:cubicBezTo>
                    <a:cubicBezTo>
                      <a:pt x="1758" y="973"/>
                      <a:pt x="1553" y="875"/>
                      <a:pt x="1499" y="857"/>
                    </a:cubicBezTo>
                    <a:cubicBezTo>
                      <a:pt x="1446" y="839"/>
                      <a:pt x="1241" y="830"/>
                      <a:pt x="1187" y="821"/>
                    </a:cubicBezTo>
                    <a:cubicBezTo>
                      <a:pt x="1285" y="795"/>
                      <a:pt x="1383" y="795"/>
                      <a:pt x="1473" y="795"/>
                    </a:cubicBezTo>
                    <a:cubicBezTo>
                      <a:pt x="1572" y="795"/>
                      <a:pt x="1671" y="814"/>
                      <a:pt x="1771" y="814"/>
                    </a:cubicBezTo>
                    <a:cubicBezTo>
                      <a:pt x="1787" y="814"/>
                      <a:pt x="1804" y="814"/>
                      <a:pt x="1820" y="812"/>
                    </a:cubicBezTo>
                    <a:cubicBezTo>
                      <a:pt x="1847" y="812"/>
                      <a:pt x="1874" y="804"/>
                      <a:pt x="1874" y="777"/>
                    </a:cubicBezTo>
                    <a:cubicBezTo>
                      <a:pt x="1865" y="768"/>
                      <a:pt x="1865" y="759"/>
                      <a:pt x="1856" y="759"/>
                    </a:cubicBezTo>
                    <a:cubicBezTo>
                      <a:pt x="1699" y="640"/>
                      <a:pt x="1505" y="614"/>
                      <a:pt x="1310" y="614"/>
                    </a:cubicBezTo>
                    <a:cubicBezTo>
                      <a:pt x="1272" y="614"/>
                      <a:pt x="1234" y="615"/>
                      <a:pt x="1196" y="616"/>
                    </a:cubicBezTo>
                    <a:cubicBezTo>
                      <a:pt x="1312" y="585"/>
                      <a:pt x="1422" y="561"/>
                      <a:pt x="1536" y="561"/>
                    </a:cubicBezTo>
                    <a:cubicBezTo>
                      <a:pt x="1554" y="561"/>
                      <a:pt x="1571" y="562"/>
                      <a:pt x="1589" y="563"/>
                    </a:cubicBezTo>
                    <a:cubicBezTo>
                      <a:pt x="1648" y="568"/>
                      <a:pt x="1743" y="586"/>
                      <a:pt x="1809" y="586"/>
                    </a:cubicBezTo>
                    <a:cubicBezTo>
                      <a:pt x="1852" y="586"/>
                      <a:pt x="1883" y="579"/>
                      <a:pt x="1883" y="554"/>
                    </a:cubicBezTo>
                    <a:cubicBezTo>
                      <a:pt x="1892" y="518"/>
                      <a:pt x="1740" y="447"/>
                      <a:pt x="1642" y="429"/>
                    </a:cubicBezTo>
                    <a:cubicBezTo>
                      <a:pt x="1522" y="409"/>
                      <a:pt x="1401" y="399"/>
                      <a:pt x="1277" y="399"/>
                    </a:cubicBezTo>
                    <a:cubicBezTo>
                      <a:pt x="1236" y="399"/>
                      <a:pt x="1194" y="400"/>
                      <a:pt x="1151" y="402"/>
                    </a:cubicBezTo>
                    <a:cubicBezTo>
                      <a:pt x="1279" y="362"/>
                      <a:pt x="1411" y="342"/>
                      <a:pt x="1544" y="342"/>
                    </a:cubicBezTo>
                    <a:cubicBezTo>
                      <a:pt x="1589" y="342"/>
                      <a:pt x="1633" y="344"/>
                      <a:pt x="1678" y="349"/>
                    </a:cubicBezTo>
                    <a:cubicBezTo>
                      <a:pt x="1696" y="353"/>
                      <a:pt x="1713" y="355"/>
                      <a:pt x="1731" y="355"/>
                    </a:cubicBezTo>
                    <a:cubicBezTo>
                      <a:pt x="1749" y="355"/>
                      <a:pt x="1767" y="353"/>
                      <a:pt x="1785" y="349"/>
                    </a:cubicBezTo>
                    <a:cubicBezTo>
                      <a:pt x="1812" y="349"/>
                      <a:pt x="1856" y="322"/>
                      <a:pt x="1847" y="295"/>
                    </a:cubicBezTo>
                    <a:cubicBezTo>
                      <a:pt x="1838" y="277"/>
                      <a:pt x="1794" y="268"/>
                      <a:pt x="1785" y="259"/>
                    </a:cubicBezTo>
                    <a:cubicBezTo>
                      <a:pt x="1660" y="206"/>
                      <a:pt x="1535" y="170"/>
                      <a:pt x="1410" y="161"/>
                    </a:cubicBezTo>
                    <a:cubicBezTo>
                      <a:pt x="1348" y="152"/>
                      <a:pt x="1285" y="152"/>
                      <a:pt x="1214" y="152"/>
                    </a:cubicBezTo>
                    <a:cubicBezTo>
                      <a:pt x="1187" y="152"/>
                      <a:pt x="1035" y="179"/>
                      <a:pt x="1035" y="179"/>
                    </a:cubicBezTo>
                    <a:cubicBezTo>
                      <a:pt x="1035" y="179"/>
                      <a:pt x="1116" y="126"/>
                      <a:pt x="1160" y="117"/>
                    </a:cubicBezTo>
                    <a:cubicBezTo>
                      <a:pt x="1187" y="108"/>
                      <a:pt x="1214" y="99"/>
                      <a:pt x="1232" y="81"/>
                    </a:cubicBezTo>
                    <a:cubicBezTo>
                      <a:pt x="1241" y="72"/>
                      <a:pt x="1267" y="54"/>
                      <a:pt x="1267" y="36"/>
                    </a:cubicBezTo>
                    <a:cubicBezTo>
                      <a:pt x="1267" y="19"/>
                      <a:pt x="1250" y="19"/>
                      <a:pt x="1232" y="19"/>
                    </a:cubicBezTo>
                    <a:cubicBezTo>
                      <a:pt x="1196" y="10"/>
                      <a:pt x="1160" y="1"/>
                      <a:pt x="1125" y="1"/>
                    </a:cubicBezTo>
                    <a:close/>
                  </a:path>
                </a:pathLst>
              </a:custGeom>
              <a:solidFill>
                <a:srgbClr val="FFB69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Google Shape;1185;p25"/>
              <p:cNvSpPr/>
              <p:nvPr/>
            </p:nvSpPr>
            <p:spPr>
              <a:xfrm>
                <a:off x="7812585" y="3315862"/>
                <a:ext cx="31622" cy="2710"/>
              </a:xfrm>
              <a:custGeom>
                <a:avLst/>
                <a:gdLst/>
                <a:ahLst/>
                <a:cxnLst/>
                <a:rect l="l" t="t" r="r" b="b"/>
                <a:pathLst>
                  <a:path w="420" h="36" extrusionOk="0">
                    <a:moveTo>
                      <a:pt x="214" y="0"/>
                    </a:moveTo>
                    <a:cubicBezTo>
                      <a:pt x="161" y="0"/>
                      <a:pt x="107" y="9"/>
                      <a:pt x="63" y="18"/>
                    </a:cubicBezTo>
                    <a:cubicBezTo>
                      <a:pt x="27" y="27"/>
                      <a:pt x="0" y="36"/>
                      <a:pt x="0" y="36"/>
                    </a:cubicBezTo>
                    <a:lnTo>
                      <a:pt x="214" y="36"/>
                    </a:lnTo>
                    <a:cubicBezTo>
                      <a:pt x="268" y="36"/>
                      <a:pt x="312" y="36"/>
                      <a:pt x="357" y="27"/>
                    </a:cubicBezTo>
                    <a:lnTo>
                      <a:pt x="419" y="27"/>
                    </a:lnTo>
                    <a:cubicBezTo>
                      <a:pt x="419" y="27"/>
                      <a:pt x="393" y="18"/>
                      <a:pt x="357" y="9"/>
                    </a:cubicBezTo>
                    <a:cubicBezTo>
                      <a:pt x="321" y="0"/>
                      <a:pt x="268" y="0"/>
                      <a:pt x="214" y="0"/>
                    </a:cubicBezTo>
                    <a:close/>
                  </a:path>
                </a:pathLst>
              </a:custGeom>
              <a:solidFill>
                <a:srgbClr val="E56E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Google Shape;1186;p25"/>
              <p:cNvSpPr/>
              <p:nvPr/>
            </p:nvSpPr>
            <p:spPr>
              <a:xfrm>
                <a:off x="7639269" y="3080734"/>
                <a:ext cx="380215" cy="197410"/>
              </a:xfrm>
              <a:custGeom>
                <a:avLst/>
                <a:gdLst/>
                <a:ahLst/>
                <a:cxnLst/>
                <a:rect l="l" t="t" r="r" b="b"/>
                <a:pathLst>
                  <a:path w="5050" h="2622" extrusionOk="0">
                    <a:moveTo>
                      <a:pt x="3908" y="1"/>
                    </a:moveTo>
                    <a:lnTo>
                      <a:pt x="3230" y="242"/>
                    </a:lnTo>
                    <a:cubicBezTo>
                      <a:pt x="3230" y="242"/>
                      <a:pt x="3453" y="920"/>
                      <a:pt x="3498" y="1107"/>
                    </a:cubicBezTo>
                    <a:cubicBezTo>
                      <a:pt x="3417" y="1179"/>
                      <a:pt x="438" y="1598"/>
                      <a:pt x="438" y="1598"/>
                    </a:cubicBezTo>
                    <a:lnTo>
                      <a:pt x="1" y="2151"/>
                    </a:lnTo>
                    <a:cubicBezTo>
                      <a:pt x="1" y="2151"/>
                      <a:pt x="2650" y="2622"/>
                      <a:pt x="3959" y="2622"/>
                    </a:cubicBezTo>
                    <a:cubicBezTo>
                      <a:pt x="4302" y="2622"/>
                      <a:pt x="4552" y="2589"/>
                      <a:pt x="4639" y="2508"/>
                    </a:cubicBezTo>
                    <a:cubicBezTo>
                      <a:pt x="5050" y="2106"/>
                      <a:pt x="3908" y="1"/>
                      <a:pt x="3908" y="1"/>
                    </a:cubicBezTo>
                    <a:close/>
                  </a:path>
                </a:pathLst>
              </a:custGeom>
              <a:solidFill>
                <a:srgbClr val="FFB69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Google Shape;1187;p25"/>
              <p:cNvSpPr/>
              <p:nvPr/>
            </p:nvSpPr>
            <p:spPr>
              <a:xfrm>
                <a:off x="7901877" y="3158734"/>
                <a:ext cx="56543" cy="10089"/>
              </a:xfrm>
              <a:custGeom>
                <a:avLst/>
                <a:gdLst/>
                <a:ahLst/>
                <a:cxnLst/>
                <a:rect l="l" t="t" r="r" b="b"/>
                <a:pathLst>
                  <a:path w="751" h="134" extrusionOk="0">
                    <a:moveTo>
                      <a:pt x="362" y="0"/>
                    </a:moveTo>
                    <a:cubicBezTo>
                      <a:pt x="174" y="0"/>
                      <a:pt x="11" y="30"/>
                      <a:pt x="1" y="35"/>
                    </a:cubicBezTo>
                    <a:lnTo>
                      <a:pt x="10" y="107"/>
                    </a:lnTo>
                    <a:cubicBezTo>
                      <a:pt x="15" y="107"/>
                      <a:pt x="178" y="78"/>
                      <a:pt x="361" y="78"/>
                    </a:cubicBezTo>
                    <a:cubicBezTo>
                      <a:pt x="483" y="78"/>
                      <a:pt x="614" y="91"/>
                      <a:pt x="714" y="134"/>
                    </a:cubicBezTo>
                    <a:lnTo>
                      <a:pt x="750" y="62"/>
                    </a:lnTo>
                    <a:cubicBezTo>
                      <a:pt x="637" y="15"/>
                      <a:pt x="493" y="0"/>
                      <a:pt x="362" y="0"/>
                    </a:cubicBezTo>
                    <a:close/>
                  </a:path>
                </a:pathLst>
              </a:custGeom>
              <a:solidFill>
                <a:srgbClr val="D867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Google Shape;1188;p25"/>
              <p:cNvSpPr/>
              <p:nvPr/>
            </p:nvSpPr>
            <p:spPr>
              <a:xfrm>
                <a:off x="7547944" y="3178836"/>
                <a:ext cx="133715" cy="80636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1071" extrusionOk="0">
                    <a:moveTo>
                      <a:pt x="714" y="0"/>
                    </a:moveTo>
                    <a:cubicBezTo>
                      <a:pt x="687" y="9"/>
                      <a:pt x="652" y="18"/>
                      <a:pt x="616" y="18"/>
                    </a:cubicBezTo>
                    <a:cubicBezTo>
                      <a:pt x="607" y="27"/>
                      <a:pt x="589" y="27"/>
                      <a:pt x="589" y="45"/>
                    </a:cubicBezTo>
                    <a:cubicBezTo>
                      <a:pt x="589" y="63"/>
                      <a:pt x="607" y="81"/>
                      <a:pt x="616" y="90"/>
                    </a:cubicBezTo>
                    <a:cubicBezTo>
                      <a:pt x="634" y="107"/>
                      <a:pt x="660" y="116"/>
                      <a:pt x="687" y="125"/>
                    </a:cubicBezTo>
                    <a:cubicBezTo>
                      <a:pt x="732" y="134"/>
                      <a:pt x="803" y="179"/>
                      <a:pt x="803" y="179"/>
                    </a:cubicBezTo>
                    <a:cubicBezTo>
                      <a:pt x="803" y="179"/>
                      <a:pt x="660" y="161"/>
                      <a:pt x="634" y="161"/>
                    </a:cubicBezTo>
                    <a:cubicBezTo>
                      <a:pt x="571" y="161"/>
                      <a:pt x="509" y="161"/>
                      <a:pt x="446" y="170"/>
                    </a:cubicBezTo>
                    <a:cubicBezTo>
                      <a:pt x="330" y="188"/>
                      <a:pt x="205" y="223"/>
                      <a:pt x="98" y="277"/>
                    </a:cubicBezTo>
                    <a:cubicBezTo>
                      <a:pt x="81" y="286"/>
                      <a:pt x="45" y="304"/>
                      <a:pt x="36" y="322"/>
                    </a:cubicBezTo>
                    <a:cubicBezTo>
                      <a:pt x="27" y="339"/>
                      <a:pt x="72" y="366"/>
                      <a:pt x="89" y="366"/>
                    </a:cubicBezTo>
                    <a:cubicBezTo>
                      <a:pt x="107" y="371"/>
                      <a:pt x="125" y="373"/>
                      <a:pt x="143" y="373"/>
                    </a:cubicBezTo>
                    <a:cubicBezTo>
                      <a:pt x="161" y="373"/>
                      <a:pt x="179" y="371"/>
                      <a:pt x="197" y="366"/>
                    </a:cubicBezTo>
                    <a:cubicBezTo>
                      <a:pt x="249" y="358"/>
                      <a:pt x="301" y="354"/>
                      <a:pt x="354" y="354"/>
                    </a:cubicBezTo>
                    <a:cubicBezTo>
                      <a:pt x="470" y="354"/>
                      <a:pt x="585" y="374"/>
                      <a:pt x="696" y="411"/>
                    </a:cubicBezTo>
                    <a:cubicBezTo>
                      <a:pt x="658" y="409"/>
                      <a:pt x="621" y="408"/>
                      <a:pt x="584" y="408"/>
                    </a:cubicBezTo>
                    <a:cubicBezTo>
                      <a:pt x="463" y="408"/>
                      <a:pt x="346" y="419"/>
                      <a:pt x="223" y="446"/>
                    </a:cubicBezTo>
                    <a:cubicBezTo>
                      <a:pt x="143" y="464"/>
                      <a:pt x="0" y="545"/>
                      <a:pt x="0" y="580"/>
                    </a:cubicBezTo>
                    <a:cubicBezTo>
                      <a:pt x="0" y="600"/>
                      <a:pt x="25" y="606"/>
                      <a:pt x="60" y="606"/>
                    </a:cubicBezTo>
                    <a:cubicBezTo>
                      <a:pt x="123" y="606"/>
                      <a:pt x="220" y="586"/>
                      <a:pt x="277" y="580"/>
                    </a:cubicBezTo>
                    <a:cubicBezTo>
                      <a:pt x="304" y="576"/>
                      <a:pt x="332" y="575"/>
                      <a:pt x="359" y="575"/>
                    </a:cubicBezTo>
                    <a:cubicBezTo>
                      <a:pt x="456" y="575"/>
                      <a:pt x="554" y="597"/>
                      <a:pt x="652" y="625"/>
                    </a:cubicBezTo>
                    <a:cubicBezTo>
                      <a:pt x="623" y="624"/>
                      <a:pt x="594" y="623"/>
                      <a:pt x="565" y="623"/>
                    </a:cubicBezTo>
                    <a:cubicBezTo>
                      <a:pt x="376" y="623"/>
                      <a:pt x="182" y="653"/>
                      <a:pt x="27" y="777"/>
                    </a:cubicBezTo>
                    <a:cubicBezTo>
                      <a:pt x="27" y="785"/>
                      <a:pt x="18" y="785"/>
                      <a:pt x="9" y="803"/>
                    </a:cubicBezTo>
                    <a:cubicBezTo>
                      <a:pt x="9" y="821"/>
                      <a:pt x="36" y="830"/>
                      <a:pt x="63" y="839"/>
                    </a:cubicBezTo>
                    <a:cubicBezTo>
                      <a:pt x="170" y="839"/>
                      <a:pt x="286" y="812"/>
                      <a:pt x="393" y="803"/>
                    </a:cubicBezTo>
                    <a:cubicBezTo>
                      <a:pt x="420" y="803"/>
                      <a:pt x="448" y="802"/>
                      <a:pt x="478" y="802"/>
                    </a:cubicBezTo>
                    <a:cubicBezTo>
                      <a:pt x="538" y="802"/>
                      <a:pt x="601" y="806"/>
                      <a:pt x="660" y="830"/>
                    </a:cubicBezTo>
                    <a:cubicBezTo>
                      <a:pt x="607" y="830"/>
                      <a:pt x="420" y="848"/>
                      <a:pt x="366" y="866"/>
                    </a:cubicBezTo>
                    <a:cubicBezTo>
                      <a:pt x="321" y="884"/>
                      <a:pt x="125" y="991"/>
                      <a:pt x="107" y="1009"/>
                    </a:cubicBezTo>
                    <a:cubicBezTo>
                      <a:pt x="89" y="1017"/>
                      <a:pt x="116" y="1044"/>
                      <a:pt x="179" y="1044"/>
                    </a:cubicBezTo>
                    <a:cubicBezTo>
                      <a:pt x="277" y="1044"/>
                      <a:pt x="437" y="1017"/>
                      <a:pt x="482" y="1009"/>
                    </a:cubicBezTo>
                    <a:cubicBezTo>
                      <a:pt x="516" y="1003"/>
                      <a:pt x="550" y="1001"/>
                      <a:pt x="584" y="1001"/>
                    </a:cubicBezTo>
                    <a:cubicBezTo>
                      <a:pt x="771" y="1001"/>
                      <a:pt x="955" y="1071"/>
                      <a:pt x="1151" y="1071"/>
                    </a:cubicBezTo>
                    <a:cubicBezTo>
                      <a:pt x="1383" y="1071"/>
                      <a:pt x="1633" y="1009"/>
                      <a:pt x="1776" y="812"/>
                    </a:cubicBezTo>
                    <a:lnTo>
                      <a:pt x="1722" y="313"/>
                    </a:lnTo>
                    <a:cubicBezTo>
                      <a:pt x="1517" y="241"/>
                      <a:pt x="1312" y="161"/>
                      <a:pt x="1106" y="90"/>
                    </a:cubicBezTo>
                    <a:cubicBezTo>
                      <a:pt x="1026" y="54"/>
                      <a:pt x="937" y="27"/>
                      <a:pt x="848" y="9"/>
                    </a:cubicBezTo>
                    <a:cubicBezTo>
                      <a:pt x="803" y="9"/>
                      <a:pt x="759" y="0"/>
                      <a:pt x="714" y="0"/>
                    </a:cubicBezTo>
                    <a:close/>
                  </a:path>
                </a:pathLst>
              </a:custGeom>
              <a:solidFill>
                <a:srgbClr val="FFB69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Google Shape;1189;p25"/>
              <p:cNvSpPr/>
              <p:nvPr/>
            </p:nvSpPr>
            <p:spPr>
              <a:xfrm>
                <a:off x="7608401" y="3190280"/>
                <a:ext cx="29589" cy="2710"/>
              </a:xfrm>
              <a:custGeom>
                <a:avLst/>
                <a:gdLst/>
                <a:ahLst/>
                <a:cxnLst/>
                <a:rect l="l" t="t" r="r" b="b"/>
                <a:pathLst>
                  <a:path w="393" h="36" extrusionOk="0">
                    <a:moveTo>
                      <a:pt x="196" y="0"/>
                    </a:moveTo>
                    <a:cubicBezTo>
                      <a:pt x="143" y="0"/>
                      <a:pt x="98" y="0"/>
                      <a:pt x="63" y="9"/>
                    </a:cubicBezTo>
                    <a:cubicBezTo>
                      <a:pt x="27" y="18"/>
                      <a:pt x="0" y="27"/>
                      <a:pt x="0" y="27"/>
                    </a:cubicBezTo>
                    <a:cubicBezTo>
                      <a:pt x="0" y="27"/>
                      <a:pt x="27" y="27"/>
                      <a:pt x="63" y="36"/>
                    </a:cubicBezTo>
                    <a:lnTo>
                      <a:pt x="196" y="36"/>
                    </a:lnTo>
                    <a:cubicBezTo>
                      <a:pt x="250" y="36"/>
                      <a:pt x="295" y="36"/>
                      <a:pt x="330" y="27"/>
                    </a:cubicBezTo>
                    <a:lnTo>
                      <a:pt x="393" y="27"/>
                    </a:lnTo>
                    <a:cubicBezTo>
                      <a:pt x="393" y="27"/>
                      <a:pt x="375" y="18"/>
                      <a:pt x="330" y="9"/>
                    </a:cubicBezTo>
                    <a:cubicBezTo>
                      <a:pt x="295" y="0"/>
                      <a:pt x="250" y="0"/>
                      <a:pt x="196" y="0"/>
                    </a:cubicBezTo>
                    <a:close/>
                  </a:path>
                </a:pathLst>
              </a:custGeom>
              <a:solidFill>
                <a:srgbClr val="E56E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Google Shape;1190;p25"/>
              <p:cNvSpPr/>
              <p:nvPr/>
            </p:nvSpPr>
            <p:spPr>
              <a:xfrm>
                <a:off x="8075569" y="3875486"/>
                <a:ext cx="155248" cy="304322"/>
              </a:xfrm>
              <a:custGeom>
                <a:avLst/>
                <a:gdLst/>
                <a:ahLst/>
                <a:cxnLst/>
                <a:rect l="l" t="t" r="r" b="b"/>
                <a:pathLst>
                  <a:path w="2062" h="4042" extrusionOk="0">
                    <a:moveTo>
                      <a:pt x="2040" y="0"/>
                    </a:moveTo>
                    <a:cubicBezTo>
                      <a:pt x="2033" y="0"/>
                      <a:pt x="2024" y="5"/>
                      <a:pt x="2020" y="16"/>
                    </a:cubicBezTo>
                    <a:cubicBezTo>
                      <a:pt x="1476" y="1408"/>
                      <a:pt x="789" y="2728"/>
                      <a:pt x="13" y="4004"/>
                    </a:cubicBezTo>
                    <a:cubicBezTo>
                      <a:pt x="1" y="4023"/>
                      <a:pt x="19" y="4042"/>
                      <a:pt x="34" y="4042"/>
                    </a:cubicBezTo>
                    <a:cubicBezTo>
                      <a:pt x="41" y="4042"/>
                      <a:pt x="46" y="4039"/>
                      <a:pt x="49" y="4031"/>
                    </a:cubicBezTo>
                    <a:cubicBezTo>
                      <a:pt x="878" y="2782"/>
                      <a:pt x="1530" y="1426"/>
                      <a:pt x="2056" y="25"/>
                    </a:cubicBezTo>
                    <a:cubicBezTo>
                      <a:pt x="2061" y="10"/>
                      <a:pt x="2051" y="0"/>
                      <a:pt x="204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Google Shape;1191;p25"/>
              <p:cNvSpPr/>
              <p:nvPr/>
            </p:nvSpPr>
            <p:spPr>
              <a:xfrm>
                <a:off x="8228481" y="3931877"/>
                <a:ext cx="40882" cy="134167"/>
              </a:xfrm>
              <a:custGeom>
                <a:avLst/>
                <a:gdLst/>
                <a:ahLst/>
                <a:cxnLst/>
                <a:rect l="l" t="t" r="r" b="b"/>
                <a:pathLst>
                  <a:path w="543" h="1782" extrusionOk="0">
                    <a:moveTo>
                      <a:pt x="513" y="1"/>
                    </a:moveTo>
                    <a:cubicBezTo>
                      <a:pt x="503" y="1"/>
                      <a:pt x="493" y="6"/>
                      <a:pt x="489" y="17"/>
                    </a:cubicBezTo>
                    <a:cubicBezTo>
                      <a:pt x="409" y="623"/>
                      <a:pt x="239" y="1194"/>
                      <a:pt x="7" y="1756"/>
                    </a:cubicBezTo>
                    <a:cubicBezTo>
                      <a:pt x="1" y="1769"/>
                      <a:pt x="21" y="1782"/>
                      <a:pt x="37" y="1782"/>
                    </a:cubicBezTo>
                    <a:cubicBezTo>
                      <a:pt x="44" y="1782"/>
                      <a:pt x="49" y="1779"/>
                      <a:pt x="52" y="1774"/>
                    </a:cubicBezTo>
                    <a:cubicBezTo>
                      <a:pt x="319" y="1221"/>
                      <a:pt x="471" y="632"/>
                      <a:pt x="542" y="26"/>
                    </a:cubicBezTo>
                    <a:cubicBezTo>
                      <a:pt x="542" y="10"/>
                      <a:pt x="527" y="1"/>
                      <a:pt x="51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Google Shape;1192;p25"/>
              <p:cNvSpPr/>
              <p:nvPr/>
            </p:nvSpPr>
            <p:spPr>
              <a:xfrm>
                <a:off x="7844808" y="3358476"/>
                <a:ext cx="426593" cy="266075"/>
              </a:xfrm>
              <a:custGeom>
                <a:avLst/>
                <a:gdLst/>
                <a:ahLst/>
                <a:cxnLst/>
                <a:rect l="l" t="t" r="r" b="b"/>
                <a:pathLst>
                  <a:path w="5666" h="3534" extrusionOk="0">
                    <a:moveTo>
                      <a:pt x="1602" y="1"/>
                    </a:moveTo>
                    <a:cubicBezTo>
                      <a:pt x="1591" y="1"/>
                      <a:pt x="1579" y="5"/>
                      <a:pt x="1570" y="14"/>
                    </a:cubicBezTo>
                    <a:cubicBezTo>
                      <a:pt x="1490" y="103"/>
                      <a:pt x="1419" y="202"/>
                      <a:pt x="1356" y="309"/>
                    </a:cubicBezTo>
                    <a:cubicBezTo>
                      <a:pt x="1339" y="335"/>
                      <a:pt x="1321" y="362"/>
                      <a:pt x="1303" y="371"/>
                    </a:cubicBezTo>
                    <a:cubicBezTo>
                      <a:pt x="1285" y="380"/>
                      <a:pt x="1258" y="380"/>
                      <a:pt x="1240" y="389"/>
                    </a:cubicBezTo>
                    <a:cubicBezTo>
                      <a:pt x="1187" y="389"/>
                      <a:pt x="1133" y="398"/>
                      <a:pt x="1080" y="398"/>
                    </a:cubicBezTo>
                    <a:cubicBezTo>
                      <a:pt x="1062" y="398"/>
                      <a:pt x="1044" y="402"/>
                      <a:pt x="1026" y="402"/>
                    </a:cubicBezTo>
                    <a:cubicBezTo>
                      <a:pt x="1017" y="402"/>
                      <a:pt x="1008" y="401"/>
                      <a:pt x="1000" y="398"/>
                    </a:cubicBezTo>
                    <a:cubicBezTo>
                      <a:pt x="973" y="389"/>
                      <a:pt x="946" y="371"/>
                      <a:pt x="928" y="353"/>
                    </a:cubicBezTo>
                    <a:cubicBezTo>
                      <a:pt x="875" y="317"/>
                      <a:pt x="812" y="282"/>
                      <a:pt x="759" y="237"/>
                    </a:cubicBezTo>
                    <a:cubicBezTo>
                      <a:pt x="750" y="237"/>
                      <a:pt x="741" y="228"/>
                      <a:pt x="732" y="219"/>
                    </a:cubicBezTo>
                    <a:cubicBezTo>
                      <a:pt x="705" y="219"/>
                      <a:pt x="678" y="237"/>
                      <a:pt x="661" y="255"/>
                    </a:cubicBezTo>
                    <a:cubicBezTo>
                      <a:pt x="589" y="389"/>
                      <a:pt x="589" y="612"/>
                      <a:pt x="589" y="755"/>
                    </a:cubicBezTo>
                    <a:cubicBezTo>
                      <a:pt x="589" y="888"/>
                      <a:pt x="571" y="1013"/>
                      <a:pt x="571" y="1147"/>
                    </a:cubicBezTo>
                    <a:cubicBezTo>
                      <a:pt x="571" y="1201"/>
                      <a:pt x="571" y="1254"/>
                      <a:pt x="589" y="1299"/>
                    </a:cubicBezTo>
                    <a:cubicBezTo>
                      <a:pt x="643" y="1477"/>
                      <a:pt x="839" y="1566"/>
                      <a:pt x="919" y="1736"/>
                    </a:cubicBezTo>
                    <a:cubicBezTo>
                      <a:pt x="1000" y="1897"/>
                      <a:pt x="973" y="2146"/>
                      <a:pt x="830" y="2253"/>
                    </a:cubicBezTo>
                    <a:cubicBezTo>
                      <a:pt x="705" y="2351"/>
                      <a:pt x="571" y="2441"/>
                      <a:pt x="429" y="2512"/>
                    </a:cubicBezTo>
                    <a:cubicBezTo>
                      <a:pt x="384" y="2539"/>
                      <a:pt x="330" y="2557"/>
                      <a:pt x="277" y="2592"/>
                    </a:cubicBezTo>
                    <a:cubicBezTo>
                      <a:pt x="268" y="2601"/>
                      <a:pt x="250" y="2610"/>
                      <a:pt x="241" y="2619"/>
                    </a:cubicBezTo>
                    <a:cubicBezTo>
                      <a:pt x="188" y="2655"/>
                      <a:pt x="143" y="2708"/>
                      <a:pt x="107" y="2771"/>
                    </a:cubicBezTo>
                    <a:cubicBezTo>
                      <a:pt x="54" y="2842"/>
                      <a:pt x="18" y="2922"/>
                      <a:pt x="9" y="3003"/>
                    </a:cubicBezTo>
                    <a:cubicBezTo>
                      <a:pt x="0" y="3092"/>
                      <a:pt x="27" y="3190"/>
                      <a:pt x="90" y="3244"/>
                    </a:cubicBezTo>
                    <a:cubicBezTo>
                      <a:pt x="118" y="3262"/>
                      <a:pt x="153" y="3271"/>
                      <a:pt x="187" y="3271"/>
                    </a:cubicBezTo>
                    <a:cubicBezTo>
                      <a:pt x="237" y="3271"/>
                      <a:pt x="286" y="3250"/>
                      <a:pt x="313" y="3208"/>
                    </a:cubicBezTo>
                    <a:cubicBezTo>
                      <a:pt x="339" y="3163"/>
                      <a:pt x="339" y="3110"/>
                      <a:pt x="357" y="3065"/>
                    </a:cubicBezTo>
                    <a:cubicBezTo>
                      <a:pt x="402" y="2958"/>
                      <a:pt x="509" y="2914"/>
                      <a:pt x="598" y="2869"/>
                    </a:cubicBezTo>
                    <a:cubicBezTo>
                      <a:pt x="910" y="2744"/>
                      <a:pt x="1240" y="2655"/>
                      <a:pt x="1570" y="2610"/>
                    </a:cubicBezTo>
                    <a:lnTo>
                      <a:pt x="1570" y="2610"/>
                    </a:lnTo>
                    <a:cubicBezTo>
                      <a:pt x="1454" y="2717"/>
                      <a:pt x="1339" y="2824"/>
                      <a:pt x="1223" y="2931"/>
                    </a:cubicBezTo>
                    <a:cubicBezTo>
                      <a:pt x="1151" y="2994"/>
                      <a:pt x="1080" y="3056"/>
                      <a:pt x="1044" y="3154"/>
                    </a:cubicBezTo>
                    <a:cubicBezTo>
                      <a:pt x="1017" y="3244"/>
                      <a:pt x="1053" y="3368"/>
                      <a:pt x="1142" y="3395"/>
                    </a:cubicBezTo>
                    <a:cubicBezTo>
                      <a:pt x="1152" y="3397"/>
                      <a:pt x="1161" y="3398"/>
                      <a:pt x="1171" y="3398"/>
                    </a:cubicBezTo>
                    <a:cubicBezTo>
                      <a:pt x="1214" y="3398"/>
                      <a:pt x="1257" y="3382"/>
                      <a:pt x="1294" y="3360"/>
                    </a:cubicBezTo>
                    <a:cubicBezTo>
                      <a:pt x="1419" y="3279"/>
                      <a:pt x="1481" y="3137"/>
                      <a:pt x="1597" y="3056"/>
                    </a:cubicBezTo>
                    <a:cubicBezTo>
                      <a:pt x="1695" y="2985"/>
                      <a:pt x="1820" y="2958"/>
                      <a:pt x="1945" y="2940"/>
                    </a:cubicBezTo>
                    <a:cubicBezTo>
                      <a:pt x="2489" y="2842"/>
                      <a:pt x="3034" y="2771"/>
                      <a:pt x="3587" y="2735"/>
                    </a:cubicBezTo>
                    <a:cubicBezTo>
                      <a:pt x="3638" y="2730"/>
                      <a:pt x="3690" y="2725"/>
                      <a:pt x="3741" y="2725"/>
                    </a:cubicBezTo>
                    <a:cubicBezTo>
                      <a:pt x="3779" y="2725"/>
                      <a:pt x="3817" y="2728"/>
                      <a:pt x="3854" y="2735"/>
                    </a:cubicBezTo>
                    <a:cubicBezTo>
                      <a:pt x="3917" y="2744"/>
                      <a:pt x="4140" y="2806"/>
                      <a:pt x="4140" y="2905"/>
                    </a:cubicBezTo>
                    <a:cubicBezTo>
                      <a:pt x="4149" y="2985"/>
                      <a:pt x="3926" y="3110"/>
                      <a:pt x="3872" y="3172"/>
                    </a:cubicBezTo>
                    <a:cubicBezTo>
                      <a:pt x="3783" y="3261"/>
                      <a:pt x="3720" y="3386"/>
                      <a:pt x="3729" y="3511"/>
                    </a:cubicBezTo>
                    <a:cubicBezTo>
                      <a:pt x="3752" y="3526"/>
                      <a:pt x="3779" y="3533"/>
                      <a:pt x="3806" y="3533"/>
                    </a:cubicBezTo>
                    <a:cubicBezTo>
                      <a:pt x="3845" y="3533"/>
                      <a:pt x="3886" y="3519"/>
                      <a:pt x="3917" y="3493"/>
                    </a:cubicBezTo>
                    <a:cubicBezTo>
                      <a:pt x="3979" y="3458"/>
                      <a:pt x="4015" y="3404"/>
                      <a:pt x="4068" y="3360"/>
                    </a:cubicBezTo>
                    <a:cubicBezTo>
                      <a:pt x="4140" y="3297"/>
                      <a:pt x="4229" y="3270"/>
                      <a:pt x="4309" y="3235"/>
                    </a:cubicBezTo>
                    <a:cubicBezTo>
                      <a:pt x="4470" y="3181"/>
                      <a:pt x="4621" y="3119"/>
                      <a:pt x="4782" y="3101"/>
                    </a:cubicBezTo>
                    <a:cubicBezTo>
                      <a:pt x="4916" y="3083"/>
                      <a:pt x="5023" y="3047"/>
                      <a:pt x="5148" y="2967"/>
                    </a:cubicBezTo>
                    <a:cubicBezTo>
                      <a:pt x="5335" y="2842"/>
                      <a:pt x="5594" y="2575"/>
                      <a:pt x="5594" y="2316"/>
                    </a:cubicBezTo>
                    <a:cubicBezTo>
                      <a:pt x="5665" y="1941"/>
                      <a:pt x="5549" y="1558"/>
                      <a:pt x="5353" y="1236"/>
                    </a:cubicBezTo>
                    <a:cubicBezTo>
                      <a:pt x="5064" y="751"/>
                      <a:pt x="4628" y="323"/>
                      <a:pt x="4063" y="323"/>
                    </a:cubicBezTo>
                    <a:cubicBezTo>
                      <a:pt x="4035" y="323"/>
                      <a:pt x="4007" y="324"/>
                      <a:pt x="3979" y="326"/>
                    </a:cubicBezTo>
                    <a:cubicBezTo>
                      <a:pt x="3488" y="362"/>
                      <a:pt x="3025" y="639"/>
                      <a:pt x="2605" y="862"/>
                    </a:cubicBezTo>
                    <a:cubicBezTo>
                      <a:pt x="2504" y="912"/>
                      <a:pt x="2391" y="953"/>
                      <a:pt x="2282" y="953"/>
                    </a:cubicBezTo>
                    <a:cubicBezTo>
                      <a:pt x="2218" y="953"/>
                      <a:pt x="2156" y="939"/>
                      <a:pt x="2097" y="906"/>
                    </a:cubicBezTo>
                    <a:cubicBezTo>
                      <a:pt x="1954" y="826"/>
                      <a:pt x="1883" y="656"/>
                      <a:pt x="1838" y="496"/>
                    </a:cubicBezTo>
                    <a:cubicBezTo>
                      <a:pt x="1820" y="407"/>
                      <a:pt x="1811" y="335"/>
                      <a:pt x="1767" y="255"/>
                    </a:cubicBezTo>
                    <a:cubicBezTo>
                      <a:pt x="1731" y="175"/>
                      <a:pt x="1686" y="94"/>
                      <a:pt x="1633" y="14"/>
                    </a:cubicBezTo>
                    <a:cubicBezTo>
                      <a:pt x="1624" y="5"/>
                      <a:pt x="1613" y="1"/>
                      <a:pt x="16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Google Shape;1193;p25"/>
              <p:cNvSpPr/>
              <p:nvPr/>
            </p:nvSpPr>
            <p:spPr>
              <a:xfrm>
                <a:off x="8230965" y="3506645"/>
                <a:ext cx="137103" cy="235582"/>
              </a:xfrm>
              <a:custGeom>
                <a:avLst/>
                <a:gdLst/>
                <a:ahLst/>
                <a:cxnLst/>
                <a:rect l="l" t="t" r="r" b="b"/>
                <a:pathLst>
                  <a:path w="1821" h="3129" extrusionOk="0">
                    <a:moveTo>
                      <a:pt x="65" y="1"/>
                    </a:moveTo>
                    <a:cubicBezTo>
                      <a:pt x="44" y="1"/>
                      <a:pt x="22" y="3"/>
                      <a:pt x="1" y="9"/>
                    </a:cubicBezTo>
                    <a:cubicBezTo>
                      <a:pt x="153" y="169"/>
                      <a:pt x="269" y="383"/>
                      <a:pt x="304" y="607"/>
                    </a:cubicBezTo>
                    <a:cubicBezTo>
                      <a:pt x="358" y="865"/>
                      <a:pt x="313" y="1151"/>
                      <a:pt x="420" y="1392"/>
                    </a:cubicBezTo>
                    <a:cubicBezTo>
                      <a:pt x="518" y="1615"/>
                      <a:pt x="724" y="1748"/>
                      <a:pt x="929" y="1855"/>
                    </a:cubicBezTo>
                    <a:cubicBezTo>
                      <a:pt x="1089" y="1936"/>
                      <a:pt x="1286" y="2087"/>
                      <a:pt x="1330" y="2284"/>
                    </a:cubicBezTo>
                    <a:cubicBezTo>
                      <a:pt x="1366" y="2471"/>
                      <a:pt x="1214" y="2649"/>
                      <a:pt x="1036" y="2694"/>
                    </a:cubicBezTo>
                    <a:cubicBezTo>
                      <a:pt x="1018" y="2698"/>
                      <a:pt x="992" y="2700"/>
                      <a:pt x="960" y="2700"/>
                    </a:cubicBezTo>
                    <a:cubicBezTo>
                      <a:pt x="894" y="2700"/>
                      <a:pt x="805" y="2694"/>
                      <a:pt x="718" y="2694"/>
                    </a:cubicBezTo>
                    <a:cubicBezTo>
                      <a:pt x="568" y="2694"/>
                      <a:pt x="421" y="2710"/>
                      <a:pt x="402" y="2801"/>
                    </a:cubicBezTo>
                    <a:cubicBezTo>
                      <a:pt x="376" y="2935"/>
                      <a:pt x="492" y="3033"/>
                      <a:pt x="608" y="3078"/>
                    </a:cubicBezTo>
                    <a:cubicBezTo>
                      <a:pt x="694" y="3112"/>
                      <a:pt x="785" y="3129"/>
                      <a:pt x="876" y="3129"/>
                    </a:cubicBezTo>
                    <a:cubicBezTo>
                      <a:pt x="1159" y="3129"/>
                      <a:pt x="1440" y="2971"/>
                      <a:pt x="1589" y="2721"/>
                    </a:cubicBezTo>
                    <a:cubicBezTo>
                      <a:pt x="1821" y="2319"/>
                      <a:pt x="1616" y="1891"/>
                      <a:pt x="1268" y="1659"/>
                    </a:cubicBezTo>
                    <a:cubicBezTo>
                      <a:pt x="1125" y="1561"/>
                      <a:pt x="964" y="1490"/>
                      <a:pt x="831" y="1374"/>
                    </a:cubicBezTo>
                    <a:cubicBezTo>
                      <a:pt x="777" y="1329"/>
                      <a:pt x="724" y="1267"/>
                      <a:pt x="688" y="1204"/>
                    </a:cubicBezTo>
                    <a:cubicBezTo>
                      <a:pt x="661" y="1142"/>
                      <a:pt x="643" y="1088"/>
                      <a:pt x="634" y="1026"/>
                    </a:cubicBezTo>
                    <a:cubicBezTo>
                      <a:pt x="590" y="812"/>
                      <a:pt x="572" y="580"/>
                      <a:pt x="483" y="375"/>
                    </a:cubicBezTo>
                    <a:cubicBezTo>
                      <a:pt x="438" y="276"/>
                      <a:pt x="376" y="178"/>
                      <a:pt x="295" y="98"/>
                    </a:cubicBezTo>
                    <a:cubicBezTo>
                      <a:pt x="231" y="41"/>
                      <a:pt x="150" y="1"/>
                      <a:pt x="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Google Shape;1194;p25"/>
              <p:cNvSpPr/>
              <p:nvPr/>
            </p:nvSpPr>
            <p:spPr>
              <a:xfrm>
                <a:off x="7944190" y="3417578"/>
                <a:ext cx="9487" cy="14983"/>
              </a:xfrm>
              <a:custGeom>
                <a:avLst/>
                <a:gdLst/>
                <a:ahLst/>
                <a:cxnLst/>
                <a:rect l="l" t="t" r="r" b="b"/>
                <a:pathLst>
                  <a:path w="126" h="199" extrusionOk="0">
                    <a:moveTo>
                      <a:pt x="69" y="0"/>
                    </a:moveTo>
                    <a:cubicBezTo>
                      <a:pt x="54" y="0"/>
                      <a:pt x="40" y="8"/>
                      <a:pt x="36" y="23"/>
                    </a:cubicBezTo>
                    <a:cubicBezTo>
                      <a:pt x="27" y="77"/>
                      <a:pt x="1" y="166"/>
                      <a:pt x="63" y="193"/>
                    </a:cubicBezTo>
                    <a:cubicBezTo>
                      <a:pt x="67" y="196"/>
                      <a:pt x="72" y="199"/>
                      <a:pt x="77" y="199"/>
                    </a:cubicBezTo>
                    <a:cubicBezTo>
                      <a:pt x="84" y="199"/>
                      <a:pt x="90" y="194"/>
                      <a:pt x="90" y="184"/>
                    </a:cubicBezTo>
                    <a:cubicBezTo>
                      <a:pt x="126" y="148"/>
                      <a:pt x="99" y="86"/>
                      <a:pt x="108" y="32"/>
                    </a:cubicBezTo>
                    <a:cubicBezTo>
                      <a:pt x="108" y="12"/>
                      <a:pt x="88" y="0"/>
                      <a:pt x="6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Google Shape;1195;p25"/>
              <p:cNvSpPr/>
              <p:nvPr/>
            </p:nvSpPr>
            <p:spPr>
              <a:xfrm>
                <a:off x="7905265" y="3423450"/>
                <a:ext cx="7454" cy="12950"/>
              </a:xfrm>
              <a:custGeom>
                <a:avLst/>
                <a:gdLst/>
                <a:ahLst/>
                <a:cxnLst/>
                <a:rect l="l" t="t" r="r" b="b"/>
                <a:pathLst>
                  <a:path w="99" h="172" extrusionOk="0">
                    <a:moveTo>
                      <a:pt x="43" y="0"/>
                    </a:moveTo>
                    <a:cubicBezTo>
                      <a:pt x="32" y="0"/>
                      <a:pt x="22" y="5"/>
                      <a:pt x="18" y="17"/>
                    </a:cubicBezTo>
                    <a:cubicBezTo>
                      <a:pt x="9" y="70"/>
                      <a:pt x="0" y="132"/>
                      <a:pt x="54" y="168"/>
                    </a:cubicBezTo>
                    <a:cubicBezTo>
                      <a:pt x="56" y="171"/>
                      <a:pt x="59" y="172"/>
                      <a:pt x="63" y="172"/>
                    </a:cubicBezTo>
                    <a:cubicBezTo>
                      <a:pt x="72" y="172"/>
                      <a:pt x="83" y="163"/>
                      <a:pt x="89" y="150"/>
                    </a:cubicBezTo>
                    <a:cubicBezTo>
                      <a:pt x="98" y="106"/>
                      <a:pt x="81" y="70"/>
                      <a:pt x="81" y="25"/>
                    </a:cubicBezTo>
                    <a:cubicBezTo>
                      <a:pt x="75" y="10"/>
                      <a:pt x="58" y="0"/>
                      <a:pt x="4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Google Shape;1196;p25"/>
              <p:cNvSpPr/>
              <p:nvPr/>
            </p:nvSpPr>
            <p:spPr>
              <a:xfrm>
                <a:off x="7915655" y="3441670"/>
                <a:ext cx="17844" cy="13176"/>
              </a:xfrm>
              <a:custGeom>
                <a:avLst/>
                <a:gdLst/>
                <a:ahLst/>
                <a:cxnLst/>
                <a:rect l="l" t="t" r="r" b="b"/>
                <a:pathLst>
                  <a:path w="237" h="175" extrusionOk="0">
                    <a:moveTo>
                      <a:pt x="187" y="1"/>
                    </a:moveTo>
                    <a:cubicBezTo>
                      <a:pt x="179" y="1"/>
                      <a:pt x="171" y="5"/>
                      <a:pt x="166" y="15"/>
                    </a:cubicBezTo>
                    <a:cubicBezTo>
                      <a:pt x="152" y="57"/>
                      <a:pt x="143" y="125"/>
                      <a:pt x="95" y="125"/>
                    </a:cubicBezTo>
                    <a:cubicBezTo>
                      <a:pt x="81" y="125"/>
                      <a:pt x="63" y="119"/>
                      <a:pt x="41" y="105"/>
                    </a:cubicBezTo>
                    <a:cubicBezTo>
                      <a:pt x="36" y="102"/>
                      <a:pt x="32" y="100"/>
                      <a:pt x="29" y="100"/>
                    </a:cubicBezTo>
                    <a:cubicBezTo>
                      <a:pt x="9" y="100"/>
                      <a:pt x="0" y="134"/>
                      <a:pt x="23" y="149"/>
                    </a:cubicBezTo>
                    <a:cubicBezTo>
                      <a:pt x="44" y="166"/>
                      <a:pt x="71" y="175"/>
                      <a:pt x="98" y="175"/>
                    </a:cubicBezTo>
                    <a:cubicBezTo>
                      <a:pt x="129" y="175"/>
                      <a:pt x="160" y="164"/>
                      <a:pt x="183" y="140"/>
                    </a:cubicBezTo>
                    <a:cubicBezTo>
                      <a:pt x="219" y="105"/>
                      <a:pt x="237" y="42"/>
                      <a:pt x="201" y="6"/>
                    </a:cubicBezTo>
                    <a:cubicBezTo>
                      <a:pt x="198" y="3"/>
                      <a:pt x="192" y="1"/>
                      <a:pt x="18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Google Shape;1197;p25"/>
              <p:cNvSpPr/>
              <p:nvPr/>
            </p:nvSpPr>
            <p:spPr>
              <a:xfrm>
                <a:off x="7928304" y="3443552"/>
                <a:ext cx="19350" cy="10541"/>
              </a:xfrm>
              <a:custGeom>
                <a:avLst/>
                <a:gdLst/>
                <a:ahLst/>
                <a:cxnLst/>
                <a:rect l="l" t="t" r="r" b="b"/>
                <a:pathLst>
                  <a:path w="257" h="140" extrusionOk="0">
                    <a:moveTo>
                      <a:pt x="25" y="1"/>
                    </a:moveTo>
                    <a:cubicBezTo>
                      <a:pt x="12" y="1"/>
                      <a:pt x="0" y="13"/>
                      <a:pt x="6" y="26"/>
                    </a:cubicBezTo>
                    <a:cubicBezTo>
                      <a:pt x="33" y="85"/>
                      <a:pt x="107" y="139"/>
                      <a:pt x="176" y="139"/>
                    </a:cubicBezTo>
                    <a:cubicBezTo>
                      <a:pt x="201" y="139"/>
                      <a:pt x="226" y="132"/>
                      <a:pt x="247" y="115"/>
                    </a:cubicBezTo>
                    <a:cubicBezTo>
                      <a:pt x="256" y="97"/>
                      <a:pt x="247" y="80"/>
                      <a:pt x="230" y="80"/>
                    </a:cubicBezTo>
                    <a:cubicBezTo>
                      <a:pt x="149" y="71"/>
                      <a:pt x="96" y="71"/>
                      <a:pt x="42" y="8"/>
                    </a:cubicBezTo>
                    <a:cubicBezTo>
                      <a:pt x="37" y="3"/>
                      <a:pt x="31" y="1"/>
                      <a:pt x="2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Google Shape;1198;p25"/>
              <p:cNvSpPr/>
              <p:nvPr/>
            </p:nvSpPr>
            <p:spPr>
              <a:xfrm>
                <a:off x="7957667" y="3433238"/>
                <a:ext cx="21533" cy="5571"/>
              </a:xfrm>
              <a:custGeom>
                <a:avLst/>
                <a:gdLst/>
                <a:ahLst/>
                <a:cxnLst/>
                <a:rect l="l" t="t" r="r" b="b"/>
                <a:pathLst>
                  <a:path w="286" h="74" extrusionOk="0">
                    <a:moveTo>
                      <a:pt x="166" y="0"/>
                    </a:moveTo>
                    <a:cubicBezTo>
                      <a:pt x="110" y="0"/>
                      <a:pt x="50" y="25"/>
                      <a:pt x="9" y="56"/>
                    </a:cubicBezTo>
                    <a:cubicBezTo>
                      <a:pt x="0" y="65"/>
                      <a:pt x="9" y="74"/>
                      <a:pt x="18" y="74"/>
                    </a:cubicBezTo>
                    <a:cubicBezTo>
                      <a:pt x="53" y="53"/>
                      <a:pt x="84" y="46"/>
                      <a:pt x="114" y="46"/>
                    </a:cubicBezTo>
                    <a:cubicBezTo>
                      <a:pt x="160" y="46"/>
                      <a:pt x="205" y="63"/>
                      <a:pt x="259" y="74"/>
                    </a:cubicBezTo>
                    <a:cubicBezTo>
                      <a:pt x="277" y="74"/>
                      <a:pt x="286" y="56"/>
                      <a:pt x="277" y="47"/>
                    </a:cubicBezTo>
                    <a:cubicBezTo>
                      <a:pt x="247" y="13"/>
                      <a:pt x="207" y="0"/>
                      <a:pt x="16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Google Shape;1199;p25"/>
              <p:cNvSpPr/>
              <p:nvPr/>
            </p:nvSpPr>
            <p:spPr>
              <a:xfrm>
                <a:off x="7959097" y="3442197"/>
                <a:ext cx="21985" cy="9562"/>
              </a:xfrm>
              <a:custGeom>
                <a:avLst/>
                <a:gdLst/>
                <a:ahLst/>
                <a:cxnLst/>
                <a:rect l="l" t="t" r="r" b="b"/>
                <a:pathLst>
                  <a:path w="292" h="127" extrusionOk="0">
                    <a:moveTo>
                      <a:pt x="97" y="1"/>
                    </a:moveTo>
                    <a:cubicBezTo>
                      <a:pt x="68" y="1"/>
                      <a:pt x="38" y="8"/>
                      <a:pt x="8" y="26"/>
                    </a:cubicBezTo>
                    <a:cubicBezTo>
                      <a:pt x="1" y="33"/>
                      <a:pt x="5" y="46"/>
                      <a:pt x="12" y="46"/>
                    </a:cubicBezTo>
                    <a:cubicBezTo>
                      <a:pt x="13" y="46"/>
                      <a:pt x="15" y="46"/>
                      <a:pt x="17" y="44"/>
                    </a:cubicBezTo>
                    <a:cubicBezTo>
                      <a:pt x="35" y="37"/>
                      <a:pt x="53" y="34"/>
                      <a:pt x="71" y="34"/>
                    </a:cubicBezTo>
                    <a:cubicBezTo>
                      <a:pt x="145" y="34"/>
                      <a:pt x="210" y="88"/>
                      <a:pt x="275" y="124"/>
                    </a:cubicBezTo>
                    <a:cubicBezTo>
                      <a:pt x="277" y="126"/>
                      <a:pt x="279" y="127"/>
                      <a:pt x="280" y="127"/>
                    </a:cubicBezTo>
                    <a:cubicBezTo>
                      <a:pt x="287" y="127"/>
                      <a:pt x="292" y="114"/>
                      <a:pt x="284" y="107"/>
                    </a:cubicBezTo>
                    <a:cubicBezTo>
                      <a:pt x="233" y="49"/>
                      <a:pt x="169" y="1"/>
                      <a:pt x="9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Google Shape;1200;p25"/>
              <p:cNvSpPr/>
              <p:nvPr/>
            </p:nvSpPr>
            <p:spPr>
              <a:xfrm>
                <a:off x="7958946" y="3449500"/>
                <a:ext cx="15359" cy="10315"/>
              </a:xfrm>
              <a:custGeom>
                <a:avLst/>
                <a:gdLst/>
                <a:ahLst/>
                <a:cxnLst/>
                <a:rect l="l" t="t" r="r" b="b"/>
                <a:pathLst>
                  <a:path w="204" h="137" extrusionOk="0">
                    <a:moveTo>
                      <a:pt x="19" y="1"/>
                    </a:moveTo>
                    <a:cubicBezTo>
                      <a:pt x="10" y="1"/>
                      <a:pt x="1" y="18"/>
                      <a:pt x="10" y="27"/>
                    </a:cubicBezTo>
                    <a:cubicBezTo>
                      <a:pt x="63" y="63"/>
                      <a:pt x="117" y="99"/>
                      <a:pt x="170" y="134"/>
                    </a:cubicBezTo>
                    <a:cubicBezTo>
                      <a:pt x="173" y="136"/>
                      <a:pt x="175" y="136"/>
                      <a:pt x="178" y="136"/>
                    </a:cubicBezTo>
                    <a:cubicBezTo>
                      <a:pt x="193" y="136"/>
                      <a:pt x="204" y="115"/>
                      <a:pt x="188" y="108"/>
                    </a:cubicBezTo>
                    <a:cubicBezTo>
                      <a:pt x="153" y="54"/>
                      <a:pt x="90" y="18"/>
                      <a:pt x="1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Google Shape;1201;p25"/>
              <p:cNvSpPr/>
              <p:nvPr/>
            </p:nvSpPr>
            <p:spPr>
              <a:xfrm>
                <a:off x="7876430" y="3439713"/>
                <a:ext cx="22060" cy="7981"/>
              </a:xfrm>
              <a:custGeom>
                <a:avLst/>
                <a:gdLst/>
                <a:ahLst/>
                <a:cxnLst/>
                <a:rect l="l" t="t" r="r" b="b"/>
                <a:pathLst>
                  <a:path w="293" h="106" extrusionOk="0">
                    <a:moveTo>
                      <a:pt x="170" y="1"/>
                    </a:moveTo>
                    <a:cubicBezTo>
                      <a:pt x="110" y="1"/>
                      <a:pt x="51" y="20"/>
                      <a:pt x="9" y="68"/>
                    </a:cubicBezTo>
                    <a:cubicBezTo>
                      <a:pt x="1" y="76"/>
                      <a:pt x="7" y="105"/>
                      <a:pt x="27" y="105"/>
                    </a:cubicBezTo>
                    <a:cubicBezTo>
                      <a:pt x="30" y="105"/>
                      <a:pt x="32" y="105"/>
                      <a:pt x="35" y="104"/>
                    </a:cubicBezTo>
                    <a:cubicBezTo>
                      <a:pt x="116" y="68"/>
                      <a:pt x="187" y="41"/>
                      <a:pt x="276" y="41"/>
                    </a:cubicBezTo>
                    <a:cubicBezTo>
                      <a:pt x="278" y="43"/>
                      <a:pt x="280" y="44"/>
                      <a:pt x="281" y="44"/>
                    </a:cubicBezTo>
                    <a:cubicBezTo>
                      <a:pt x="288" y="44"/>
                      <a:pt x="292" y="31"/>
                      <a:pt x="285" y="24"/>
                    </a:cubicBezTo>
                    <a:cubicBezTo>
                      <a:pt x="249" y="9"/>
                      <a:pt x="209" y="1"/>
                      <a:pt x="1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Google Shape;1202;p25"/>
              <p:cNvSpPr/>
              <p:nvPr/>
            </p:nvSpPr>
            <p:spPr>
              <a:xfrm>
                <a:off x="7878387" y="3448823"/>
                <a:ext cx="19575" cy="16112"/>
              </a:xfrm>
              <a:custGeom>
                <a:avLst/>
                <a:gdLst/>
                <a:ahLst/>
                <a:cxnLst/>
                <a:rect l="l" t="t" r="r" b="b"/>
                <a:pathLst>
                  <a:path w="260" h="214" extrusionOk="0">
                    <a:moveTo>
                      <a:pt x="232" y="1"/>
                    </a:moveTo>
                    <a:cubicBezTo>
                      <a:pt x="134" y="10"/>
                      <a:pt x="18" y="81"/>
                      <a:pt x="0" y="188"/>
                    </a:cubicBezTo>
                    <a:cubicBezTo>
                      <a:pt x="0" y="201"/>
                      <a:pt x="9" y="213"/>
                      <a:pt x="18" y="213"/>
                    </a:cubicBezTo>
                    <a:cubicBezTo>
                      <a:pt x="21" y="213"/>
                      <a:pt x="25" y="211"/>
                      <a:pt x="27" y="206"/>
                    </a:cubicBezTo>
                    <a:cubicBezTo>
                      <a:pt x="90" y="134"/>
                      <a:pt x="143" y="72"/>
                      <a:pt x="241" y="45"/>
                    </a:cubicBezTo>
                    <a:cubicBezTo>
                      <a:pt x="259" y="36"/>
                      <a:pt x="259" y="1"/>
                      <a:pt x="23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Google Shape;1203;p25"/>
              <p:cNvSpPr/>
              <p:nvPr/>
            </p:nvSpPr>
            <p:spPr>
              <a:xfrm>
                <a:off x="7889455" y="3456201"/>
                <a:ext cx="12649" cy="15886"/>
              </a:xfrm>
              <a:custGeom>
                <a:avLst/>
                <a:gdLst/>
                <a:ahLst/>
                <a:cxnLst/>
                <a:rect l="l" t="t" r="r" b="b"/>
                <a:pathLst>
                  <a:path w="168" h="211" extrusionOk="0">
                    <a:moveTo>
                      <a:pt x="125" y="0"/>
                    </a:moveTo>
                    <a:cubicBezTo>
                      <a:pt x="118" y="0"/>
                      <a:pt x="110" y="3"/>
                      <a:pt x="103" y="10"/>
                    </a:cubicBezTo>
                    <a:cubicBezTo>
                      <a:pt x="41" y="54"/>
                      <a:pt x="14" y="117"/>
                      <a:pt x="5" y="197"/>
                    </a:cubicBezTo>
                    <a:cubicBezTo>
                      <a:pt x="1" y="206"/>
                      <a:pt x="7" y="210"/>
                      <a:pt x="15" y="210"/>
                    </a:cubicBezTo>
                    <a:cubicBezTo>
                      <a:pt x="23" y="210"/>
                      <a:pt x="32" y="206"/>
                      <a:pt x="32" y="197"/>
                    </a:cubicBezTo>
                    <a:cubicBezTo>
                      <a:pt x="59" y="144"/>
                      <a:pt x="103" y="81"/>
                      <a:pt x="148" y="45"/>
                    </a:cubicBezTo>
                    <a:cubicBezTo>
                      <a:pt x="168" y="25"/>
                      <a:pt x="148" y="0"/>
                      <a:pt x="12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04" name="Google Shape;1204;p25"/>
            <p:cNvGrpSpPr/>
            <p:nvPr/>
          </p:nvGrpSpPr>
          <p:grpSpPr>
            <a:xfrm>
              <a:off x="6093504" y="2512076"/>
              <a:ext cx="1596579" cy="2077904"/>
              <a:chOff x="6169704" y="2512076"/>
              <a:chExt cx="1596579" cy="2077904"/>
            </a:xfrm>
          </p:grpSpPr>
          <p:sp>
            <p:nvSpPr>
              <p:cNvPr id="1205" name="Google Shape;1205;p25"/>
              <p:cNvSpPr/>
              <p:nvPr/>
            </p:nvSpPr>
            <p:spPr>
              <a:xfrm>
                <a:off x="6694920" y="2890027"/>
                <a:ext cx="540130" cy="456935"/>
              </a:xfrm>
              <a:custGeom>
                <a:avLst/>
                <a:gdLst/>
                <a:ahLst/>
                <a:cxnLst/>
                <a:rect l="l" t="t" r="r" b="b"/>
                <a:pathLst>
                  <a:path w="7174" h="6069" extrusionOk="0">
                    <a:moveTo>
                      <a:pt x="7082" y="1"/>
                    </a:moveTo>
                    <a:cubicBezTo>
                      <a:pt x="7050" y="1"/>
                      <a:pt x="7014" y="16"/>
                      <a:pt x="6986" y="27"/>
                    </a:cubicBezTo>
                    <a:cubicBezTo>
                      <a:pt x="6870" y="81"/>
                      <a:pt x="6763" y="143"/>
                      <a:pt x="6665" y="215"/>
                    </a:cubicBezTo>
                    <a:cubicBezTo>
                      <a:pt x="6629" y="241"/>
                      <a:pt x="6593" y="268"/>
                      <a:pt x="6549" y="286"/>
                    </a:cubicBezTo>
                    <a:cubicBezTo>
                      <a:pt x="6513" y="304"/>
                      <a:pt x="6468" y="304"/>
                      <a:pt x="6424" y="313"/>
                    </a:cubicBezTo>
                    <a:cubicBezTo>
                      <a:pt x="6299" y="339"/>
                      <a:pt x="6174" y="357"/>
                      <a:pt x="6049" y="375"/>
                    </a:cubicBezTo>
                    <a:cubicBezTo>
                      <a:pt x="6103" y="322"/>
                      <a:pt x="6156" y="259"/>
                      <a:pt x="6219" y="197"/>
                    </a:cubicBezTo>
                    <a:cubicBezTo>
                      <a:pt x="6236" y="179"/>
                      <a:pt x="6254" y="161"/>
                      <a:pt x="6263" y="134"/>
                    </a:cubicBezTo>
                    <a:cubicBezTo>
                      <a:pt x="6263" y="107"/>
                      <a:pt x="6263" y="72"/>
                      <a:pt x="6236" y="63"/>
                    </a:cubicBezTo>
                    <a:cubicBezTo>
                      <a:pt x="6219" y="54"/>
                      <a:pt x="6201" y="54"/>
                      <a:pt x="6183" y="54"/>
                    </a:cubicBezTo>
                    <a:cubicBezTo>
                      <a:pt x="6049" y="81"/>
                      <a:pt x="5933" y="161"/>
                      <a:pt x="5808" y="232"/>
                    </a:cubicBezTo>
                    <a:cubicBezTo>
                      <a:pt x="5692" y="304"/>
                      <a:pt x="5567" y="375"/>
                      <a:pt x="5478" y="482"/>
                    </a:cubicBezTo>
                    <a:cubicBezTo>
                      <a:pt x="5389" y="589"/>
                      <a:pt x="5335" y="723"/>
                      <a:pt x="5291" y="857"/>
                    </a:cubicBezTo>
                    <a:cubicBezTo>
                      <a:pt x="5193" y="1133"/>
                      <a:pt x="3114" y="3667"/>
                      <a:pt x="3114" y="3667"/>
                    </a:cubicBezTo>
                    <a:lnTo>
                      <a:pt x="1803" y="2275"/>
                    </a:lnTo>
                    <a:lnTo>
                      <a:pt x="1" y="3649"/>
                    </a:lnTo>
                    <a:cubicBezTo>
                      <a:pt x="1" y="3649"/>
                      <a:pt x="2321" y="6068"/>
                      <a:pt x="3354" y="6068"/>
                    </a:cubicBezTo>
                    <a:cubicBezTo>
                      <a:pt x="3442" y="6068"/>
                      <a:pt x="3520" y="6051"/>
                      <a:pt x="3587" y="6013"/>
                    </a:cubicBezTo>
                    <a:cubicBezTo>
                      <a:pt x="4434" y="5523"/>
                      <a:pt x="5924" y="1089"/>
                      <a:pt x="5933" y="1071"/>
                    </a:cubicBezTo>
                    <a:cubicBezTo>
                      <a:pt x="5942" y="1053"/>
                      <a:pt x="6459" y="973"/>
                      <a:pt x="6682" y="866"/>
                    </a:cubicBezTo>
                    <a:cubicBezTo>
                      <a:pt x="6781" y="812"/>
                      <a:pt x="6861" y="723"/>
                      <a:pt x="6932" y="616"/>
                    </a:cubicBezTo>
                    <a:cubicBezTo>
                      <a:pt x="7021" y="491"/>
                      <a:pt x="7093" y="339"/>
                      <a:pt x="7146" y="188"/>
                    </a:cubicBezTo>
                    <a:cubicBezTo>
                      <a:pt x="7164" y="134"/>
                      <a:pt x="7173" y="63"/>
                      <a:pt x="7128" y="18"/>
                    </a:cubicBezTo>
                    <a:cubicBezTo>
                      <a:pt x="7116" y="5"/>
                      <a:pt x="7099" y="1"/>
                      <a:pt x="7082" y="1"/>
                    </a:cubicBezTo>
                    <a:close/>
                  </a:path>
                </a:pathLst>
              </a:custGeom>
              <a:solidFill>
                <a:srgbClr val="A766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Google Shape;1206;p25"/>
              <p:cNvSpPr/>
              <p:nvPr/>
            </p:nvSpPr>
            <p:spPr>
              <a:xfrm>
                <a:off x="6629117" y="2883703"/>
                <a:ext cx="264042" cy="381193"/>
              </a:xfrm>
              <a:custGeom>
                <a:avLst/>
                <a:gdLst/>
                <a:ahLst/>
                <a:cxnLst/>
                <a:rect l="l" t="t" r="r" b="b"/>
                <a:pathLst>
                  <a:path w="3507" h="5063" extrusionOk="0">
                    <a:moveTo>
                      <a:pt x="207" y="0"/>
                    </a:moveTo>
                    <a:cubicBezTo>
                      <a:pt x="122" y="0"/>
                      <a:pt x="72" y="4"/>
                      <a:pt x="72" y="4"/>
                    </a:cubicBezTo>
                    <a:lnTo>
                      <a:pt x="0" y="3323"/>
                    </a:lnTo>
                    <a:cubicBezTo>
                      <a:pt x="0" y="3323"/>
                      <a:pt x="982" y="4777"/>
                      <a:pt x="1454" y="5062"/>
                    </a:cubicBezTo>
                    <a:cubicBezTo>
                      <a:pt x="2623" y="4697"/>
                      <a:pt x="3506" y="2957"/>
                      <a:pt x="3506" y="2957"/>
                    </a:cubicBezTo>
                    <a:cubicBezTo>
                      <a:pt x="3506" y="2957"/>
                      <a:pt x="2561" y="1280"/>
                      <a:pt x="1909" y="602"/>
                    </a:cubicBezTo>
                    <a:cubicBezTo>
                      <a:pt x="1385" y="57"/>
                      <a:pt x="535" y="0"/>
                      <a:pt x="20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Google Shape;1207;p25"/>
              <p:cNvSpPr/>
              <p:nvPr/>
            </p:nvSpPr>
            <p:spPr>
              <a:xfrm>
                <a:off x="7291209" y="4545107"/>
                <a:ext cx="187999" cy="44873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596" extrusionOk="0">
                    <a:moveTo>
                      <a:pt x="1810" y="0"/>
                    </a:moveTo>
                    <a:cubicBezTo>
                      <a:pt x="1766" y="0"/>
                      <a:pt x="1719" y="3"/>
                      <a:pt x="1671" y="8"/>
                    </a:cubicBezTo>
                    <a:cubicBezTo>
                      <a:pt x="1671" y="8"/>
                      <a:pt x="1657" y="7"/>
                      <a:pt x="1631" y="7"/>
                    </a:cubicBezTo>
                    <a:cubicBezTo>
                      <a:pt x="1390" y="7"/>
                      <a:pt x="120" y="22"/>
                      <a:pt x="47" y="329"/>
                    </a:cubicBezTo>
                    <a:cubicBezTo>
                      <a:pt x="1" y="518"/>
                      <a:pt x="143" y="596"/>
                      <a:pt x="472" y="596"/>
                    </a:cubicBezTo>
                    <a:cubicBezTo>
                      <a:pt x="717" y="596"/>
                      <a:pt x="1066" y="553"/>
                      <a:pt x="1519" y="480"/>
                    </a:cubicBezTo>
                    <a:cubicBezTo>
                      <a:pt x="2497" y="316"/>
                      <a:pt x="2324" y="0"/>
                      <a:pt x="18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Google Shape;1208;p25"/>
              <p:cNvSpPr/>
              <p:nvPr/>
            </p:nvSpPr>
            <p:spPr>
              <a:xfrm>
                <a:off x="7240991" y="4258180"/>
                <a:ext cx="221428" cy="319531"/>
              </a:xfrm>
              <a:custGeom>
                <a:avLst/>
                <a:gdLst/>
                <a:ahLst/>
                <a:cxnLst/>
                <a:rect l="l" t="t" r="r" b="b"/>
                <a:pathLst>
                  <a:path w="2941" h="4244" extrusionOk="0">
                    <a:moveTo>
                      <a:pt x="1463" y="0"/>
                    </a:moveTo>
                    <a:lnTo>
                      <a:pt x="0" y="232"/>
                    </a:lnTo>
                    <a:cubicBezTo>
                      <a:pt x="0" y="232"/>
                      <a:pt x="669" y="2561"/>
                      <a:pt x="857" y="3489"/>
                    </a:cubicBezTo>
                    <a:cubicBezTo>
                      <a:pt x="892" y="3640"/>
                      <a:pt x="910" y="4104"/>
                      <a:pt x="964" y="4158"/>
                    </a:cubicBezTo>
                    <a:cubicBezTo>
                      <a:pt x="1023" y="4218"/>
                      <a:pt x="1157" y="4243"/>
                      <a:pt x="1329" y="4243"/>
                    </a:cubicBezTo>
                    <a:cubicBezTo>
                      <a:pt x="1915" y="4243"/>
                      <a:pt x="2940" y="3955"/>
                      <a:pt x="2926" y="3810"/>
                    </a:cubicBezTo>
                    <a:cubicBezTo>
                      <a:pt x="2909" y="3622"/>
                      <a:pt x="1793" y="3399"/>
                      <a:pt x="1793" y="3399"/>
                    </a:cubicBezTo>
                    <a:lnTo>
                      <a:pt x="1463" y="0"/>
                    </a:lnTo>
                    <a:close/>
                  </a:path>
                </a:pathLst>
              </a:custGeom>
              <a:solidFill>
                <a:srgbClr val="A766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Google Shape;1209;p25"/>
              <p:cNvSpPr/>
              <p:nvPr/>
            </p:nvSpPr>
            <p:spPr>
              <a:xfrm>
                <a:off x="7382685" y="4514690"/>
                <a:ext cx="90122" cy="69342"/>
              </a:xfrm>
              <a:custGeom>
                <a:avLst/>
                <a:gdLst/>
                <a:ahLst/>
                <a:cxnLst/>
                <a:rect l="l" t="t" r="r" b="b"/>
                <a:pathLst>
                  <a:path w="1197" h="921" extrusionOk="0">
                    <a:moveTo>
                      <a:pt x="145" y="0"/>
                    </a:moveTo>
                    <a:cubicBezTo>
                      <a:pt x="127" y="0"/>
                      <a:pt x="108" y="1"/>
                      <a:pt x="90" y="1"/>
                    </a:cubicBezTo>
                    <a:cubicBezTo>
                      <a:pt x="1" y="322"/>
                      <a:pt x="54" y="920"/>
                      <a:pt x="54" y="920"/>
                    </a:cubicBezTo>
                    <a:cubicBezTo>
                      <a:pt x="482" y="876"/>
                      <a:pt x="1196" y="751"/>
                      <a:pt x="1169" y="474"/>
                    </a:cubicBezTo>
                    <a:cubicBezTo>
                      <a:pt x="1143" y="267"/>
                      <a:pt x="715" y="0"/>
                      <a:pt x="14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Google Shape;1210;p25"/>
              <p:cNvSpPr/>
              <p:nvPr/>
            </p:nvSpPr>
            <p:spPr>
              <a:xfrm>
                <a:off x="6548483" y="3342740"/>
                <a:ext cx="868545" cy="1034409"/>
              </a:xfrm>
              <a:custGeom>
                <a:avLst/>
                <a:gdLst/>
                <a:ahLst/>
                <a:cxnLst/>
                <a:rect l="l" t="t" r="r" b="b"/>
                <a:pathLst>
                  <a:path w="11536" h="13739" extrusionOk="0">
                    <a:moveTo>
                      <a:pt x="1" y="0"/>
                    </a:moveTo>
                    <a:lnTo>
                      <a:pt x="536" y="5121"/>
                    </a:lnTo>
                    <a:cubicBezTo>
                      <a:pt x="1241" y="6709"/>
                      <a:pt x="6005" y="6512"/>
                      <a:pt x="6308" y="6834"/>
                    </a:cubicBezTo>
                    <a:cubicBezTo>
                      <a:pt x="6611" y="7146"/>
                      <a:pt x="7664" y="13738"/>
                      <a:pt x="7664" y="13738"/>
                    </a:cubicBezTo>
                    <a:lnTo>
                      <a:pt x="11536" y="12909"/>
                    </a:lnTo>
                    <a:cubicBezTo>
                      <a:pt x="11536" y="12909"/>
                      <a:pt x="10135" y="6316"/>
                      <a:pt x="9252" y="4550"/>
                    </a:cubicBezTo>
                    <a:cubicBezTo>
                      <a:pt x="8378" y="2784"/>
                      <a:pt x="3935" y="1651"/>
                      <a:pt x="3587" y="1401"/>
                    </a:cubicBezTo>
                    <a:cubicBezTo>
                      <a:pt x="3230" y="1160"/>
                      <a:pt x="3016" y="241"/>
                      <a:pt x="3016" y="241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Google Shape;1211;p25"/>
              <p:cNvSpPr/>
              <p:nvPr/>
            </p:nvSpPr>
            <p:spPr>
              <a:xfrm>
                <a:off x="6719765" y="3726865"/>
                <a:ext cx="482308" cy="634845"/>
              </a:xfrm>
              <a:custGeom>
                <a:avLst/>
                <a:gdLst/>
                <a:ahLst/>
                <a:cxnLst/>
                <a:rect l="l" t="t" r="r" b="b"/>
                <a:pathLst>
                  <a:path w="6406" h="8432" extrusionOk="0">
                    <a:moveTo>
                      <a:pt x="63" y="1"/>
                    </a:moveTo>
                    <a:lnTo>
                      <a:pt x="1" y="54"/>
                    </a:lnTo>
                    <a:cubicBezTo>
                      <a:pt x="63" y="117"/>
                      <a:pt x="126" y="170"/>
                      <a:pt x="197" y="224"/>
                    </a:cubicBezTo>
                    <a:lnTo>
                      <a:pt x="241" y="170"/>
                    </a:lnTo>
                    <a:cubicBezTo>
                      <a:pt x="170" y="117"/>
                      <a:pt x="108" y="63"/>
                      <a:pt x="63" y="1"/>
                    </a:cubicBezTo>
                    <a:close/>
                    <a:moveTo>
                      <a:pt x="295" y="206"/>
                    </a:moveTo>
                    <a:lnTo>
                      <a:pt x="259" y="269"/>
                    </a:lnTo>
                    <a:cubicBezTo>
                      <a:pt x="331" y="322"/>
                      <a:pt x="420" y="376"/>
                      <a:pt x="518" y="420"/>
                    </a:cubicBezTo>
                    <a:lnTo>
                      <a:pt x="554" y="358"/>
                    </a:lnTo>
                    <a:cubicBezTo>
                      <a:pt x="456" y="313"/>
                      <a:pt x="375" y="260"/>
                      <a:pt x="295" y="206"/>
                    </a:cubicBezTo>
                    <a:close/>
                    <a:moveTo>
                      <a:pt x="616" y="385"/>
                    </a:moveTo>
                    <a:lnTo>
                      <a:pt x="580" y="456"/>
                    </a:lnTo>
                    <a:cubicBezTo>
                      <a:pt x="670" y="492"/>
                      <a:pt x="768" y="536"/>
                      <a:pt x="866" y="572"/>
                    </a:cubicBezTo>
                    <a:lnTo>
                      <a:pt x="893" y="501"/>
                    </a:lnTo>
                    <a:cubicBezTo>
                      <a:pt x="795" y="465"/>
                      <a:pt x="696" y="429"/>
                      <a:pt x="616" y="385"/>
                    </a:cubicBezTo>
                    <a:close/>
                    <a:moveTo>
                      <a:pt x="955" y="518"/>
                    </a:moveTo>
                    <a:lnTo>
                      <a:pt x="937" y="590"/>
                    </a:lnTo>
                    <a:cubicBezTo>
                      <a:pt x="1027" y="625"/>
                      <a:pt x="1125" y="652"/>
                      <a:pt x="1223" y="679"/>
                    </a:cubicBezTo>
                    <a:lnTo>
                      <a:pt x="1241" y="608"/>
                    </a:lnTo>
                    <a:cubicBezTo>
                      <a:pt x="1143" y="581"/>
                      <a:pt x="1044" y="554"/>
                      <a:pt x="955" y="518"/>
                    </a:cubicBezTo>
                    <a:close/>
                    <a:moveTo>
                      <a:pt x="1312" y="625"/>
                    </a:moveTo>
                    <a:lnTo>
                      <a:pt x="1294" y="697"/>
                    </a:lnTo>
                    <a:cubicBezTo>
                      <a:pt x="1392" y="715"/>
                      <a:pt x="1490" y="741"/>
                      <a:pt x="1589" y="759"/>
                    </a:cubicBezTo>
                    <a:lnTo>
                      <a:pt x="1606" y="688"/>
                    </a:lnTo>
                    <a:cubicBezTo>
                      <a:pt x="1499" y="661"/>
                      <a:pt x="1401" y="643"/>
                      <a:pt x="1312" y="625"/>
                    </a:cubicBezTo>
                    <a:close/>
                    <a:moveTo>
                      <a:pt x="1678" y="697"/>
                    </a:moveTo>
                    <a:lnTo>
                      <a:pt x="1660" y="768"/>
                    </a:lnTo>
                    <a:cubicBezTo>
                      <a:pt x="1758" y="786"/>
                      <a:pt x="1856" y="804"/>
                      <a:pt x="1954" y="822"/>
                    </a:cubicBezTo>
                    <a:lnTo>
                      <a:pt x="1972" y="741"/>
                    </a:lnTo>
                    <a:cubicBezTo>
                      <a:pt x="1874" y="732"/>
                      <a:pt x="1776" y="715"/>
                      <a:pt x="1678" y="697"/>
                    </a:cubicBezTo>
                    <a:close/>
                    <a:moveTo>
                      <a:pt x="2044" y="759"/>
                    </a:moveTo>
                    <a:lnTo>
                      <a:pt x="2035" y="831"/>
                    </a:lnTo>
                    <a:cubicBezTo>
                      <a:pt x="2133" y="840"/>
                      <a:pt x="2231" y="857"/>
                      <a:pt x="2329" y="866"/>
                    </a:cubicBezTo>
                    <a:lnTo>
                      <a:pt x="2338" y="795"/>
                    </a:lnTo>
                    <a:cubicBezTo>
                      <a:pt x="2240" y="777"/>
                      <a:pt x="2142" y="768"/>
                      <a:pt x="2044" y="759"/>
                    </a:cubicBezTo>
                    <a:close/>
                    <a:moveTo>
                      <a:pt x="2409" y="804"/>
                    </a:moveTo>
                    <a:lnTo>
                      <a:pt x="2400" y="875"/>
                    </a:lnTo>
                    <a:cubicBezTo>
                      <a:pt x="2499" y="884"/>
                      <a:pt x="2606" y="893"/>
                      <a:pt x="2704" y="902"/>
                    </a:cubicBezTo>
                    <a:lnTo>
                      <a:pt x="2704" y="831"/>
                    </a:lnTo>
                    <a:cubicBezTo>
                      <a:pt x="2606" y="822"/>
                      <a:pt x="2507" y="813"/>
                      <a:pt x="2409" y="804"/>
                    </a:cubicBezTo>
                    <a:close/>
                    <a:moveTo>
                      <a:pt x="2784" y="831"/>
                    </a:moveTo>
                    <a:lnTo>
                      <a:pt x="2775" y="911"/>
                    </a:lnTo>
                    <a:cubicBezTo>
                      <a:pt x="2873" y="920"/>
                      <a:pt x="2971" y="929"/>
                      <a:pt x="3069" y="929"/>
                    </a:cubicBezTo>
                    <a:lnTo>
                      <a:pt x="3078" y="857"/>
                    </a:lnTo>
                    <a:cubicBezTo>
                      <a:pt x="2980" y="848"/>
                      <a:pt x="2882" y="840"/>
                      <a:pt x="2784" y="831"/>
                    </a:cubicBezTo>
                    <a:close/>
                    <a:moveTo>
                      <a:pt x="3150" y="866"/>
                    </a:moveTo>
                    <a:lnTo>
                      <a:pt x="3150" y="938"/>
                    </a:lnTo>
                    <a:cubicBezTo>
                      <a:pt x="3248" y="947"/>
                      <a:pt x="3346" y="947"/>
                      <a:pt x="3444" y="956"/>
                    </a:cubicBezTo>
                    <a:lnTo>
                      <a:pt x="3444" y="884"/>
                    </a:lnTo>
                    <a:cubicBezTo>
                      <a:pt x="3355" y="875"/>
                      <a:pt x="3248" y="866"/>
                      <a:pt x="3150" y="866"/>
                    </a:cubicBezTo>
                    <a:close/>
                    <a:moveTo>
                      <a:pt x="3524" y="884"/>
                    </a:moveTo>
                    <a:lnTo>
                      <a:pt x="3516" y="964"/>
                    </a:lnTo>
                    <a:lnTo>
                      <a:pt x="3533" y="964"/>
                    </a:lnTo>
                    <a:cubicBezTo>
                      <a:pt x="3631" y="973"/>
                      <a:pt x="3721" y="973"/>
                      <a:pt x="3819" y="982"/>
                    </a:cubicBezTo>
                    <a:lnTo>
                      <a:pt x="3819" y="911"/>
                    </a:lnTo>
                    <a:cubicBezTo>
                      <a:pt x="3730" y="902"/>
                      <a:pt x="3631" y="893"/>
                      <a:pt x="3533" y="893"/>
                    </a:cubicBezTo>
                    <a:lnTo>
                      <a:pt x="3524" y="884"/>
                    </a:lnTo>
                    <a:close/>
                    <a:moveTo>
                      <a:pt x="3890" y="911"/>
                    </a:moveTo>
                    <a:lnTo>
                      <a:pt x="3890" y="991"/>
                    </a:lnTo>
                    <a:cubicBezTo>
                      <a:pt x="3997" y="1000"/>
                      <a:pt x="4095" y="1000"/>
                      <a:pt x="4185" y="1009"/>
                    </a:cubicBezTo>
                    <a:lnTo>
                      <a:pt x="4194" y="938"/>
                    </a:lnTo>
                    <a:cubicBezTo>
                      <a:pt x="4095" y="929"/>
                      <a:pt x="3997" y="920"/>
                      <a:pt x="3890" y="911"/>
                    </a:cubicBezTo>
                    <a:close/>
                    <a:moveTo>
                      <a:pt x="4265" y="947"/>
                    </a:moveTo>
                    <a:lnTo>
                      <a:pt x="4256" y="1018"/>
                    </a:lnTo>
                    <a:cubicBezTo>
                      <a:pt x="4372" y="1036"/>
                      <a:pt x="4470" y="1045"/>
                      <a:pt x="4550" y="1063"/>
                    </a:cubicBezTo>
                    <a:lnTo>
                      <a:pt x="4568" y="982"/>
                    </a:lnTo>
                    <a:cubicBezTo>
                      <a:pt x="4479" y="973"/>
                      <a:pt x="4381" y="956"/>
                      <a:pt x="4265" y="947"/>
                    </a:cubicBezTo>
                    <a:close/>
                    <a:moveTo>
                      <a:pt x="4640" y="1000"/>
                    </a:moveTo>
                    <a:lnTo>
                      <a:pt x="4622" y="1071"/>
                    </a:lnTo>
                    <a:cubicBezTo>
                      <a:pt x="4747" y="1098"/>
                      <a:pt x="4836" y="1134"/>
                      <a:pt x="4889" y="1170"/>
                    </a:cubicBezTo>
                    <a:lnTo>
                      <a:pt x="4934" y="1107"/>
                    </a:lnTo>
                    <a:cubicBezTo>
                      <a:pt x="4872" y="1063"/>
                      <a:pt x="4773" y="1027"/>
                      <a:pt x="4640" y="1000"/>
                    </a:cubicBezTo>
                    <a:close/>
                    <a:moveTo>
                      <a:pt x="4987" y="1170"/>
                    </a:moveTo>
                    <a:lnTo>
                      <a:pt x="4925" y="1214"/>
                    </a:lnTo>
                    <a:cubicBezTo>
                      <a:pt x="4961" y="1259"/>
                      <a:pt x="4996" y="1348"/>
                      <a:pt x="5041" y="1482"/>
                    </a:cubicBezTo>
                    <a:lnTo>
                      <a:pt x="5103" y="1455"/>
                    </a:lnTo>
                    <a:cubicBezTo>
                      <a:pt x="5068" y="1321"/>
                      <a:pt x="5023" y="1223"/>
                      <a:pt x="4987" y="1170"/>
                    </a:cubicBezTo>
                    <a:close/>
                    <a:moveTo>
                      <a:pt x="5130" y="1526"/>
                    </a:moveTo>
                    <a:lnTo>
                      <a:pt x="5059" y="1544"/>
                    </a:lnTo>
                    <a:cubicBezTo>
                      <a:pt x="5086" y="1634"/>
                      <a:pt x="5112" y="1732"/>
                      <a:pt x="5139" y="1839"/>
                    </a:cubicBezTo>
                    <a:lnTo>
                      <a:pt x="5211" y="1812"/>
                    </a:lnTo>
                    <a:cubicBezTo>
                      <a:pt x="5184" y="1705"/>
                      <a:pt x="5157" y="1616"/>
                      <a:pt x="5130" y="1526"/>
                    </a:cubicBezTo>
                    <a:close/>
                    <a:moveTo>
                      <a:pt x="5228" y="1892"/>
                    </a:moveTo>
                    <a:lnTo>
                      <a:pt x="5157" y="1910"/>
                    </a:lnTo>
                    <a:cubicBezTo>
                      <a:pt x="5175" y="1999"/>
                      <a:pt x="5202" y="2097"/>
                      <a:pt x="5228" y="2196"/>
                    </a:cubicBezTo>
                    <a:lnTo>
                      <a:pt x="5300" y="2178"/>
                    </a:lnTo>
                    <a:cubicBezTo>
                      <a:pt x="5273" y="2080"/>
                      <a:pt x="5255" y="1981"/>
                      <a:pt x="5228" y="1892"/>
                    </a:cubicBezTo>
                    <a:close/>
                    <a:moveTo>
                      <a:pt x="5318" y="2249"/>
                    </a:moveTo>
                    <a:lnTo>
                      <a:pt x="5246" y="2267"/>
                    </a:lnTo>
                    <a:cubicBezTo>
                      <a:pt x="5264" y="2365"/>
                      <a:pt x="5282" y="2454"/>
                      <a:pt x="5309" y="2561"/>
                    </a:cubicBezTo>
                    <a:lnTo>
                      <a:pt x="5380" y="2543"/>
                    </a:lnTo>
                    <a:cubicBezTo>
                      <a:pt x="5353" y="2445"/>
                      <a:pt x="5335" y="2347"/>
                      <a:pt x="5318" y="2249"/>
                    </a:cubicBezTo>
                    <a:close/>
                    <a:moveTo>
                      <a:pt x="5398" y="2615"/>
                    </a:moveTo>
                    <a:lnTo>
                      <a:pt x="5318" y="2633"/>
                    </a:lnTo>
                    <a:cubicBezTo>
                      <a:pt x="5344" y="2731"/>
                      <a:pt x="5362" y="2820"/>
                      <a:pt x="5380" y="2927"/>
                    </a:cubicBezTo>
                    <a:lnTo>
                      <a:pt x="5451" y="2909"/>
                    </a:lnTo>
                    <a:cubicBezTo>
                      <a:pt x="5434" y="2811"/>
                      <a:pt x="5416" y="2713"/>
                      <a:pt x="5398" y="2615"/>
                    </a:cubicBezTo>
                    <a:close/>
                    <a:moveTo>
                      <a:pt x="5469" y="2981"/>
                    </a:moveTo>
                    <a:lnTo>
                      <a:pt x="5398" y="2998"/>
                    </a:lnTo>
                    <a:cubicBezTo>
                      <a:pt x="5416" y="3088"/>
                      <a:pt x="5434" y="3186"/>
                      <a:pt x="5451" y="3293"/>
                    </a:cubicBezTo>
                    <a:lnTo>
                      <a:pt x="5532" y="3275"/>
                    </a:lnTo>
                    <a:cubicBezTo>
                      <a:pt x="5505" y="3177"/>
                      <a:pt x="5487" y="3079"/>
                      <a:pt x="5469" y="2981"/>
                    </a:cubicBezTo>
                    <a:close/>
                    <a:moveTo>
                      <a:pt x="5541" y="3346"/>
                    </a:moveTo>
                    <a:lnTo>
                      <a:pt x="5469" y="3364"/>
                    </a:lnTo>
                    <a:cubicBezTo>
                      <a:pt x="5487" y="3453"/>
                      <a:pt x="5505" y="3552"/>
                      <a:pt x="5523" y="3659"/>
                    </a:cubicBezTo>
                    <a:lnTo>
                      <a:pt x="5603" y="3641"/>
                    </a:lnTo>
                    <a:cubicBezTo>
                      <a:pt x="5576" y="3543"/>
                      <a:pt x="5558" y="3444"/>
                      <a:pt x="5541" y="3346"/>
                    </a:cubicBezTo>
                    <a:close/>
                    <a:moveTo>
                      <a:pt x="5612" y="3712"/>
                    </a:moveTo>
                    <a:lnTo>
                      <a:pt x="5541" y="3730"/>
                    </a:lnTo>
                    <a:cubicBezTo>
                      <a:pt x="5558" y="3828"/>
                      <a:pt x="5576" y="3926"/>
                      <a:pt x="5594" y="4024"/>
                    </a:cubicBezTo>
                    <a:lnTo>
                      <a:pt x="5665" y="4006"/>
                    </a:lnTo>
                    <a:cubicBezTo>
                      <a:pt x="5648" y="3908"/>
                      <a:pt x="5630" y="3810"/>
                      <a:pt x="5612" y="3712"/>
                    </a:cubicBezTo>
                    <a:close/>
                    <a:moveTo>
                      <a:pt x="5683" y="4078"/>
                    </a:moveTo>
                    <a:lnTo>
                      <a:pt x="5612" y="4096"/>
                    </a:lnTo>
                    <a:cubicBezTo>
                      <a:pt x="5630" y="4194"/>
                      <a:pt x="5648" y="4292"/>
                      <a:pt x="5665" y="4390"/>
                    </a:cubicBezTo>
                    <a:lnTo>
                      <a:pt x="5737" y="4372"/>
                    </a:lnTo>
                    <a:cubicBezTo>
                      <a:pt x="5719" y="4274"/>
                      <a:pt x="5701" y="4176"/>
                      <a:pt x="5683" y="4078"/>
                    </a:cubicBezTo>
                    <a:close/>
                    <a:moveTo>
                      <a:pt x="5746" y="4444"/>
                    </a:moveTo>
                    <a:lnTo>
                      <a:pt x="5674" y="4461"/>
                    </a:lnTo>
                    <a:lnTo>
                      <a:pt x="5728" y="4756"/>
                    </a:lnTo>
                    <a:lnTo>
                      <a:pt x="5799" y="4738"/>
                    </a:lnTo>
                    <a:lnTo>
                      <a:pt x="5746" y="4444"/>
                    </a:lnTo>
                    <a:close/>
                    <a:moveTo>
                      <a:pt x="5817" y="4809"/>
                    </a:moveTo>
                    <a:lnTo>
                      <a:pt x="5737" y="4827"/>
                    </a:lnTo>
                    <a:lnTo>
                      <a:pt x="5790" y="5122"/>
                    </a:lnTo>
                    <a:lnTo>
                      <a:pt x="5862" y="5104"/>
                    </a:lnTo>
                    <a:lnTo>
                      <a:pt x="5817" y="4809"/>
                    </a:lnTo>
                    <a:close/>
                    <a:moveTo>
                      <a:pt x="5880" y="5184"/>
                    </a:moveTo>
                    <a:lnTo>
                      <a:pt x="5808" y="5193"/>
                    </a:lnTo>
                    <a:lnTo>
                      <a:pt x="5853" y="5487"/>
                    </a:lnTo>
                    <a:lnTo>
                      <a:pt x="5924" y="5478"/>
                    </a:lnTo>
                    <a:lnTo>
                      <a:pt x="5880" y="5184"/>
                    </a:lnTo>
                    <a:close/>
                    <a:moveTo>
                      <a:pt x="5942" y="5550"/>
                    </a:moveTo>
                    <a:lnTo>
                      <a:pt x="5871" y="5559"/>
                    </a:lnTo>
                    <a:lnTo>
                      <a:pt x="5915" y="5853"/>
                    </a:lnTo>
                    <a:lnTo>
                      <a:pt x="5987" y="5844"/>
                    </a:lnTo>
                    <a:lnTo>
                      <a:pt x="5942" y="5550"/>
                    </a:lnTo>
                    <a:close/>
                    <a:moveTo>
                      <a:pt x="6004" y="5916"/>
                    </a:moveTo>
                    <a:lnTo>
                      <a:pt x="5933" y="5925"/>
                    </a:lnTo>
                    <a:lnTo>
                      <a:pt x="5978" y="6219"/>
                    </a:lnTo>
                    <a:lnTo>
                      <a:pt x="6049" y="6210"/>
                    </a:lnTo>
                    <a:lnTo>
                      <a:pt x="6004" y="5916"/>
                    </a:lnTo>
                    <a:close/>
                    <a:moveTo>
                      <a:pt x="6067" y="6281"/>
                    </a:moveTo>
                    <a:lnTo>
                      <a:pt x="5987" y="6290"/>
                    </a:lnTo>
                    <a:lnTo>
                      <a:pt x="6040" y="6585"/>
                    </a:lnTo>
                    <a:lnTo>
                      <a:pt x="6112" y="6576"/>
                    </a:lnTo>
                    <a:lnTo>
                      <a:pt x="6067" y="6281"/>
                    </a:lnTo>
                    <a:close/>
                    <a:moveTo>
                      <a:pt x="6120" y="6647"/>
                    </a:moveTo>
                    <a:lnTo>
                      <a:pt x="6049" y="6665"/>
                    </a:lnTo>
                    <a:lnTo>
                      <a:pt x="6103" y="6959"/>
                    </a:lnTo>
                    <a:lnTo>
                      <a:pt x="6174" y="6941"/>
                    </a:lnTo>
                    <a:lnTo>
                      <a:pt x="6120" y="6647"/>
                    </a:lnTo>
                    <a:close/>
                    <a:moveTo>
                      <a:pt x="6183" y="7022"/>
                    </a:moveTo>
                    <a:lnTo>
                      <a:pt x="6112" y="7031"/>
                    </a:lnTo>
                    <a:lnTo>
                      <a:pt x="6156" y="7325"/>
                    </a:lnTo>
                    <a:lnTo>
                      <a:pt x="6228" y="7316"/>
                    </a:lnTo>
                    <a:lnTo>
                      <a:pt x="6183" y="7022"/>
                    </a:lnTo>
                    <a:close/>
                    <a:moveTo>
                      <a:pt x="6245" y="7388"/>
                    </a:moveTo>
                    <a:lnTo>
                      <a:pt x="6174" y="7396"/>
                    </a:lnTo>
                    <a:lnTo>
                      <a:pt x="6219" y="7691"/>
                    </a:lnTo>
                    <a:lnTo>
                      <a:pt x="6290" y="7682"/>
                    </a:lnTo>
                    <a:lnTo>
                      <a:pt x="6245" y="7388"/>
                    </a:lnTo>
                    <a:close/>
                    <a:moveTo>
                      <a:pt x="6299" y="7753"/>
                    </a:moveTo>
                    <a:lnTo>
                      <a:pt x="6228" y="7762"/>
                    </a:lnTo>
                    <a:lnTo>
                      <a:pt x="6272" y="8066"/>
                    </a:lnTo>
                    <a:lnTo>
                      <a:pt x="6343" y="8048"/>
                    </a:lnTo>
                    <a:lnTo>
                      <a:pt x="6299" y="7753"/>
                    </a:lnTo>
                    <a:close/>
                    <a:moveTo>
                      <a:pt x="6361" y="8128"/>
                    </a:moveTo>
                    <a:lnTo>
                      <a:pt x="6290" y="8137"/>
                    </a:lnTo>
                    <a:lnTo>
                      <a:pt x="6335" y="8431"/>
                    </a:lnTo>
                    <a:lnTo>
                      <a:pt x="6406" y="8422"/>
                    </a:lnTo>
                    <a:lnTo>
                      <a:pt x="6361" y="812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Google Shape;1212;p25"/>
              <p:cNvSpPr/>
              <p:nvPr/>
            </p:nvSpPr>
            <p:spPr>
              <a:xfrm>
                <a:off x="7597635" y="4124241"/>
                <a:ext cx="158260" cy="94640"/>
              </a:xfrm>
              <a:custGeom>
                <a:avLst/>
                <a:gdLst/>
                <a:ahLst/>
                <a:cxnLst/>
                <a:rect l="l" t="t" r="r" b="b"/>
                <a:pathLst>
                  <a:path w="2102" h="1257" extrusionOk="0">
                    <a:moveTo>
                      <a:pt x="1859" y="1"/>
                    </a:moveTo>
                    <a:cubicBezTo>
                      <a:pt x="1753" y="1"/>
                      <a:pt x="1601" y="45"/>
                      <a:pt x="1437" y="138"/>
                    </a:cubicBezTo>
                    <a:cubicBezTo>
                      <a:pt x="1437" y="138"/>
                      <a:pt x="0" y="745"/>
                      <a:pt x="54" y="1093"/>
                    </a:cubicBezTo>
                    <a:cubicBezTo>
                      <a:pt x="69" y="1204"/>
                      <a:pt x="127" y="1256"/>
                      <a:pt x="231" y="1256"/>
                    </a:cubicBezTo>
                    <a:cubicBezTo>
                      <a:pt x="445" y="1256"/>
                      <a:pt x="851" y="1034"/>
                      <a:pt x="1463" y="638"/>
                    </a:cubicBezTo>
                    <a:cubicBezTo>
                      <a:pt x="2101" y="229"/>
                      <a:pt x="2099" y="1"/>
                      <a:pt x="18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Google Shape;1213;p25"/>
              <p:cNvSpPr/>
              <p:nvPr/>
            </p:nvSpPr>
            <p:spPr>
              <a:xfrm>
                <a:off x="7442464" y="3906204"/>
                <a:ext cx="310044" cy="295137"/>
              </a:xfrm>
              <a:custGeom>
                <a:avLst/>
                <a:gdLst/>
                <a:ahLst/>
                <a:cxnLst/>
                <a:rect l="l" t="t" r="r" b="b"/>
                <a:pathLst>
                  <a:path w="4118" h="3920" extrusionOk="0">
                    <a:moveTo>
                      <a:pt x="1205" y="1"/>
                    </a:moveTo>
                    <a:lnTo>
                      <a:pt x="1" y="679"/>
                    </a:lnTo>
                    <a:cubicBezTo>
                      <a:pt x="1" y="679"/>
                      <a:pt x="1482" y="2552"/>
                      <a:pt x="2008" y="3337"/>
                    </a:cubicBezTo>
                    <a:cubicBezTo>
                      <a:pt x="2097" y="3462"/>
                      <a:pt x="2284" y="3882"/>
                      <a:pt x="2356" y="3908"/>
                    </a:cubicBezTo>
                    <a:cubicBezTo>
                      <a:pt x="2375" y="3916"/>
                      <a:pt x="2399" y="3920"/>
                      <a:pt x="2425" y="3920"/>
                    </a:cubicBezTo>
                    <a:cubicBezTo>
                      <a:pt x="2854" y="3920"/>
                      <a:pt x="4117" y="2944"/>
                      <a:pt x="4033" y="2793"/>
                    </a:cubicBezTo>
                    <a:cubicBezTo>
                      <a:pt x="4012" y="2752"/>
                      <a:pt x="3928" y="2737"/>
                      <a:pt x="3813" y="2737"/>
                    </a:cubicBezTo>
                    <a:cubicBezTo>
                      <a:pt x="3449" y="2737"/>
                      <a:pt x="2775" y="2891"/>
                      <a:pt x="2775" y="2891"/>
                    </a:cubicBezTo>
                    <a:lnTo>
                      <a:pt x="1205" y="1"/>
                    </a:lnTo>
                    <a:close/>
                  </a:path>
                </a:pathLst>
              </a:custGeom>
              <a:solidFill>
                <a:srgbClr val="A766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Google Shape;1214;p25"/>
              <p:cNvSpPr/>
              <p:nvPr/>
            </p:nvSpPr>
            <p:spPr>
              <a:xfrm>
                <a:off x="7668858" y="4104741"/>
                <a:ext cx="97425" cy="77624"/>
              </a:xfrm>
              <a:custGeom>
                <a:avLst/>
                <a:gdLst/>
                <a:ahLst/>
                <a:cxnLst/>
                <a:rect l="l" t="t" r="r" b="b"/>
                <a:pathLst>
                  <a:path w="1294" h="1031" extrusionOk="0">
                    <a:moveTo>
                      <a:pt x="703" y="0"/>
                    </a:moveTo>
                    <a:cubicBezTo>
                      <a:pt x="500" y="0"/>
                      <a:pt x="253" y="49"/>
                      <a:pt x="0" y="165"/>
                    </a:cubicBezTo>
                    <a:cubicBezTo>
                      <a:pt x="36" y="504"/>
                      <a:pt x="312" y="1030"/>
                      <a:pt x="312" y="1030"/>
                    </a:cubicBezTo>
                    <a:cubicBezTo>
                      <a:pt x="678" y="816"/>
                      <a:pt x="1294" y="415"/>
                      <a:pt x="1169" y="165"/>
                    </a:cubicBezTo>
                    <a:cubicBezTo>
                      <a:pt x="1111" y="65"/>
                      <a:pt x="937" y="0"/>
                      <a:pt x="7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Google Shape;1215;p25"/>
              <p:cNvSpPr/>
              <p:nvPr/>
            </p:nvSpPr>
            <p:spPr>
              <a:xfrm>
                <a:off x="6429602" y="3372931"/>
                <a:ext cx="1149979" cy="766452"/>
              </a:xfrm>
              <a:custGeom>
                <a:avLst/>
                <a:gdLst/>
                <a:ahLst/>
                <a:cxnLst/>
                <a:rect l="l" t="t" r="r" b="b"/>
                <a:pathLst>
                  <a:path w="15274" h="10180" extrusionOk="0">
                    <a:moveTo>
                      <a:pt x="3632" y="1"/>
                    </a:moveTo>
                    <a:lnTo>
                      <a:pt x="705" y="946"/>
                    </a:lnTo>
                    <a:lnTo>
                      <a:pt x="705" y="2213"/>
                    </a:lnTo>
                    <a:cubicBezTo>
                      <a:pt x="705" y="2650"/>
                      <a:pt x="1" y="6022"/>
                      <a:pt x="2115" y="6263"/>
                    </a:cubicBezTo>
                    <a:cubicBezTo>
                      <a:pt x="2205" y="6274"/>
                      <a:pt x="2302" y="6279"/>
                      <a:pt x="2404" y="6279"/>
                    </a:cubicBezTo>
                    <a:cubicBezTo>
                      <a:pt x="4247" y="6279"/>
                      <a:pt x="7893" y="4599"/>
                      <a:pt x="9457" y="4033"/>
                    </a:cubicBezTo>
                    <a:cubicBezTo>
                      <a:pt x="9530" y="4006"/>
                      <a:pt x="9605" y="3993"/>
                      <a:pt x="9679" y="3993"/>
                    </a:cubicBezTo>
                    <a:cubicBezTo>
                      <a:pt x="9947" y="3993"/>
                      <a:pt x="10200" y="4162"/>
                      <a:pt x="10305" y="4434"/>
                    </a:cubicBezTo>
                    <a:lnTo>
                      <a:pt x="12597" y="10179"/>
                    </a:lnTo>
                    <a:cubicBezTo>
                      <a:pt x="12597" y="10179"/>
                      <a:pt x="15274" y="8012"/>
                      <a:pt x="15184" y="7914"/>
                    </a:cubicBezTo>
                    <a:cubicBezTo>
                      <a:pt x="15095" y="7815"/>
                      <a:pt x="12517" y="946"/>
                      <a:pt x="10911" y="384"/>
                    </a:cubicBezTo>
                    <a:cubicBezTo>
                      <a:pt x="10783" y="339"/>
                      <a:pt x="10606" y="319"/>
                      <a:pt x="10392" y="319"/>
                    </a:cubicBezTo>
                    <a:cubicBezTo>
                      <a:pt x="8795" y="319"/>
                      <a:pt x="5147" y="1438"/>
                      <a:pt x="4438" y="1438"/>
                    </a:cubicBezTo>
                    <a:cubicBezTo>
                      <a:pt x="4424" y="1438"/>
                      <a:pt x="4411" y="1438"/>
                      <a:pt x="4399" y="1437"/>
                    </a:cubicBezTo>
                    <a:cubicBezTo>
                      <a:pt x="3730" y="1383"/>
                      <a:pt x="3632" y="1"/>
                      <a:pt x="363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Google Shape;1216;p25"/>
              <p:cNvSpPr/>
              <p:nvPr/>
            </p:nvSpPr>
            <p:spPr>
              <a:xfrm>
                <a:off x="6588160" y="3670850"/>
                <a:ext cx="792578" cy="469885"/>
              </a:xfrm>
              <a:custGeom>
                <a:avLst/>
                <a:gdLst/>
                <a:ahLst/>
                <a:cxnLst/>
                <a:rect l="l" t="t" r="r" b="b"/>
                <a:pathLst>
                  <a:path w="10527" h="6241" extrusionOk="0">
                    <a:moveTo>
                      <a:pt x="7566" y="1"/>
                    </a:moveTo>
                    <a:cubicBezTo>
                      <a:pt x="7488" y="1"/>
                      <a:pt x="7410" y="13"/>
                      <a:pt x="7333" y="40"/>
                    </a:cubicBezTo>
                    <a:cubicBezTo>
                      <a:pt x="6994" y="165"/>
                      <a:pt x="6548" y="344"/>
                      <a:pt x="6040" y="549"/>
                    </a:cubicBezTo>
                    <a:cubicBezTo>
                      <a:pt x="4304" y="1250"/>
                      <a:pt x="1726" y="2286"/>
                      <a:pt x="290" y="2286"/>
                    </a:cubicBezTo>
                    <a:cubicBezTo>
                      <a:pt x="191" y="2286"/>
                      <a:pt x="97" y="2281"/>
                      <a:pt x="9" y="2270"/>
                    </a:cubicBezTo>
                    <a:lnTo>
                      <a:pt x="0" y="2351"/>
                    </a:lnTo>
                    <a:cubicBezTo>
                      <a:pt x="85" y="2360"/>
                      <a:pt x="175" y="2365"/>
                      <a:pt x="269" y="2365"/>
                    </a:cubicBezTo>
                    <a:cubicBezTo>
                      <a:pt x="1718" y="2365"/>
                      <a:pt x="4317" y="1323"/>
                      <a:pt x="6066" y="620"/>
                    </a:cubicBezTo>
                    <a:cubicBezTo>
                      <a:pt x="6575" y="415"/>
                      <a:pt x="7021" y="236"/>
                      <a:pt x="7360" y="112"/>
                    </a:cubicBezTo>
                    <a:cubicBezTo>
                      <a:pt x="7430" y="86"/>
                      <a:pt x="7502" y="74"/>
                      <a:pt x="7573" y="74"/>
                    </a:cubicBezTo>
                    <a:cubicBezTo>
                      <a:pt x="7826" y="74"/>
                      <a:pt x="8065" y="228"/>
                      <a:pt x="8163" y="486"/>
                    </a:cubicBezTo>
                    <a:lnTo>
                      <a:pt x="10456" y="6240"/>
                    </a:lnTo>
                    <a:lnTo>
                      <a:pt x="10527" y="6214"/>
                    </a:lnTo>
                    <a:lnTo>
                      <a:pt x="8234" y="459"/>
                    </a:lnTo>
                    <a:cubicBezTo>
                      <a:pt x="8122" y="172"/>
                      <a:pt x="7850" y="1"/>
                      <a:pt x="75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Google Shape;1217;p25"/>
              <p:cNvSpPr/>
              <p:nvPr/>
            </p:nvSpPr>
            <p:spPr>
              <a:xfrm>
                <a:off x="6750634" y="3443477"/>
                <a:ext cx="106912" cy="28234"/>
              </a:xfrm>
              <a:custGeom>
                <a:avLst/>
                <a:gdLst/>
                <a:ahLst/>
                <a:cxnLst/>
                <a:rect l="l" t="t" r="r" b="b"/>
                <a:pathLst>
                  <a:path w="1420" h="375" extrusionOk="0">
                    <a:moveTo>
                      <a:pt x="63" y="0"/>
                    </a:moveTo>
                    <a:lnTo>
                      <a:pt x="1" y="36"/>
                    </a:lnTo>
                    <a:cubicBezTo>
                      <a:pt x="63" y="161"/>
                      <a:pt x="188" y="321"/>
                      <a:pt x="429" y="357"/>
                    </a:cubicBezTo>
                    <a:cubicBezTo>
                      <a:pt x="518" y="375"/>
                      <a:pt x="617" y="375"/>
                      <a:pt x="715" y="375"/>
                    </a:cubicBezTo>
                    <a:cubicBezTo>
                      <a:pt x="1063" y="375"/>
                      <a:pt x="1402" y="313"/>
                      <a:pt x="1419" y="304"/>
                    </a:cubicBezTo>
                    <a:lnTo>
                      <a:pt x="1402" y="232"/>
                    </a:lnTo>
                    <a:cubicBezTo>
                      <a:pt x="1402" y="232"/>
                      <a:pt x="1047" y="304"/>
                      <a:pt x="705" y="304"/>
                    </a:cubicBezTo>
                    <a:cubicBezTo>
                      <a:pt x="613" y="304"/>
                      <a:pt x="521" y="299"/>
                      <a:pt x="438" y="286"/>
                    </a:cubicBezTo>
                    <a:cubicBezTo>
                      <a:pt x="224" y="250"/>
                      <a:pt x="117" y="116"/>
                      <a:pt x="63" y="0"/>
                    </a:cubicBezTo>
                    <a:close/>
                  </a:path>
                </a:pathLst>
              </a:custGeom>
              <a:solidFill>
                <a:srgbClr val="28161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Google Shape;1218;p25"/>
              <p:cNvSpPr/>
              <p:nvPr/>
            </p:nvSpPr>
            <p:spPr>
              <a:xfrm>
                <a:off x="6535082" y="3506569"/>
                <a:ext cx="919592" cy="573032"/>
              </a:xfrm>
              <a:custGeom>
                <a:avLst/>
                <a:gdLst/>
                <a:ahLst/>
                <a:cxnLst/>
                <a:rect l="l" t="t" r="r" b="b"/>
                <a:pathLst>
                  <a:path w="12214" h="7611" extrusionOk="0">
                    <a:moveTo>
                      <a:pt x="161" y="1"/>
                    </a:moveTo>
                    <a:lnTo>
                      <a:pt x="90" y="10"/>
                    </a:lnTo>
                    <a:lnTo>
                      <a:pt x="98" y="81"/>
                    </a:lnTo>
                    <a:lnTo>
                      <a:pt x="170" y="72"/>
                    </a:lnTo>
                    <a:lnTo>
                      <a:pt x="161" y="1"/>
                    </a:lnTo>
                    <a:close/>
                    <a:moveTo>
                      <a:pt x="179" y="144"/>
                    </a:moveTo>
                    <a:lnTo>
                      <a:pt x="107" y="153"/>
                    </a:lnTo>
                    <a:lnTo>
                      <a:pt x="143" y="358"/>
                    </a:lnTo>
                    <a:cubicBezTo>
                      <a:pt x="134" y="376"/>
                      <a:pt x="134" y="402"/>
                      <a:pt x="125" y="429"/>
                    </a:cubicBezTo>
                    <a:lnTo>
                      <a:pt x="197" y="447"/>
                    </a:lnTo>
                    <a:cubicBezTo>
                      <a:pt x="206" y="402"/>
                      <a:pt x="214" y="376"/>
                      <a:pt x="214" y="376"/>
                    </a:cubicBezTo>
                    <a:cubicBezTo>
                      <a:pt x="214" y="367"/>
                      <a:pt x="214" y="358"/>
                      <a:pt x="214" y="358"/>
                    </a:cubicBezTo>
                    <a:lnTo>
                      <a:pt x="179" y="144"/>
                    </a:lnTo>
                    <a:close/>
                    <a:moveTo>
                      <a:pt x="107" y="509"/>
                    </a:moveTo>
                    <a:cubicBezTo>
                      <a:pt x="90" y="599"/>
                      <a:pt x="72" y="706"/>
                      <a:pt x="54" y="804"/>
                    </a:cubicBezTo>
                    <a:lnTo>
                      <a:pt x="134" y="813"/>
                    </a:lnTo>
                    <a:cubicBezTo>
                      <a:pt x="143" y="715"/>
                      <a:pt x="161" y="616"/>
                      <a:pt x="179" y="518"/>
                    </a:cubicBezTo>
                    <a:lnTo>
                      <a:pt x="107" y="509"/>
                    </a:lnTo>
                    <a:close/>
                    <a:moveTo>
                      <a:pt x="45" y="875"/>
                    </a:moveTo>
                    <a:cubicBezTo>
                      <a:pt x="36" y="973"/>
                      <a:pt x="27" y="1080"/>
                      <a:pt x="18" y="1178"/>
                    </a:cubicBezTo>
                    <a:lnTo>
                      <a:pt x="90" y="1178"/>
                    </a:lnTo>
                    <a:cubicBezTo>
                      <a:pt x="98" y="1080"/>
                      <a:pt x="107" y="982"/>
                      <a:pt x="116" y="884"/>
                    </a:cubicBezTo>
                    <a:lnTo>
                      <a:pt x="45" y="875"/>
                    </a:lnTo>
                    <a:close/>
                    <a:moveTo>
                      <a:pt x="8823" y="1259"/>
                    </a:moveTo>
                    <a:cubicBezTo>
                      <a:pt x="8779" y="1259"/>
                      <a:pt x="8725" y="1259"/>
                      <a:pt x="8645" y="1277"/>
                    </a:cubicBezTo>
                    <a:lnTo>
                      <a:pt x="8654" y="1348"/>
                    </a:lnTo>
                    <a:cubicBezTo>
                      <a:pt x="8734" y="1339"/>
                      <a:pt x="8788" y="1330"/>
                      <a:pt x="8823" y="1330"/>
                    </a:cubicBezTo>
                    <a:cubicBezTo>
                      <a:pt x="8850" y="1330"/>
                      <a:pt x="8877" y="1339"/>
                      <a:pt x="8912" y="1366"/>
                    </a:cubicBezTo>
                    <a:lnTo>
                      <a:pt x="8957" y="1303"/>
                    </a:lnTo>
                    <a:cubicBezTo>
                      <a:pt x="8904" y="1268"/>
                      <a:pt x="8859" y="1259"/>
                      <a:pt x="8823" y="1259"/>
                    </a:cubicBezTo>
                    <a:close/>
                    <a:moveTo>
                      <a:pt x="8565" y="1294"/>
                    </a:moveTo>
                    <a:cubicBezTo>
                      <a:pt x="8484" y="1312"/>
                      <a:pt x="8386" y="1339"/>
                      <a:pt x="8279" y="1366"/>
                    </a:cubicBezTo>
                    <a:lnTo>
                      <a:pt x="8297" y="1437"/>
                    </a:lnTo>
                    <a:cubicBezTo>
                      <a:pt x="8404" y="1410"/>
                      <a:pt x="8502" y="1384"/>
                      <a:pt x="8582" y="1366"/>
                    </a:cubicBezTo>
                    <a:lnTo>
                      <a:pt x="8565" y="1294"/>
                    </a:lnTo>
                    <a:close/>
                    <a:moveTo>
                      <a:pt x="8208" y="1384"/>
                    </a:moveTo>
                    <a:cubicBezTo>
                      <a:pt x="8118" y="1410"/>
                      <a:pt x="8020" y="1437"/>
                      <a:pt x="7913" y="1464"/>
                    </a:cubicBezTo>
                    <a:lnTo>
                      <a:pt x="7940" y="1535"/>
                    </a:lnTo>
                    <a:cubicBezTo>
                      <a:pt x="8038" y="1509"/>
                      <a:pt x="8136" y="1482"/>
                      <a:pt x="8226" y="1455"/>
                    </a:cubicBezTo>
                    <a:lnTo>
                      <a:pt x="8208" y="1384"/>
                    </a:lnTo>
                    <a:close/>
                    <a:moveTo>
                      <a:pt x="9" y="1250"/>
                    </a:moveTo>
                    <a:cubicBezTo>
                      <a:pt x="9" y="1339"/>
                      <a:pt x="0" y="1437"/>
                      <a:pt x="0" y="1526"/>
                    </a:cubicBezTo>
                    <a:lnTo>
                      <a:pt x="0" y="1553"/>
                    </a:lnTo>
                    <a:lnTo>
                      <a:pt x="81" y="1544"/>
                    </a:lnTo>
                    <a:lnTo>
                      <a:pt x="81" y="1526"/>
                    </a:lnTo>
                    <a:cubicBezTo>
                      <a:pt x="81" y="1437"/>
                      <a:pt x="81" y="1348"/>
                      <a:pt x="81" y="1250"/>
                    </a:cubicBezTo>
                    <a:close/>
                    <a:moveTo>
                      <a:pt x="9020" y="1348"/>
                    </a:moveTo>
                    <a:lnTo>
                      <a:pt x="8966" y="1410"/>
                    </a:lnTo>
                    <a:cubicBezTo>
                      <a:pt x="9028" y="1455"/>
                      <a:pt x="9091" y="1526"/>
                      <a:pt x="9162" y="1624"/>
                    </a:cubicBezTo>
                    <a:lnTo>
                      <a:pt x="9225" y="1571"/>
                    </a:lnTo>
                    <a:cubicBezTo>
                      <a:pt x="9144" y="1482"/>
                      <a:pt x="9073" y="1401"/>
                      <a:pt x="9020" y="1348"/>
                    </a:cubicBezTo>
                    <a:close/>
                    <a:moveTo>
                      <a:pt x="7842" y="1482"/>
                    </a:moveTo>
                    <a:cubicBezTo>
                      <a:pt x="7753" y="1509"/>
                      <a:pt x="7655" y="1535"/>
                      <a:pt x="7556" y="1571"/>
                    </a:cubicBezTo>
                    <a:lnTo>
                      <a:pt x="7583" y="1642"/>
                    </a:lnTo>
                    <a:cubicBezTo>
                      <a:pt x="7681" y="1607"/>
                      <a:pt x="7771" y="1580"/>
                      <a:pt x="7869" y="1553"/>
                    </a:cubicBezTo>
                    <a:lnTo>
                      <a:pt x="7842" y="1482"/>
                    </a:lnTo>
                    <a:close/>
                    <a:moveTo>
                      <a:pt x="7485" y="1589"/>
                    </a:moveTo>
                    <a:cubicBezTo>
                      <a:pt x="7396" y="1616"/>
                      <a:pt x="7298" y="1651"/>
                      <a:pt x="7200" y="1678"/>
                    </a:cubicBezTo>
                    <a:lnTo>
                      <a:pt x="7226" y="1749"/>
                    </a:lnTo>
                    <a:cubicBezTo>
                      <a:pt x="7325" y="1723"/>
                      <a:pt x="7414" y="1687"/>
                      <a:pt x="7512" y="1660"/>
                    </a:cubicBezTo>
                    <a:lnTo>
                      <a:pt x="7485" y="1589"/>
                    </a:lnTo>
                    <a:close/>
                    <a:moveTo>
                      <a:pt x="7128" y="1696"/>
                    </a:moveTo>
                    <a:lnTo>
                      <a:pt x="6843" y="1785"/>
                    </a:lnTo>
                    <a:lnTo>
                      <a:pt x="6870" y="1856"/>
                    </a:lnTo>
                    <a:lnTo>
                      <a:pt x="7155" y="1767"/>
                    </a:lnTo>
                    <a:lnTo>
                      <a:pt x="7128" y="1696"/>
                    </a:lnTo>
                    <a:close/>
                    <a:moveTo>
                      <a:pt x="9269" y="1633"/>
                    </a:moveTo>
                    <a:lnTo>
                      <a:pt x="9207" y="1678"/>
                    </a:lnTo>
                    <a:cubicBezTo>
                      <a:pt x="9260" y="1749"/>
                      <a:pt x="9314" y="1830"/>
                      <a:pt x="9376" y="1919"/>
                    </a:cubicBezTo>
                    <a:lnTo>
                      <a:pt x="9439" y="1883"/>
                    </a:lnTo>
                    <a:cubicBezTo>
                      <a:pt x="9376" y="1785"/>
                      <a:pt x="9323" y="1705"/>
                      <a:pt x="9269" y="1633"/>
                    </a:cubicBezTo>
                    <a:close/>
                    <a:moveTo>
                      <a:pt x="0" y="1624"/>
                    </a:moveTo>
                    <a:cubicBezTo>
                      <a:pt x="9" y="1723"/>
                      <a:pt x="9" y="1830"/>
                      <a:pt x="27" y="1928"/>
                    </a:cubicBezTo>
                    <a:lnTo>
                      <a:pt x="98" y="1919"/>
                    </a:lnTo>
                    <a:cubicBezTo>
                      <a:pt x="90" y="1821"/>
                      <a:pt x="81" y="1723"/>
                      <a:pt x="81" y="1624"/>
                    </a:cubicBezTo>
                    <a:close/>
                    <a:moveTo>
                      <a:pt x="6771" y="1812"/>
                    </a:moveTo>
                    <a:lnTo>
                      <a:pt x="6486" y="1892"/>
                    </a:lnTo>
                    <a:lnTo>
                      <a:pt x="6513" y="1963"/>
                    </a:lnTo>
                    <a:lnTo>
                      <a:pt x="6798" y="1883"/>
                    </a:lnTo>
                    <a:lnTo>
                      <a:pt x="6771" y="1812"/>
                    </a:lnTo>
                    <a:close/>
                    <a:moveTo>
                      <a:pt x="6415" y="1919"/>
                    </a:moveTo>
                    <a:lnTo>
                      <a:pt x="6138" y="2008"/>
                    </a:lnTo>
                    <a:lnTo>
                      <a:pt x="6156" y="2079"/>
                    </a:lnTo>
                    <a:lnTo>
                      <a:pt x="6441" y="1990"/>
                    </a:lnTo>
                    <a:lnTo>
                      <a:pt x="6415" y="1919"/>
                    </a:lnTo>
                    <a:close/>
                    <a:moveTo>
                      <a:pt x="6067" y="2026"/>
                    </a:moveTo>
                    <a:lnTo>
                      <a:pt x="5781" y="2115"/>
                    </a:lnTo>
                    <a:lnTo>
                      <a:pt x="5799" y="2187"/>
                    </a:lnTo>
                    <a:lnTo>
                      <a:pt x="6084" y="2097"/>
                    </a:lnTo>
                    <a:lnTo>
                      <a:pt x="6067" y="2026"/>
                    </a:lnTo>
                    <a:close/>
                    <a:moveTo>
                      <a:pt x="9483" y="1946"/>
                    </a:moveTo>
                    <a:lnTo>
                      <a:pt x="9421" y="1981"/>
                    </a:lnTo>
                    <a:cubicBezTo>
                      <a:pt x="9466" y="2062"/>
                      <a:pt x="9519" y="2151"/>
                      <a:pt x="9573" y="2240"/>
                    </a:cubicBezTo>
                    <a:lnTo>
                      <a:pt x="9635" y="2195"/>
                    </a:lnTo>
                    <a:cubicBezTo>
                      <a:pt x="9582" y="2106"/>
                      <a:pt x="9528" y="2026"/>
                      <a:pt x="9483" y="1946"/>
                    </a:cubicBezTo>
                    <a:close/>
                    <a:moveTo>
                      <a:pt x="107" y="1990"/>
                    </a:moveTo>
                    <a:lnTo>
                      <a:pt x="36" y="1999"/>
                    </a:lnTo>
                    <a:cubicBezTo>
                      <a:pt x="45" y="2106"/>
                      <a:pt x="63" y="2204"/>
                      <a:pt x="90" y="2294"/>
                    </a:cubicBezTo>
                    <a:lnTo>
                      <a:pt x="161" y="2276"/>
                    </a:lnTo>
                    <a:cubicBezTo>
                      <a:pt x="134" y="2187"/>
                      <a:pt x="116" y="2088"/>
                      <a:pt x="107" y="1990"/>
                    </a:cubicBezTo>
                    <a:close/>
                    <a:moveTo>
                      <a:pt x="5710" y="2142"/>
                    </a:moveTo>
                    <a:lnTo>
                      <a:pt x="5424" y="2231"/>
                    </a:lnTo>
                    <a:lnTo>
                      <a:pt x="5442" y="2302"/>
                    </a:lnTo>
                    <a:lnTo>
                      <a:pt x="5728" y="2213"/>
                    </a:lnTo>
                    <a:lnTo>
                      <a:pt x="5710" y="2142"/>
                    </a:lnTo>
                    <a:close/>
                    <a:moveTo>
                      <a:pt x="5353" y="2249"/>
                    </a:moveTo>
                    <a:lnTo>
                      <a:pt x="5067" y="2338"/>
                    </a:lnTo>
                    <a:lnTo>
                      <a:pt x="5085" y="2410"/>
                    </a:lnTo>
                    <a:lnTo>
                      <a:pt x="5371" y="2320"/>
                    </a:lnTo>
                    <a:lnTo>
                      <a:pt x="5353" y="2249"/>
                    </a:lnTo>
                    <a:close/>
                    <a:moveTo>
                      <a:pt x="4996" y="2356"/>
                    </a:moveTo>
                    <a:lnTo>
                      <a:pt x="4711" y="2445"/>
                    </a:lnTo>
                    <a:lnTo>
                      <a:pt x="4728" y="2517"/>
                    </a:lnTo>
                    <a:lnTo>
                      <a:pt x="5014" y="2427"/>
                    </a:lnTo>
                    <a:lnTo>
                      <a:pt x="4996" y="2356"/>
                    </a:lnTo>
                    <a:close/>
                    <a:moveTo>
                      <a:pt x="9671" y="2267"/>
                    </a:moveTo>
                    <a:lnTo>
                      <a:pt x="9608" y="2302"/>
                    </a:lnTo>
                    <a:cubicBezTo>
                      <a:pt x="9662" y="2383"/>
                      <a:pt x="9706" y="2472"/>
                      <a:pt x="9760" y="2561"/>
                    </a:cubicBezTo>
                    <a:lnTo>
                      <a:pt x="9822" y="2526"/>
                    </a:lnTo>
                    <a:cubicBezTo>
                      <a:pt x="9778" y="2436"/>
                      <a:pt x="9724" y="2347"/>
                      <a:pt x="9671" y="2267"/>
                    </a:cubicBezTo>
                    <a:close/>
                    <a:moveTo>
                      <a:pt x="4639" y="2463"/>
                    </a:moveTo>
                    <a:lnTo>
                      <a:pt x="4354" y="2552"/>
                    </a:lnTo>
                    <a:lnTo>
                      <a:pt x="4372" y="2624"/>
                    </a:lnTo>
                    <a:lnTo>
                      <a:pt x="4657" y="2534"/>
                    </a:lnTo>
                    <a:lnTo>
                      <a:pt x="4639" y="2463"/>
                    </a:lnTo>
                    <a:close/>
                    <a:moveTo>
                      <a:pt x="179" y="2347"/>
                    </a:moveTo>
                    <a:lnTo>
                      <a:pt x="107" y="2365"/>
                    </a:lnTo>
                    <a:cubicBezTo>
                      <a:pt x="134" y="2472"/>
                      <a:pt x="170" y="2561"/>
                      <a:pt x="206" y="2650"/>
                    </a:cubicBezTo>
                    <a:lnTo>
                      <a:pt x="277" y="2624"/>
                    </a:lnTo>
                    <a:cubicBezTo>
                      <a:pt x="241" y="2534"/>
                      <a:pt x="206" y="2445"/>
                      <a:pt x="179" y="2347"/>
                    </a:cubicBezTo>
                    <a:close/>
                    <a:moveTo>
                      <a:pt x="4282" y="2570"/>
                    </a:moveTo>
                    <a:cubicBezTo>
                      <a:pt x="4184" y="2606"/>
                      <a:pt x="4095" y="2633"/>
                      <a:pt x="3997" y="2659"/>
                    </a:cubicBezTo>
                    <a:lnTo>
                      <a:pt x="4015" y="2731"/>
                    </a:lnTo>
                    <a:cubicBezTo>
                      <a:pt x="4113" y="2704"/>
                      <a:pt x="4211" y="2677"/>
                      <a:pt x="4300" y="2641"/>
                    </a:cubicBezTo>
                    <a:lnTo>
                      <a:pt x="4282" y="2570"/>
                    </a:lnTo>
                    <a:close/>
                    <a:moveTo>
                      <a:pt x="3926" y="2677"/>
                    </a:moveTo>
                    <a:cubicBezTo>
                      <a:pt x="3827" y="2704"/>
                      <a:pt x="3738" y="2731"/>
                      <a:pt x="3640" y="2757"/>
                    </a:cubicBezTo>
                    <a:lnTo>
                      <a:pt x="3658" y="2829"/>
                    </a:lnTo>
                    <a:cubicBezTo>
                      <a:pt x="3756" y="2802"/>
                      <a:pt x="3854" y="2775"/>
                      <a:pt x="3943" y="2749"/>
                    </a:cubicBezTo>
                    <a:lnTo>
                      <a:pt x="3926" y="2677"/>
                    </a:lnTo>
                    <a:close/>
                    <a:moveTo>
                      <a:pt x="9858" y="2588"/>
                    </a:moveTo>
                    <a:lnTo>
                      <a:pt x="9796" y="2624"/>
                    </a:lnTo>
                    <a:cubicBezTo>
                      <a:pt x="9840" y="2713"/>
                      <a:pt x="9894" y="2793"/>
                      <a:pt x="9938" y="2882"/>
                    </a:cubicBezTo>
                    <a:lnTo>
                      <a:pt x="10001" y="2847"/>
                    </a:lnTo>
                    <a:cubicBezTo>
                      <a:pt x="9956" y="2757"/>
                      <a:pt x="9912" y="2677"/>
                      <a:pt x="9858" y="2588"/>
                    </a:cubicBezTo>
                    <a:close/>
                    <a:moveTo>
                      <a:pt x="3569" y="2784"/>
                    </a:moveTo>
                    <a:cubicBezTo>
                      <a:pt x="3471" y="2811"/>
                      <a:pt x="3372" y="2838"/>
                      <a:pt x="3283" y="2865"/>
                    </a:cubicBezTo>
                    <a:lnTo>
                      <a:pt x="3301" y="2936"/>
                    </a:lnTo>
                    <a:cubicBezTo>
                      <a:pt x="3399" y="2909"/>
                      <a:pt x="3488" y="2882"/>
                      <a:pt x="3587" y="2856"/>
                    </a:cubicBezTo>
                    <a:lnTo>
                      <a:pt x="3569" y="2784"/>
                    </a:lnTo>
                    <a:close/>
                    <a:moveTo>
                      <a:pt x="304" y="2686"/>
                    </a:moveTo>
                    <a:lnTo>
                      <a:pt x="241" y="2722"/>
                    </a:lnTo>
                    <a:cubicBezTo>
                      <a:pt x="286" y="2811"/>
                      <a:pt x="339" y="2900"/>
                      <a:pt x="402" y="2980"/>
                    </a:cubicBezTo>
                    <a:lnTo>
                      <a:pt x="455" y="2936"/>
                    </a:lnTo>
                    <a:cubicBezTo>
                      <a:pt x="402" y="2856"/>
                      <a:pt x="348" y="2775"/>
                      <a:pt x="304" y="2686"/>
                    </a:cubicBezTo>
                    <a:close/>
                    <a:moveTo>
                      <a:pt x="3212" y="2882"/>
                    </a:moveTo>
                    <a:cubicBezTo>
                      <a:pt x="3114" y="2909"/>
                      <a:pt x="3016" y="2936"/>
                      <a:pt x="2926" y="2963"/>
                    </a:cubicBezTo>
                    <a:lnTo>
                      <a:pt x="2944" y="3034"/>
                    </a:lnTo>
                    <a:cubicBezTo>
                      <a:pt x="3033" y="3007"/>
                      <a:pt x="3132" y="2980"/>
                      <a:pt x="3230" y="2954"/>
                    </a:cubicBezTo>
                    <a:lnTo>
                      <a:pt x="3212" y="2882"/>
                    </a:lnTo>
                    <a:close/>
                    <a:moveTo>
                      <a:pt x="2855" y="2980"/>
                    </a:moveTo>
                    <a:cubicBezTo>
                      <a:pt x="2757" y="3007"/>
                      <a:pt x="2659" y="3034"/>
                      <a:pt x="2561" y="3052"/>
                    </a:cubicBezTo>
                    <a:lnTo>
                      <a:pt x="2579" y="3123"/>
                    </a:lnTo>
                    <a:cubicBezTo>
                      <a:pt x="2677" y="3105"/>
                      <a:pt x="2775" y="3079"/>
                      <a:pt x="2873" y="3052"/>
                    </a:cubicBezTo>
                    <a:lnTo>
                      <a:pt x="2855" y="2980"/>
                    </a:lnTo>
                    <a:close/>
                    <a:moveTo>
                      <a:pt x="2489" y="3070"/>
                    </a:moveTo>
                    <a:cubicBezTo>
                      <a:pt x="2391" y="3096"/>
                      <a:pt x="2293" y="3123"/>
                      <a:pt x="2204" y="3141"/>
                    </a:cubicBezTo>
                    <a:lnTo>
                      <a:pt x="2222" y="3212"/>
                    </a:lnTo>
                    <a:cubicBezTo>
                      <a:pt x="2311" y="3195"/>
                      <a:pt x="2409" y="3168"/>
                      <a:pt x="2507" y="3141"/>
                    </a:cubicBezTo>
                    <a:lnTo>
                      <a:pt x="2489" y="3070"/>
                    </a:lnTo>
                    <a:close/>
                    <a:moveTo>
                      <a:pt x="10037" y="2918"/>
                    </a:moveTo>
                    <a:lnTo>
                      <a:pt x="9974" y="2954"/>
                    </a:lnTo>
                    <a:cubicBezTo>
                      <a:pt x="10019" y="3034"/>
                      <a:pt x="10063" y="3123"/>
                      <a:pt x="10108" y="3212"/>
                    </a:cubicBezTo>
                    <a:lnTo>
                      <a:pt x="10179" y="3177"/>
                    </a:lnTo>
                    <a:cubicBezTo>
                      <a:pt x="10135" y="3088"/>
                      <a:pt x="10081" y="2998"/>
                      <a:pt x="10037" y="2918"/>
                    </a:cubicBezTo>
                    <a:close/>
                    <a:moveTo>
                      <a:pt x="509" y="2989"/>
                    </a:moveTo>
                    <a:lnTo>
                      <a:pt x="446" y="3034"/>
                    </a:lnTo>
                    <a:cubicBezTo>
                      <a:pt x="518" y="3114"/>
                      <a:pt x="589" y="3186"/>
                      <a:pt x="678" y="3239"/>
                    </a:cubicBezTo>
                    <a:lnTo>
                      <a:pt x="723" y="3186"/>
                    </a:lnTo>
                    <a:cubicBezTo>
                      <a:pt x="643" y="3123"/>
                      <a:pt x="571" y="3061"/>
                      <a:pt x="509" y="2989"/>
                    </a:cubicBezTo>
                    <a:close/>
                    <a:moveTo>
                      <a:pt x="2132" y="3159"/>
                    </a:moveTo>
                    <a:cubicBezTo>
                      <a:pt x="2025" y="3186"/>
                      <a:pt x="1927" y="3204"/>
                      <a:pt x="1838" y="3221"/>
                    </a:cubicBezTo>
                    <a:lnTo>
                      <a:pt x="1856" y="3293"/>
                    </a:lnTo>
                    <a:cubicBezTo>
                      <a:pt x="1945" y="3275"/>
                      <a:pt x="2043" y="3257"/>
                      <a:pt x="2150" y="3230"/>
                    </a:cubicBezTo>
                    <a:lnTo>
                      <a:pt x="2132" y="3159"/>
                    </a:lnTo>
                    <a:close/>
                    <a:moveTo>
                      <a:pt x="1767" y="3239"/>
                    </a:moveTo>
                    <a:cubicBezTo>
                      <a:pt x="1660" y="3257"/>
                      <a:pt x="1562" y="3275"/>
                      <a:pt x="1472" y="3284"/>
                    </a:cubicBezTo>
                    <a:lnTo>
                      <a:pt x="1481" y="3355"/>
                    </a:lnTo>
                    <a:cubicBezTo>
                      <a:pt x="1570" y="3346"/>
                      <a:pt x="1677" y="3328"/>
                      <a:pt x="1785" y="3311"/>
                    </a:cubicBezTo>
                    <a:lnTo>
                      <a:pt x="1767" y="3239"/>
                    </a:lnTo>
                    <a:close/>
                    <a:moveTo>
                      <a:pt x="776" y="3221"/>
                    </a:moveTo>
                    <a:lnTo>
                      <a:pt x="741" y="3284"/>
                    </a:lnTo>
                    <a:cubicBezTo>
                      <a:pt x="776" y="3311"/>
                      <a:pt x="812" y="3328"/>
                      <a:pt x="857" y="3355"/>
                    </a:cubicBezTo>
                    <a:cubicBezTo>
                      <a:pt x="892" y="3373"/>
                      <a:pt x="955" y="3382"/>
                      <a:pt x="1035" y="3391"/>
                    </a:cubicBezTo>
                    <a:lnTo>
                      <a:pt x="1035" y="3319"/>
                    </a:lnTo>
                    <a:cubicBezTo>
                      <a:pt x="973" y="3311"/>
                      <a:pt x="919" y="3302"/>
                      <a:pt x="884" y="3284"/>
                    </a:cubicBezTo>
                    <a:cubicBezTo>
                      <a:pt x="848" y="3266"/>
                      <a:pt x="812" y="3248"/>
                      <a:pt x="776" y="3221"/>
                    </a:cubicBezTo>
                    <a:close/>
                    <a:moveTo>
                      <a:pt x="1401" y="3293"/>
                    </a:moveTo>
                    <a:cubicBezTo>
                      <a:pt x="1285" y="3311"/>
                      <a:pt x="1187" y="3319"/>
                      <a:pt x="1107" y="3319"/>
                    </a:cubicBezTo>
                    <a:lnTo>
                      <a:pt x="1107" y="3391"/>
                    </a:lnTo>
                    <a:cubicBezTo>
                      <a:pt x="1196" y="3391"/>
                      <a:pt x="1294" y="3382"/>
                      <a:pt x="1410" y="3373"/>
                    </a:cubicBezTo>
                    <a:lnTo>
                      <a:pt x="1401" y="3293"/>
                    </a:lnTo>
                    <a:close/>
                    <a:moveTo>
                      <a:pt x="10215" y="3248"/>
                    </a:moveTo>
                    <a:lnTo>
                      <a:pt x="10144" y="3284"/>
                    </a:lnTo>
                    <a:cubicBezTo>
                      <a:pt x="10188" y="3364"/>
                      <a:pt x="10233" y="3453"/>
                      <a:pt x="10277" y="3543"/>
                    </a:cubicBezTo>
                    <a:lnTo>
                      <a:pt x="10349" y="3516"/>
                    </a:lnTo>
                    <a:cubicBezTo>
                      <a:pt x="10304" y="3427"/>
                      <a:pt x="10260" y="3337"/>
                      <a:pt x="10215" y="3248"/>
                    </a:cubicBezTo>
                    <a:close/>
                    <a:moveTo>
                      <a:pt x="10384" y="3578"/>
                    </a:moveTo>
                    <a:lnTo>
                      <a:pt x="10313" y="3614"/>
                    </a:lnTo>
                    <a:cubicBezTo>
                      <a:pt x="10358" y="3703"/>
                      <a:pt x="10402" y="3792"/>
                      <a:pt x="10447" y="3882"/>
                    </a:cubicBezTo>
                    <a:lnTo>
                      <a:pt x="10509" y="3846"/>
                    </a:lnTo>
                    <a:cubicBezTo>
                      <a:pt x="10474" y="3757"/>
                      <a:pt x="10429" y="3667"/>
                      <a:pt x="10384" y="3578"/>
                    </a:cubicBezTo>
                    <a:close/>
                    <a:moveTo>
                      <a:pt x="10545" y="3917"/>
                    </a:moveTo>
                    <a:lnTo>
                      <a:pt x="10483" y="3944"/>
                    </a:lnTo>
                    <a:cubicBezTo>
                      <a:pt x="10527" y="4033"/>
                      <a:pt x="10563" y="4122"/>
                      <a:pt x="10607" y="4212"/>
                    </a:cubicBezTo>
                    <a:lnTo>
                      <a:pt x="10679" y="4185"/>
                    </a:lnTo>
                    <a:cubicBezTo>
                      <a:pt x="10634" y="4096"/>
                      <a:pt x="10590" y="4006"/>
                      <a:pt x="10545" y="3917"/>
                    </a:cubicBezTo>
                    <a:close/>
                    <a:moveTo>
                      <a:pt x="10706" y="4247"/>
                    </a:moveTo>
                    <a:lnTo>
                      <a:pt x="10643" y="4283"/>
                    </a:lnTo>
                    <a:cubicBezTo>
                      <a:pt x="10688" y="4372"/>
                      <a:pt x="10732" y="4461"/>
                      <a:pt x="10768" y="4551"/>
                    </a:cubicBezTo>
                    <a:lnTo>
                      <a:pt x="10839" y="4515"/>
                    </a:lnTo>
                    <a:cubicBezTo>
                      <a:pt x="10795" y="4426"/>
                      <a:pt x="10750" y="4336"/>
                      <a:pt x="10706" y="4247"/>
                    </a:cubicBezTo>
                    <a:close/>
                    <a:moveTo>
                      <a:pt x="10866" y="4586"/>
                    </a:moveTo>
                    <a:lnTo>
                      <a:pt x="10804" y="4613"/>
                    </a:lnTo>
                    <a:cubicBezTo>
                      <a:pt x="10848" y="4711"/>
                      <a:pt x="10893" y="4800"/>
                      <a:pt x="10929" y="4890"/>
                    </a:cubicBezTo>
                    <a:lnTo>
                      <a:pt x="11000" y="4854"/>
                    </a:lnTo>
                    <a:cubicBezTo>
                      <a:pt x="10955" y="4765"/>
                      <a:pt x="10911" y="4675"/>
                      <a:pt x="10866" y="4586"/>
                    </a:cubicBezTo>
                    <a:close/>
                    <a:moveTo>
                      <a:pt x="11027" y="4925"/>
                    </a:moveTo>
                    <a:lnTo>
                      <a:pt x="10964" y="4952"/>
                    </a:lnTo>
                    <a:cubicBezTo>
                      <a:pt x="11000" y="5041"/>
                      <a:pt x="11045" y="5130"/>
                      <a:pt x="11089" y="5220"/>
                    </a:cubicBezTo>
                    <a:lnTo>
                      <a:pt x="11152" y="5193"/>
                    </a:lnTo>
                    <a:cubicBezTo>
                      <a:pt x="11116" y="5104"/>
                      <a:pt x="11071" y="5014"/>
                      <a:pt x="11027" y="4925"/>
                    </a:cubicBezTo>
                    <a:close/>
                    <a:moveTo>
                      <a:pt x="11187" y="5264"/>
                    </a:moveTo>
                    <a:lnTo>
                      <a:pt x="11116" y="5291"/>
                    </a:lnTo>
                    <a:cubicBezTo>
                      <a:pt x="11161" y="5380"/>
                      <a:pt x="11205" y="5469"/>
                      <a:pt x="11241" y="5559"/>
                    </a:cubicBezTo>
                    <a:lnTo>
                      <a:pt x="11312" y="5532"/>
                    </a:lnTo>
                    <a:cubicBezTo>
                      <a:pt x="11268" y="5443"/>
                      <a:pt x="11232" y="5353"/>
                      <a:pt x="11187" y="5264"/>
                    </a:cubicBezTo>
                    <a:close/>
                    <a:moveTo>
                      <a:pt x="11339" y="5603"/>
                    </a:moveTo>
                    <a:lnTo>
                      <a:pt x="11277" y="5630"/>
                    </a:lnTo>
                    <a:cubicBezTo>
                      <a:pt x="11312" y="5719"/>
                      <a:pt x="11357" y="5808"/>
                      <a:pt x="11393" y="5898"/>
                    </a:cubicBezTo>
                    <a:lnTo>
                      <a:pt x="11464" y="5871"/>
                    </a:lnTo>
                    <a:cubicBezTo>
                      <a:pt x="11428" y="5782"/>
                      <a:pt x="11384" y="5692"/>
                      <a:pt x="11339" y="5603"/>
                    </a:cubicBezTo>
                    <a:close/>
                    <a:moveTo>
                      <a:pt x="11500" y="5942"/>
                    </a:moveTo>
                    <a:lnTo>
                      <a:pt x="11428" y="5969"/>
                    </a:lnTo>
                    <a:cubicBezTo>
                      <a:pt x="11473" y="6058"/>
                      <a:pt x="11508" y="6156"/>
                      <a:pt x="11553" y="6246"/>
                    </a:cubicBezTo>
                    <a:lnTo>
                      <a:pt x="11616" y="6210"/>
                    </a:lnTo>
                    <a:cubicBezTo>
                      <a:pt x="11580" y="6121"/>
                      <a:pt x="11535" y="6031"/>
                      <a:pt x="11500" y="5942"/>
                    </a:cubicBezTo>
                    <a:close/>
                    <a:moveTo>
                      <a:pt x="11651" y="6281"/>
                    </a:moveTo>
                    <a:lnTo>
                      <a:pt x="11580" y="6308"/>
                    </a:lnTo>
                    <a:lnTo>
                      <a:pt x="11705" y="6585"/>
                    </a:lnTo>
                    <a:lnTo>
                      <a:pt x="11767" y="6549"/>
                    </a:lnTo>
                    <a:lnTo>
                      <a:pt x="11651" y="6281"/>
                    </a:lnTo>
                    <a:close/>
                    <a:moveTo>
                      <a:pt x="11803" y="6620"/>
                    </a:moveTo>
                    <a:lnTo>
                      <a:pt x="11732" y="6647"/>
                    </a:lnTo>
                    <a:lnTo>
                      <a:pt x="11847" y="6924"/>
                    </a:lnTo>
                    <a:lnTo>
                      <a:pt x="11919" y="6897"/>
                    </a:lnTo>
                    <a:lnTo>
                      <a:pt x="11803" y="6620"/>
                    </a:lnTo>
                    <a:close/>
                    <a:moveTo>
                      <a:pt x="11946" y="6959"/>
                    </a:moveTo>
                    <a:lnTo>
                      <a:pt x="11883" y="6995"/>
                    </a:lnTo>
                    <a:lnTo>
                      <a:pt x="11999" y="7263"/>
                    </a:lnTo>
                    <a:lnTo>
                      <a:pt x="12071" y="7236"/>
                    </a:lnTo>
                    <a:lnTo>
                      <a:pt x="11946" y="6959"/>
                    </a:lnTo>
                    <a:close/>
                    <a:moveTo>
                      <a:pt x="12097" y="7307"/>
                    </a:moveTo>
                    <a:lnTo>
                      <a:pt x="12026" y="7334"/>
                    </a:lnTo>
                    <a:cubicBezTo>
                      <a:pt x="12106" y="7512"/>
                      <a:pt x="12151" y="7610"/>
                      <a:pt x="12151" y="7610"/>
                    </a:cubicBezTo>
                    <a:lnTo>
                      <a:pt x="12213" y="7584"/>
                    </a:lnTo>
                    <a:cubicBezTo>
                      <a:pt x="12213" y="7584"/>
                      <a:pt x="12169" y="7477"/>
                      <a:pt x="12097" y="730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Google Shape;1219;p25"/>
              <p:cNvSpPr/>
              <p:nvPr/>
            </p:nvSpPr>
            <p:spPr>
              <a:xfrm>
                <a:off x="6542460" y="3490457"/>
                <a:ext cx="96145" cy="72655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965" extrusionOk="0">
                    <a:moveTo>
                      <a:pt x="1187" y="1"/>
                    </a:moveTo>
                    <a:lnTo>
                      <a:pt x="1116" y="36"/>
                    </a:lnTo>
                    <a:cubicBezTo>
                      <a:pt x="1116" y="36"/>
                      <a:pt x="1196" y="206"/>
                      <a:pt x="1098" y="456"/>
                    </a:cubicBezTo>
                    <a:cubicBezTo>
                      <a:pt x="1009" y="661"/>
                      <a:pt x="277" y="839"/>
                      <a:pt x="0" y="893"/>
                    </a:cubicBezTo>
                    <a:lnTo>
                      <a:pt x="18" y="964"/>
                    </a:lnTo>
                    <a:cubicBezTo>
                      <a:pt x="125" y="946"/>
                      <a:pt x="1053" y="768"/>
                      <a:pt x="1160" y="483"/>
                    </a:cubicBezTo>
                    <a:cubicBezTo>
                      <a:pt x="1276" y="197"/>
                      <a:pt x="1187" y="10"/>
                      <a:pt x="11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Google Shape;1220;p25"/>
              <p:cNvSpPr/>
              <p:nvPr/>
            </p:nvSpPr>
            <p:spPr>
              <a:xfrm>
                <a:off x="6482680" y="3417276"/>
                <a:ext cx="315089" cy="95468"/>
              </a:xfrm>
              <a:custGeom>
                <a:avLst/>
                <a:gdLst/>
                <a:ahLst/>
                <a:cxnLst/>
                <a:rect l="l" t="t" r="r" b="b"/>
                <a:pathLst>
                  <a:path w="4185" h="1268" extrusionOk="0">
                    <a:moveTo>
                      <a:pt x="4149" y="0"/>
                    </a:moveTo>
                    <a:cubicBezTo>
                      <a:pt x="2420" y="1098"/>
                      <a:pt x="717" y="1191"/>
                      <a:pt x="176" y="1191"/>
                    </a:cubicBezTo>
                    <a:cubicBezTo>
                      <a:pt x="67" y="1191"/>
                      <a:pt x="5" y="1187"/>
                      <a:pt x="0" y="1187"/>
                    </a:cubicBezTo>
                    <a:lnTo>
                      <a:pt x="0" y="1258"/>
                    </a:lnTo>
                    <a:cubicBezTo>
                      <a:pt x="0" y="1258"/>
                      <a:pt x="63" y="1267"/>
                      <a:pt x="179" y="1267"/>
                    </a:cubicBezTo>
                    <a:cubicBezTo>
                      <a:pt x="723" y="1267"/>
                      <a:pt x="2445" y="1169"/>
                      <a:pt x="4184" y="63"/>
                    </a:cubicBezTo>
                    <a:lnTo>
                      <a:pt x="41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Google Shape;1221;p25"/>
              <p:cNvSpPr/>
              <p:nvPr/>
            </p:nvSpPr>
            <p:spPr>
              <a:xfrm>
                <a:off x="6653963" y="3436776"/>
                <a:ext cx="21533" cy="43066"/>
              </a:xfrm>
              <a:custGeom>
                <a:avLst/>
                <a:gdLst/>
                <a:ahLst/>
                <a:cxnLst/>
                <a:rect l="l" t="t" r="r" b="b"/>
                <a:pathLst>
                  <a:path w="286" h="572" extrusionOk="0">
                    <a:moveTo>
                      <a:pt x="72" y="0"/>
                    </a:moveTo>
                    <a:lnTo>
                      <a:pt x="0" y="27"/>
                    </a:lnTo>
                    <a:lnTo>
                      <a:pt x="214" y="571"/>
                    </a:lnTo>
                    <a:lnTo>
                      <a:pt x="286" y="544"/>
                    </a:lnTo>
                    <a:lnTo>
                      <a:pt x="7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Google Shape;1222;p25"/>
              <p:cNvSpPr/>
              <p:nvPr/>
            </p:nvSpPr>
            <p:spPr>
              <a:xfrm>
                <a:off x="6758765" y="3378277"/>
                <a:ext cx="31622" cy="48487"/>
              </a:xfrm>
              <a:custGeom>
                <a:avLst/>
                <a:gdLst/>
                <a:ahLst/>
                <a:cxnLst/>
                <a:rect l="l" t="t" r="r" b="b"/>
                <a:pathLst>
                  <a:path w="420" h="644" extrusionOk="0">
                    <a:moveTo>
                      <a:pt x="62" y="1"/>
                    </a:moveTo>
                    <a:lnTo>
                      <a:pt x="0" y="37"/>
                    </a:lnTo>
                    <a:lnTo>
                      <a:pt x="357" y="643"/>
                    </a:lnTo>
                    <a:lnTo>
                      <a:pt x="419" y="599"/>
                    </a:lnTo>
                    <a:lnTo>
                      <a:pt x="62" y="1"/>
                    </a:lnTo>
                    <a:close/>
                  </a:path>
                </a:pathLst>
              </a:custGeom>
              <a:solidFill>
                <a:srgbClr val="28161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Google Shape;1223;p25"/>
              <p:cNvSpPr/>
              <p:nvPr/>
            </p:nvSpPr>
            <p:spPr>
              <a:xfrm>
                <a:off x="6500825" y="3456878"/>
                <a:ext cx="5421" cy="50444"/>
              </a:xfrm>
              <a:custGeom>
                <a:avLst/>
                <a:gdLst/>
                <a:ahLst/>
                <a:cxnLst/>
                <a:rect l="l" t="t" r="r" b="b"/>
                <a:pathLst>
                  <a:path w="72" h="670" extrusionOk="0">
                    <a:moveTo>
                      <a:pt x="0" y="1"/>
                    </a:moveTo>
                    <a:lnTo>
                      <a:pt x="0" y="670"/>
                    </a:lnTo>
                    <a:lnTo>
                      <a:pt x="72" y="670"/>
                    </a:lnTo>
                    <a:lnTo>
                      <a:pt x="7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Google Shape;1224;p25"/>
              <p:cNvSpPr/>
              <p:nvPr/>
            </p:nvSpPr>
            <p:spPr>
              <a:xfrm>
                <a:off x="6432312" y="2512076"/>
                <a:ext cx="111580" cy="95392"/>
              </a:xfrm>
              <a:custGeom>
                <a:avLst/>
                <a:gdLst/>
                <a:ahLst/>
                <a:cxnLst/>
                <a:rect l="l" t="t" r="r" b="b"/>
                <a:pathLst>
                  <a:path w="1482" h="1267" extrusionOk="0">
                    <a:moveTo>
                      <a:pt x="682" y="1"/>
                    </a:moveTo>
                    <a:cubicBezTo>
                      <a:pt x="543" y="1"/>
                      <a:pt x="398" y="64"/>
                      <a:pt x="295" y="167"/>
                    </a:cubicBezTo>
                    <a:cubicBezTo>
                      <a:pt x="90" y="364"/>
                      <a:pt x="0" y="685"/>
                      <a:pt x="81" y="961"/>
                    </a:cubicBezTo>
                    <a:cubicBezTo>
                      <a:pt x="99" y="1015"/>
                      <a:pt x="125" y="1068"/>
                      <a:pt x="161" y="1113"/>
                    </a:cubicBezTo>
                    <a:cubicBezTo>
                      <a:pt x="223" y="1175"/>
                      <a:pt x="304" y="1211"/>
                      <a:pt x="393" y="1229"/>
                    </a:cubicBezTo>
                    <a:cubicBezTo>
                      <a:pt x="495" y="1254"/>
                      <a:pt x="601" y="1267"/>
                      <a:pt x="708" y="1267"/>
                    </a:cubicBezTo>
                    <a:cubicBezTo>
                      <a:pt x="864" y="1267"/>
                      <a:pt x="1021" y="1241"/>
                      <a:pt x="1169" y="1193"/>
                    </a:cubicBezTo>
                    <a:cubicBezTo>
                      <a:pt x="1481" y="408"/>
                      <a:pt x="1071" y="194"/>
                      <a:pt x="928" y="87"/>
                    </a:cubicBezTo>
                    <a:cubicBezTo>
                      <a:pt x="858" y="28"/>
                      <a:pt x="772" y="1"/>
                      <a:pt x="6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Google Shape;1225;p25"/>
              <p:cNvSpPr/>
              <p:nvPr/>
            </p:nvSpPr>
            <p:spPr>
              <a:xfrm>
                <a:off x="6388644" y="2865182"/>
                <a:ext cx="425916" cy="602696"/>
              </a:xfrm>
              <a:custGeom>
                <a:avLst/>
                <a:gdLst/>
                <a:ahLst/>
                <a:cxnLst/>
                <a:rect l="l" t="t" r="r" b="b"/>
                <a:pathLst>
                  <a:path w="5657" h="8005" extrusionOk="0">
                    <a:moveTo>
                      <a:pt x="2998" y="0"/>
                    </a:moveTo>
                    <a:lnTo>
                      <a:pt x="634" y="1169"/>
                    </a:lnTo>
                    <a:lnTo>
                      <a:pt x="1" y="4193"/>
                    </a:lnTo>
                    <a:cubicBezTo>
                      <a:pt x="1" y="4193"/>
                      <a:pt x="857" y="6272"/>
                      <a:pt x="857" y="7101"/>
                    </a:cubicBezTo>
                    <a:cubicBezTo>
                      <a:pt x="857" y="7316"/>
                      <a:pt x="884" y="7967"/>
                      <a:pt x="1134" y="7994"/>
                    </a:cubicBezTo>
                    <a:cubicBezTo>
                      <a:pt x="1216" y="8001"/>
                      <a:pt x="1303" y="8004"/>
                      <a:pt x="1394" y="8004"/>
                    </a:cubicBezTo>
                    <a:cubicBezTo>
                      <a:pt x="2773" y="8004"/>
                      <a:pt x="5006" y="7211"/>
                      <a:pt x="5291" y="6709"/>
                    </a:cubicBezTo>
                    <a:cubicBezTo>
                      <a:pt x="5425" y="6468"/>
                      <a:pt x="5032" y="5175"/>
                      <a:pt x="5032" y="4925"/>
                    </a:cubicBezTo>
                    <a:cubicBezTo>
                      <a:pt x="5032" y="4800"/>
                      <a:pt x="5656" y="2989"/>
                      <a:pt x="5059" y="2364"/>
                    </a:cubicBezTo>
                    <a:cubicBezTo>
                      <a:pt x="4452" y="1731"/>
                      <a:pt x="3935" y="1169"/>
                      <a:pt x="3935" y="1169"/>
                    </a:cubicBezTo>
                    <a:lnTo>
                      <a:pt x="299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Google Shape;1226;p25"/>
              <p:cNvSpPr/>
              <p:nvPr/>
            </p:nvSpPr>
            <p:spPr>
              <a:xfrm>
                <a:off x="6649897" y="3036464"/>
                <a:ext cx="95468" cy="369448"/>
              </a:xfrm>
              <a:custGeom>
                <a:avLst/>
                <a:gdLst/>
                <a:ahLst/>
                <a:cxnLst/>
                <a:rect l="l" t="t" r="r" b="b"/>
                <a:pathLst>
                  <a:path w="1268" h="4907" extrusionOk="0">
                    <a:moveTo>
                      <a:pt x="54" y="0"/>
                    </a:moveTo>
                    <a:lnTo>
                      <a:pt x="1" y="54"/>
                    </a:lnTo>
                    <a:cubicBezTo>
                      <a:pt x="10" y="63"/>
                      <a:pt x="759" y="892"/>
                      <a:pt x="599" y="2498"/>
                    </a:cubicBezTo>
                    <a:cubicBezTo>
                      <a:pt x="599" y="2507"/>
                      <a:pt x="599" y="2507"/>
                      <a:pt x="599" y="2507"/>
                    </a:cubicBezTo>
                    <a:cubicBezTo>
                      <a:pt x="723" y="3265"/>
                      <a:pt x="929" y="3854"/>
                      <a:pt x="1054" y="4211"/>
                    </a:cubicBezTo>
                    <a:cubicBezTo>
                      <a:pt x="1107" y="4336"/>
                      <a:pt x="1134" y="4434"/>
                      <a:pt x="1143" y="4479"/>
                    </a:cubicBezTo>
                    <a:cubicBezTo>
                      <a:pt x="1196" y="4719"/>
                      <a:pt x="1152" y="4889"/>
                      <a:pt x="1143" y="4889"/>
                    </a:cubicBezTo>
                    <a:lnTo>
                      <a:pt x="1214" y="4907"/>
                    </a:lnTo>
                    <a:cubicBezTo>
                      <a:pt x="1223" y="4907"/>
                      <a:pt x="1268" y="4728"/>
                      <a:pt x="1223" y="4461"/>
                    </a:cubicBezTo>
                    <a:cubicBezTo>
                      <a:pt x="1205" y="4407"/>
                      <a:pt x="1178" y="4318"/>
                      <a:pt x="1125" y="4184"/>
                    </a:cubicBezTo>
                    <a:cubicBezTo>
                      <a:pt x="1000" y="3836"/>
                      <a:pt x="795" y="3256"/>
                      <a:pt x="670" y="2498"/>
                    </a:cubicBezTo>
                    <a:cubicBezTo>
                      <a:pt x="839" y="857"/>
                      <a:pt x="63" y="9"/>
                      <a:pt x="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Google Shape;1227;p25"/>
              <p:cNvSpPr/>
              <p:nvPr/>
            </p:nvSpPr>
            <p:spPr>
              <a:xfrm>
                <a:off x="6726466" y="3000175"/>
                <a:ext cx="78678" cy="235808"/>
              </a:xfrm>
              <a:custGeom>
                <a:avLst/>
                <a:gdLst/>
                <a:ahLst/>
                <a:cxnLst/>
                <a:rect l="l" t="t" r="r" b="b"/>
                <a:pathLst>
                  <a:path w="1045" h="3132" extrusionOk="0">
                    <a:moveTo>
                      <a:pt x="72" y="0"/>
                    </a:moveTo>
                    <a:lnTo>
                      <a:pt x="1" y="18"/>
                    </a:lnTo>
                    <a:cubicBezTo>
                      <a:pt x="28" y="170"/>
                      <a:pt x="179" y="331"/>
                      <a:pt x="331" y="473"/>
                    </a:cubicBezTo>
                    <a:cubicBezTo>
                      <a:pt x="447" y="589"/>
                      <a:pt x="572" y="714"/>
                      <a:pt x="616" y="821"/>
                    </a:cubicBezTo>
                    <a:cubicBezTo>
                      <a:pt x="964" y="1669"/>
                      <a:pt x="679" y="2570"/>
                      <a:pt x="554" y="2953"/>
                    </a:cubicBezTo>
                    <a:cubicBezTo>
                      <a:pt x="518" y="3051"/>
                      <a:pt x="509" y="3105"/>
                      <a:pt x="509" y="3132"/>
                    </a:cubicBezTo>
                    <a:lnTo>
                      <a:pt x="581" y="3132"/>
                    </a:lnTo>
                    <a:cubicBezTo>
                      <a:pt x="581" y="3114"/>
                      <a:pt x="599" y="3043"/>
                      <a:pt x="625" y="2971"/>
                    </a:cubicBezTo>
                    <a:cubicBezTo>
                      <a:pt x="750" y="2579"/>
                      <a:pt x="1045" y="1669"/>
                      <a:pt x="679" y="794"/>
                    </a:cubicBezTo>
                    <a:cubicBezTo>
                      <a:pt x="634" y="670"/>
                      <a:pt x="509" y="554"/>
                      <a:pt x="384" y="420"/>
                    </a:cubicBezTo>
                    <a:cubicBezTo>
                      <a:pt x="242" y="286"/>
                      <a:pt x="99" y="134"/>
                      <a:pt x="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Google Shape;1228;p25"/>
              <p:cNvSpPr/>
              <p:nvPr/>
            </p:nvSpPr>
            <p:spPr>
              <a:xfrm>
                <a:off x="6479970" y="2890027"/>
                <a:ext cx="160594" cy="151182"/>
              </a:xfrm>
              <a:custGeom>
                <a:avLst/>
                <a:gdLst/>
                <a:ahLst/>
                <a:cxnLst/>
                <a:rect l="l" t="t" r="r" b="b"/>
                <a:pathLst>
                  <a:path w="2133" h="2008" extrusionOk="0">
                    <a:moveTo>
                      <a:pt x="72" y="0"/>
                    </a:moveTo>
                    <a:lnTo>
                      <a:pt x="1" y="27"/>
                    </a:lnTo>
                    <a:cubicBezTo>
                      <a:pt x="1" y="36"/>
                      <a:pt x="438" y="1365"/>
                      <a:pt x="884" y="1990"/>
                    </a:cubicBezTo>
                    <a:cubicBezTo>
                      <a:pt x="884" y="1999"/>
                      <a:pt x="893" y="2008"/>
                      <a:pt x="911" y="2008"/>
                    </a:cubicBezTo>
                    <a:cubicBezTo>
                      <a:pt x="920" y="2008"/>
                      <a:pt x="929" y="2008"/>
                      <a:pt x="938" y="1999"/>
                    </a:cubicBezTo>
                    <a:cubicBezTo>
                      <a:pt x="1088" y="1841"/>
                      <a:pt x="1284" y="1791"/>
                      <a:pt x="1471" y="1791"/>
                    </a:cubicBezTo>
                    <a:cubicBezTo>
                      <a:pt x="1793" y="1791"/>
                      <a:pt x="2092" y="1940"/>
                      <a:pt x="2097" y="1945"/>
                    </a:cubicBezTo>
                    <a:lnTo>
                      <a:pt x="2133" y="1874"/>
                    </a:lnTo>
                    <a:cubicBezTo>
                      <a:pt x="2110" y="1862"/>
                      <a:pt x="1804" y="1713"/>
                      <a:pt x="1469" y="1713"/>
                    </a:cubicBezTo>
                    <a:cubicBezTo>
                      <a:pt x="1280" y="1713"/>
                      <a:pt x="1081" y="1761"/>
                      <a:pt x="920" y="1909"/>
                    </a:cubicBezTo>
                    <a:cubicBezTo>
                      <a:pt x="491" y="1285"/>
                      <a:pt x="72" y="18"/>
                      <a:pt x="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Google Shape;1229;p25"/>
              <p:cNvSpPr/>
              <p:nvPr/>
            </p:nvSpPr>
            <p:spPr>
              <a:xfrm>
                <a:off x="6664052" y="2888672"/>
                <a:ext cx="47734" cy="148547"/>
              </a:xfrm>
              <a:custGeom>
                <a:avLst/>
                <a:gdLst/>
                <a:ahLst/>
                <a:cxnLst/>
                <a:rect l="l" t="t" r="r" b="b"/>
                <a:pathLst>
                  <a:path w="634" h="1973" extrusionOk="0">
                    <a:moveTo>
                      <a:pt x="303" y="1"/>
                    </a:moveTo>
                    <a:lnTo>
                      <a:pt x="241" y="36"/>
                    </a:lnTo>
                    <a:cubicBezTo>
                      <a:pt x="241" y="36"/>
                      <a:pt x="544" y="670"/>
                      <a:pt x="491" y="1232"/>
                    </a:cubicBezTo>
                    <a:cubicBezTo>
                      <a:pt x="205" y="1321"/>
                      <a:pt x="9" y="1927"/>
                      <a:pt x="0" y="1945"/>
                    </a:cubicBezTo>
                    <a:lnTo>
                      <a:pt x="72" y="1972"/>
                    </a:lnTo>
                    <a:cubicBezTo>
                      <a:pt x="125" y="1803"/>
                      <a:pt x="321" y="1339"/>
                      <a:pt x="535" y="1294"/>
                    </a:cubicBezTo>
                    <a:cubicBezTo>
                      <a:pt x="544" y="1294"/>
                      <a:pt x="562" y="1276"/>
                      <a:pt x="562" y="1258"/>
                    </a:cubicBezTo>
                    <a:cubicBezTo>
                      <a:pt x="634" y="679"/>
                      <a:pt x="321" y="27"/>
                      <a:pt x="3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Google Shape;1230;p25"/>
              <p:cNvSpPr/>
              <p:nvPr/>
            </p:nvSpPr>
            <p:spPr>
              <a:xfrm>
                <a:off x="6638529" y="3052576"/>
                <a:ext cx="12122" cy="12122"/>
              </a:xfrm>
              <a:custGeom>
                <a:avLst/>
                <a:gdLst/>
                <a:ahLst/>
                <a:cxnLst/>
                <a:rect l="l" t="t" r="r" b="b"/>
                <a:pathLst>
                  <a:path w="161" h="161" extrusionOk="0">
                    <a:moveTo>
                      <a:pt x="80" y="0"/>
                    </a:moveTo>
                    <a:cubicBezTo>
                      <a:pt x="36" y="0"/>
                      <a:pt x="0" y="36"/>
                      <a:pt x="0" y="81"/>
                    </a:cubicBezTo>
                    <a:cubicBezTo>
                      <a:pt x="0" y="125"/>
                      <a:pt x="36" y="161"/>
                      <a:pt x="80" y="161"/>
                    </a:cubicBezTo>
                    <a:cubicBezTo>
                      <a:pt x="125" y="161"/>
                      <a:pt x="161" y="125"/>
                      <a:pt x="161" y="81"/>
                    </a:cubicBezTo>
                    <a:cubicBezTo>
                      <a:pt x="161" y="36"/>
                      <a:pt x="125" y="0"/>
                      <a:pt x="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Google Shape;1231;p25"/>
              <p:cNvSpPr/>
              <p:nvPr/>
            </p:nvSpPr>
            <p:spPr>
              <a:xfrm>
                <a:off x="6676775" y="3129823"/>
                <a:ext cx="11519" cy="12122"/>
              </a:xfrm>
              <a:custGeom>
                <a:avLst/>
                <a:gdLst/>
                <a:ahLst/>
                <a:cxnLst/>
                <a:rect l="l" t="t" r="r" b="b"/>
                <a:pathLst>
                  <a:path w="153" h="161" extrusionOk="0">
                    <a:moveTo>
                      <a:pt x="72" y="0"/>
                    </a:moveTo>
                    <a:cubicBezTo>
                      <a:pt x="27" y="0"/>
                      <a:pt x="1" y="36"/>
                      <a:pt x="1" y="80"/>
                    </a:cubicBezTo>
                    <a:cubicBezTo>
                      <a:pt x="1" y="125"/>
                      <a:pt x="27" y="161"/>
                      <a:pt x="72" y="161"/>
                    </a:cubicBezTo>
                    <a:cubicBezTo>
                      <a:pt x="117" y="161"/>
                      <a:pt x="152" y="125"/>
                      <a:pt x="152" y="80"/>
                    </a:cubicBezTo>
                    <a:cubicBezTo>
                      <a:pt x="152" y="36"/>
                      <a:pt x="117" y="0"/>
                      <a:pt x="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Google Shape;1232;p25"/>
              <p:cNvSpPr/>
              <p:nvPr/>
            </p:nvSpPr>
            <p:spPr>
              <a:xfrm>
                <a:off x="6680163" y="3227171"/>
                <a:ext cx="11444" cy="12197"/>
              </a:xfrm>
              <a:custGeom>
                <a:avLst/>
                <a:gdLst/>
                <a:ahLst/>
                <a:cxnLst/>
                <a:rect l="l" t="t" r="r" b="b"/>
                <a:pathLst>
                  <a:path w="152" h="162" extrusionOk="0">
                    <a:moveTo>
                      <a:pt x="72" y="1"/>
                    </a:moveTo>
                    <a:cubicBezTo>
                      <a:pt x="27" y="1"/>
                      <a:pt x="0" y="36"/>
                      <a:pt x="0" y="81"/>
                    </a:cubicBezTo>
                    <a:cubicBezTo>
                      <a:pt x="0" y="126"/>
                      <a:pt x="27" y="161"/>
                      <a:pt x="72" y="161"/>
                    </a:cubicBezTo>
                    <a:cubicBezTo>
                      <a:pt x="116" y="161"/>
                      <a:pt x="152" y="126"/>
                      <a:pt x="152" y="81"/>
                    </a:cubicBezTo>
                    <a:cubicBezTo>
                      <a:pt x="152" y="36"/>
                      <a:pt x="116" y="1"/>
                      <a:pt x="7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Google Shape;1233;p25"/>
              <p:cNvSpPr/>
              <p:nvPr/>
            </p:nvSpPr>
            <p:spPr>
              <a:xfrm>
                <a:off x="6704331" y="3330619"/>
                <a:ext cx="11519" cy="12197"/>
              </a:xfrm>
              <a:custGeom>
                <a:avLst/>
                <a:gdLst/>
                <a:ahLst/>
                <a:cxnLst/>
                <a:rect l="l" t="t" r="r" b="b"/>
                <a:pathLst>
                  <a:path w="153" h="162" extrusionOk="0">
                    <a:moveTo>
                      <a:pt x="81" y="1"/>
                    </a:moveTo>
                    <a:cubicBezTo>
                      <a:pt x="36" y="1"/>
                      <a:pt x="0" y="36"/>
                      <a:pt x="0" y="81"/>
                    </a:cubicBezTo>
                    <a:cubicBezTo>
                      <a:pt x="0" y="117"/>
                      <a:pt x="36" y="161"/>
                      <a:pt x="81" y="161"/>
                    </a:cubicBezTo>
                    <a:cubicBezTo>
                      <a:pt x="116" y="161"/>
                      <a:pt x="152" y="117"/>
                      <a:pt x="152" y="81"/>
                    </a:cubicBezTo>
                    <a:cubicBezTo>
                      <a:pt x="152" y="36"/>
                      <a:pt x="116" y="1"/>
                      <a:pt x="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Google Shape;1234;p25"/>
              <p:cNvSpPr/>
              <p:nvPr/>
            </p:nvSpPr>
            <p:spPr>
              <a:xfrm>
                <a:off x="6169704" y="3049188"/>
                <a:ext cx="306355" cy="624079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8289" extrusionOk="0">
                    <a:moveTo>
                      <a:pt x="1517" y="1"/>
                    </a:moveTo>
                    <a:cubicBezTo>
                      <a:pt x="1517" y="1"/>
                      <a:pt x="0" y="2882"/>
                      <a:pt x="250" y="3899"/>
                    </a:cubicBezTo>
                    <a:cubicBezTo>
                      <a:pt x="678" y="5612"/>
                      <a:pt x="3542" y="8288"/>
                      <a:pt x="3542" y="8288"/>
                    </a:cubicBezTo>
                    <a:cubicBezTo>
                      <a:pt x="3542" y="8288"/>
                      <a:pt x="4068" y="7923"/>
                      <a:pt x="3952" y="7807"/>
                    </a:cubicBezTo>
                    <a:cubicBezTo>
                      <a:pt x="3836" y="7682"/>
                      <a:pt x="2106" y="4747"/>
                      <a:pt x="2168" y="4274"/>
                    </a:cubicBezTo>
                    <a:cubicBezTo>
                      <a:pt x="2329" y="3043"/>
                      <a:pt x="3167" y="1687"/>
                      <a:pt x="3372" y="1303"/>
                    </a:cubicBezTo>
                    <a:lnTo>
                      <a:pt x="1517" y="1"/>
                    </a:lnTo>
                    <a:close/>
                  </a:path>
                </a:pathLst>
              </a:custGeom>
              <a:solidFill>
                <a:srgbClr val="A766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Google Shape;1235;p25"/>
              <p:cNvSpPr/>
              <p:nvPr/>
            </p:nvSpPr>
            <p:spPr>
              <a:xfrm>
                <a:off x="6416878" y="3631399"/>
                <a:ext cx="176028" cy="53908"/>
              </a:xfrm>
              <a:custGeom>
                <a:avLst/>
                <a:gdLst/>
                <a:ahLst/>
                <a:cxnLst/>
                <a:rect l="l" t="t" r="r" b="b"/>
                <a:pathLst>
                  <a:path w="2338" h="716" extrusionOk="0">
                    <a:moveTo>
                      <a:pt x="1031" y="0"/>
                    </a:moveTo>
                    <a:cubicBezTo>
                      <a:pt x="713" y="0"/>
                      <a:pt x="312" y="65"/>
                      <a:pt x="312" y="65"/>
                    </a:cubicBezTo>
                    <a:lnTo>
                      <a:pt x="0" y="136"/>
                    </a:lnTo>
                    <a:cubicBezTo>
                      <a:pt x="0" y="136"/>
                      <a:pt x="54" y="716"/>
                      <a:pt x="357" y="716"/>
                    </a:cubicBezTo>
                    <a:lnTo>
                      <a:pt x="2070" y="716"/>
                    </a:lnTo>
                    <a:cubicBezTo>
                      <a:pt x="2338" y="716"/>
                      <a:pt x="2302" y="609"/>
                      <a:pt x="2284" y="555"/>
                    </a:cubicBezTo>
                    <a:cubicBezTo>
                      <a:pt x="2222" y="359"/>
                      <a:pt x="1588" y="136"/>
                      <a:pt x="1338" y="38"/>
                    </a:cubicBezTo>
                    <a:cubicBezTo>
                      <a:pt x="1268" y="10"/>
                      <a:pt x="1156" y="0"/>
                      <a:pt x="1031" y="0"/>
                    </a:cubicBezTo>
                    <a:close/>
                  </a:path>
                </a:pathLst>
              </a:custGeom>
              <a:solidFill>
                <a:srgbClr val="A766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Google Shape;1236;p25"/>
              <p:cNvSpPr/>
              <p:nvPr/>
            </p:nvSpPr>
            <p:spPr>
              <a:xfrm>
                <a:off x="6216007" y="2894017"/>
                <a:ext cx="287608" cy="381645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5069" extrusionOk="0">
                    <a:moveTo>
                      <a:pt x="3819" y="1"/>
                    </a:moveTo>
                    <a:lnTo>
                      <a:pt x="3819" y="1"/>
                    </a:lnTo>
                    <a:cubicBezTo>
                      <a:pt x="3159" y="99"/>
                      <a:pt x="2401" y="286"/>
                      <a:pt x="1946" y="599"/>
                    </a:cubicBezTo>
                    <a:cubicBezTo>
                      <a:pt x="768" y="1419"/>
                      <a:pt x="1" y="3061"/>
                      <a:pt x="1" y="3061"/>
                    </a:cubicBezTo>
                    <a:lnTo>
                      <a:pt x="2410" y="5068"/>
                    </a:lnTo>
                    <a:lnTo>
                      <a:pt x="3311" y="3311"/>
                    </a:lnTo>
                    <a:lnTo>
                      <a:pt x="381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Google Shape;1237;p25"/>
              <p:cNvSpPr/>
              <p:nvPr/>
            </p:nvSpPr>
            <p:spPr>
              <a:xfrm>
                <a:off x="6410779" y="3125757"/>
                <a:ext cx="74010" cy="120313"/>
              </a:xfrm>
              <a:custGeom>
                <a:avLst/>
                <a:gdLst/>
                <a:ahLst/>
                <a:cxnLst/>
                <a:rect l="l" t="t" r="r" b="b"/>
                <a:pathLst>
                  <a:path w="983" h="1598" extrusionOk="0">
                    <a:moveTo>
                      <a:pt x="920" y="1"/>
                    </a:moveTo>
                    <a:lnTo>
                      <a:pt x="1" y="1562"/>
                    </a:lnTo>
                    <a:lnTo>
                      <a:pt x="63" y="1598"/>
                    </a:lnTo>
                    <a:lnTo>
                      <a:pt x="982" y="45"/>
                    </a:lnTo>
                    <a:lnTo>
                      <a:pt x="92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Google Shape;1238;p25"/>
              <p:cNvSpPr/>
              <p:nvPr/>
            </p:nvSpPr>
            <p:spPr>
              <a:xfrm>
                <a:off x="6497964" y="2567639"/>
                <a:ext cx="293782" cy="256739"/>
              </a:xfrm>
              <a:custGeom>
                <a:avLst/>
                <a:gdLst/>
                <a:ahLst/>
                <a:cxnLst/>
                <a:rect l="l" t="t" r="r" b="b"/>
                <a:pathLst>
                  <a:path w="3902" h="3410" extrusionOk="0">
                    <a:moveTo>
                      <a:pt x="1275" y="1"/>
                    </a:moveTo>
                    <a:cubicBezTo>
                      <a:pt x="1" y="1"/>
                      <a:pt x="358" y="2217"/>
                      <a:pt x="975" y="2864"/>
                    </a:cubicBezTo>
                    <a:cubicBezTo>
                      <a:pt x="1253" y="3153"/>
                      <a:pt x="1835" y="3409"/>
                      <a:pt x="2341" y="3409"/>
                    </a:cubicBezTo>
                    <a:cubicBezTo>
                      <a:pt x="2615" y="3409"/>
                      <a:pt x="2867" y="3334"/>
                      <a:pt x="3036" y="3149"/>
                    </a:cubicBezTo>
                    <a:cubicBezTo>
                      <a:pt x="3901" y="2195"/>
                      <a:pt x="2242" y="295"/>
                      <a:pt x="2242" y="295"/>
                    </a:cubicBezTo>
                    <a:cubicBezTo>
                      <a:pt x="1847" y="89"/>
                      <a:pt x="1529" y="1"/>
                      <a:pt x="1275" y="1"/>
                    </a:cubicBezTo>
                    <a:close/>
                  </a:path>
                </a:pathLst>
              </a:custGeom>
              <a:solidFill>
                <a:srgbClr val="A766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Google Shape;1239;p25"/>
              <p:cNvSpPr/>
              <p:nvPr/>
            </p:nvSpPr>
            <p:spPr>
              <a:xfrm>
                <a:off x="6564294" y="2761057"/>
                <a:ext cx="98479" cy="168047"/>
              </a:xfrm>
              <a:custGeom>
                <a:avLst/>
                <a:gdLst/>
                <a:ahLst/>
                <a:cxnLst/>
                <a:rect l="l" t="t" r="r" b="b"/>
                <a:pathLst>
                  <a:path w="1308" h="2232" extrusionOk="0">
                    <a:moveTo>
                      <a:pt x="165" y="1"/>
                    </a:moveTo>
                    <a:lnTo>
                      <a:pt x="148" y="1704"/>
                    </a:lnTo>
                    <a:cubicBezTo>
                      <a:pt x="148" y="1704"/>
                      <a:pt x="1" y="2231"/>
                      <a:pt x="667" y="2231"/>
                    </a:cubicBezTo>
                    <a:cubicBezTo>
                      <a:pt x="678" y="2231"/>
                      <a:pt x="689" y="2231"/>
                      <a:pt x="701" y="2231"/>
                    </a:cubicBezTo>
                    <a:cubicBezTo>
                      <a:pt x="1307" y="2204"/>
                      <a:pt x="1218" y="1696"/>
                      <a:pt x="1218" y="1696"/>
                    </a:cubicBezTo>
                    <a:lnTo>
                      <a:pt x="1138" y="233"/>
                    </a:lnTo>
                    <a:lnTo>
                      <a:pt x="165" y="1"/>
                    </a:lnTo>
                    <a:close/>
                  </a:path>
                </a:pathLst>
              </a:custGeom>
              <a:solidFill>
                <a:srgbClr val="A766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Google Shape;1240;p25"/>
              <p:cNvSpPr/>
              <p:nvPr/>
            </p:nvSpPr>
            <p:spPr>
              <a:xfrm>
                <a:off x="6529058" y="2869849"/>
                <a:ext cx="149827" cy="168650"/>
              </a:xfrm>
              <a:custGeom>
                <a:avLst/>
                <a:gdLst/>
                <a:ahLst/>
                <a:cxnLst/>
                <a:rect l="l" t="t" r="r" b="b"/>
                <a:pathLst>
                  <a:path w="1990" h="2240" extrusionOk="0">
                    <a:moveTo>
                      <a:pt x="999" y="1"/>
                    </a:moveTo>
                    <a:lnTo>
                      <a:pt x="0" y="688"/>
                    </a:lnTo>
                    <a:lnTo>
                      <a:pt x="1633" y="2240"/>
                    </a:lnTo>
                    <a:cubicBezTo>
                      <a:pt x="1633" y="2240"/>
                      <a:pt x="1989" y="786"/>
                      <a:pt x="1891" y="188"/>
                    </a:cubicBezTo>
                    <a:lnTo>
                      <a:pt x="999" y="1"/>
                    </a:lnTo>
                    <a:close/>
                  </a:path>
                </a:pathLst>
              </a:custGeom>
              <a:solidFill>
                <a:srgbClr val="A766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Google Shape;1241;p25"/>
              <p:cNvSpPr/>
              <p:nvPr/>
            </p:nvSpPr>
            <p:spPr>
              <a:xfrm>
                <a:off x="6625052" y="2700901"/>
                <a:ext cx="17543" cy="27857"/>
              </a:xfrm>
              <a:custGeom>
                <a:avLst/>
                <a:gdLst/>
                <a:ahLst/>
                <a:cxnLst/>
                <a:rect l="l" t="t" r="r" b="b"/>
                <a:pathLst>
                  <a:path w="233" h="370" extrusionOk="0">
                    <a:moveTo>
                      <a:pt x="63" y="1"/>
                    </a:moveTo>
                    <a:cubicBezTo>
                      <a:pt x="49" y="1"/>
                      <a:pt x="36" y="12"/>
                      <a:pt x="28" y="41"/>
                    </a:cubicBezTo>
                    <a:cubicBezTo>
                      <a:pt x="1" y="139"/>
                      <a:pt x="90" y="318"/>
                      <a:pt x="143" y="362"/>
                    </a:cubicBezTo>
                    <a:cubicBezTo>
                      <a:pt x="152" y="367"/>
                      <a:pt x="160" y="370"/>
                      <a:pt x="167" y="370"/>
                    </a:cubicBezTo>
                    <a:cubicBezTo>
                      <a:pt x="198" y="370"/>
                      <a:pt x="217" y="329"/>
                      <a:pt x="224" y="300"/>
                    </a:cubicBezTo>
                    <a:cubicBezTo>
                      <a:pt x="233" y="220"/>
                      <a:pt x="188" y="139"/>
                      <a:pt x="143" y="77"/>
                    </a:cubicBezTo>
                    <a:cubicBezTo>
                      <a:pt x="126" y="47"/>
                      <a:pt x="91" y="1"/>
                      <a:pt x="6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Google Shape;1242;p25"/>
              <p:cNvSpPr/>
              <p:nvPr/>
            </p:nvSpPr>
            <p:spPr>
              <a:xfrm>
                <a:off x="6686186" y="2659943"/>
                <a:ext cx="17543" cy="27857"/>
              </a:xfrm>
              <a:custGeom>
                <a:avLst/>
                <a:gdLst/>
                <a:ahLst/>
                <a:cxnLst/>
                <a:rect l="l" t="t" r="r" b="b"/>
                <a:pathLst>
                  <a:path w="233" h="370" extrusionOk="0">
                    <a:moveTo>
                      <a:pt x="63" y="1"/>
                    </a:moveTo>
                    <a:cubicBezTo>
                      <a:pt x="49" y="1"/>
                      <a:pt x="36" y="12"/>
                      <a:pt x="27" y="41"/>
                    </a:cubicBezTo>
                    <a:cubicBezTo>
                      <a:pt x="1" y="139"/>
                      <a:pt x="90" y="318"/>
                      <a:pt x="143" y="362"/>
                    </a:cubicBezTo>
                    <a:cubicBezTo>
                      <a:pt x="152" y="367"/>
                      <a:pt x="159" y="369"/>
                      <a:pt x="167" y="369"/>
                    </a:cubicBezTo>
                    <a:cubicBezTo>
                      <a:pt x="197" y="369"/>
                      <a:pt x="216" y="329"/>
                      <a:pt x="224" y="300"/>
                    </a:cubicBezTo>
                    <a:cubicBezTo>
                      <a:pt x="233" y="220"/>
                      <a:pt x="188" y="139"/>
                      <a:pt x="143" y="77"/>
                    </a:cubicBezTo>
                    <a:cubicBezTo>
                      <a:pt x="125" y="47"/>
                      <a:pt x="91" y="1"/>
                      <a:pt x="6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Google Shape;1243;p25"/>
              <p:cNvSpPr/>
              <p:nvPr/>
            </p:nvSpPr>
            <p:spPr>
              <a:xfrm>
                <a:off x="6587483" y="2667999"/>
                <a:ext cx="52477" cy="37419"/>
              </a:xfrm>
              <a:custGeom>
                <a:avLst/>
                <a:gdLst/>
                <a:ahLst/>
                <a:cxnLst/>
                <a:rect l="l" t="t" r="r" b="b"/>
                <a:pathLst>
                  <a:path w="697" h="497" extrusionOk="0">
                    <a:moveTo>
                      <a:pt x="583" y="1"/>
                    </a:moveTo>
                    <a:cubicBezTo>
                      <a:pt x="453" y="1"/>
                      <a:pt x="352" y="58"/>
                      <a:pt x="268" y="121"/>
                    </a:cubicBezTo>
                    <a:cubicBezTo>
                      <a:pt x="170" y="202"/>
                      <a:pt x="72" y="318"/>
                      <a:pt x="0" y="469"/>
                    </a:cubicBezTo>
                    <a:lnTo>
                      <a:pt x="72" y="496"/>
                    </a:lnTo>
                    <a:cubicBezTo>
                      <a:pt x="134" y="362"/>
                      <a:pt x="223" y="255"/>
                      <a:pt x="312" y="184"/>
                    </a:cubicBezTo>
                    <a:cubicBezTo>
                      <a:pt x="414" y="109"/>
                      <a:pt x="500" y="76"/>
                      <a:pt x="591" y="76"/>
                    </a:cubicBezTo>
                    <a:cubicBezTo>
                      <a:pt x="619" y="76"/>
                      <a:pt x="648" y="79"/>
                      <a:pt x="678" y="86"/>
                    </a:cubicBezTo>
                    <a:lnTo>
                      <a:pt x="696" y="14"/>
                    </a:lnTo>
                    <a:cubicBezTo>
                      <a:pt x="656" y="5"/>
                      <a:pt x="619" y="1"/>
                      <a:pt x="58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Google Shape;1244;p25"/>
              <p:cNvSpPr/>
              <p:nvPr/>
            </p:nvSpPr>
            <p:spPr>
              <a:xfrm>
                <a:off x="6664052" y="2640218"/>
                <a:ext cx="35010" cy="20855"/>
              </a:xfrm>
              <a:custGeom>
                <a:avLst/>
                <a:gdLst/>
                <a:ahLst/>
                <a:cxnLst/>
                <a:rect l="l" t="t" r="r" b="b"/>
                <a:pathLst>
                  <a:path w="465" h="277" extrusionOk="0">
                    <a:moveTo>
                      <a:pt x="276" y="0"/>
                    </a:moveTo>
                    <a:cubicBezTo>
                      <a:pt x="230" y="0"/>
                      <a:pt x="186" y="12"/>
                      <a:pt x="143" y="35"/>
                    </a:cubicBezTo>
                    <a:cubicBezTo>
                      <a:pt x="80" y="80"/>
                      <a:pt x="27" y="151"/>
                      <a:pt x="0" y="259"/>
                    </a:cubicBezTo>
                    <a:lnTo>
                      <a:pt x="72" y="276"/>
                    </a:lnTo>
                    <a:cubicBezTo>
                      <a:pt x="98" y="187"/>
                      <a:pt x="134" y="134"/>
                      <a:pt x="179" y="107"/>
                    </a:cubicBezTo>
                    <a:cubicBezTo>
                      <a:pt x="211" y="88"/>
                      <a:pt x="244" y="74"/>
                      <a:pt x="285" y="74"/>
                    </a:cubicBezTo>
                    <a:cubicBezTo>
                      <a:pt x="323" y="74"/>
                      <a:pt x="369" y="86"/>
                      <a:pt x="428" y="116"/>
                    </a:cubicBezTo>
                    <a:lnTo>
                      <a:pt x="464" y="53"/>
                    </a:lnTo>
                    <a:cubicBezTo>
                      <a:pt x="394" y="19"/>
                      <a:pt x="333" y="0"/>
                      <a:pt x="27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Google Shape;1245;p25"/>
              <p:cNvSpPr/>
              <p:nvPr/>
            </p:nvSpPr>
            <p:spPr>
              <a:xfrm>
                <a:off x="6668042" y="2685843"/>
                <a:ext cx="36365" cy="50444"/>
              </a:xfrm>
              <a:custGeom>
                <a:avLst/>
                <a:gdLst/>
                <a:ahLst/>
                <a:cxnLst/>
                <a:rect l="l" t="t" r="r" b="b"/>
                <a:pathLst>
                  <a:path w="483" h="670" extrusionOk="0">
                    <a:moveTo>
                      <a:pt x="54" y="0"/>
                    </a:moveTo>
                    <a:lnTo>
                      <a:pt x="1" y="54"/>
                    </a:lnTo>
                    <a:cubicBezTo>
                      <a:pt x="188" y="241"/>
                      <a:pt x="384" y="482"/>
                      <a:pt x="375" y="527"/>
                    </a:cubicBezTo>
                    <a:cubicBezTo>
                      <a:pt x="338" y="576"/>
                      <a:pt x="273" y="589"/>
                      <a:pt x="213" y="589"/>
                    </a:cubicBezTo>
                    <a:cubicBezTo>
                      <a:pt x="143" y="589"/>
                      <a:pt x="81" y="571"/>
                      <a:pt x="81" y="571"/>
                    </a:cubicBezTo>
                    <a:lnTo>
                      <a:pt x="54" y="643"/>
                    </a:lnTo>
                    <a:cubicBezTo>
                      <a:pt x="63" y="652"/>
                      <a:pt x="126" y="669"/>
                      <a:pt x="206" y="669"/>
                    </a:cubicBezTo>
                    <a:cubicBezTo>
                      <a:pt x="286" y="669"/>
                      <a:pt x="384" y="643"/>
                      <a:pt x="438" y="571"/>
                    </a:cubicBezTo>
                    <a:cubicBezTo>
                      <a:pt x="482" y="500"/>
                      <a:pt x="358" y="313"/>
                      <a:pt x="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Google Shape;1246;p25"/>
              <p:cNvSpPr/>
              <p:nvPr/>
            </p:nvSpPr>
            <p:spPr>
              <a:xfrm>
                <a:off x="6653285" y="2746300"/>
                <a:ext cx="71902" cy="47884"/>
              </a:xfrm>
              <a:custGeom>
                <a:avLst/>
                <a:gdLst/>
                <a:ahLst/>
                <a:cxnLst/>
                <a:rect l="l" t="t" r="r" b="b"/>
                <a:pathLst>
                  <a:path w="955" h="636" extrusionOk="0">
                    <a:moveTo>
                      <a:pt x="866" y="0"/>
                    </a:moveTo>
                    <a:lnTo>
                      <a:pt x="0" y="321"/>
                    </a:lnTo>
                    <a:cubicBezTo>
                      <a:pt x="92" y="505"/>
                      <a:pt x="309" y="635"/>
                      <a:pt x="513" y="635"/>
                    </a:cubicBezTo>
                    <a:cubicBezTo>
                      <a:pt x="587" y="635"/>
                      <a:pt x="659" y="618"/>
                      <a:pt x="723" y="580"/>
                    </a:cubicBezTo>
                    <a:cubicBezTo>
                      <a:pt x="919" y="464"/>
                      <a:pt x="955" y="223"/>
                      <a:pt x="86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Google Shape;1247;p25"/>
              <p:cNvSpPr/>
              <p:nvPr/>
            </p:nvSpPr>
            <p:spPr>
              <a:xfrm>
                <a:off x="6367187" y="2546784"/>
                <a:ext cx="343247" cy="406265"/>
              </a:xfrm>
              <a:custGeom>
                <a:avLst/>
                <a:gdLst/>
                <a:ahLst/>
                <a:cxnLst/>
                <a:rect l="l" t="t" r="r" b="b"/>
                <a:pathLst>
                  <a:path w="4559" h="5396" extrusionOk="0">
                    <a:moveTo>
                      <a:pt x="3593" y="0"/>
                    </a:moveTo>
                    <a:cubicBezTo>
                      <a:pt x="3444" y="0"/>
                      <a:pt x="3298" y="43"/>
                      <a:pt x="3176" y="135"/>
                    </a:cubicBezTo>
                    <a:cubicBezTo>
                      <a:pt x="3114" y="179"/>
                      <a:pt x="3051" y="242"/>
                      <a:pt x="2971" y="268"/>
                    </a:cubicBezTo>
                    <a:cubicBezTo>
                      <a:pt x="2935" y="282"/>
                      <a:pt x="2897" y="286"/>
                      <a:pt x="2858" y="286"/>
                    </a:cubicBezTo>
                    <a:cubicBezTo>
                      <a:pt x="2819" y="286"/>
                      <a:pt x="2779" y="282"/>
                      <a:pt x="2739" y="277"/>
                    </a:cubicBezTo>
                    <a:cubicBezTo>
                      <a:pt x="2700" y="274"/>
                      <a:pt x="2661" y="272"/>
                      <a:pt x="2622" y="272"/>
                    </a:cubicBezTo>
                    <a:cubicBezTo>
                      <a:pt x="2101" y="272"/>
                      <a:pt x="1604" y="597"/>
                      <a:pt x="1338" y="1053"/>
                    </a:cubicBezTo>
                    <a:cubicBezTo>
                      <a:pt x="1035" y="1589"/>
                      <a:pt x="1365" y="2106"/>
                      <a:pt x="937" y="2615"/>
                    </a:cubicBezTo>
                    <a:cubicBezTo>
                      <a:pt x="696" y="2900"/>
                      <a:pt x="366" y="3141"/>
                      <a:pt x="223" y="3489"/>
                    </a:cubicBezTo>
                    <a:cubicBezTo>
                      <a:pt x="0" y="4006"/>
                      <a:pt x="232" y="4613"/>
                      <a:pt x="580" y="5050"/>
                    </a:cubicBezTo>
                    <a:cubicBezTo>
                      <a:pt x="772" y="5292"/>
                      <a:pt x="1089" y="5396"/>
                      <a:pt x="1419" y="5396"/>
                    </a:cubicBezTo>
                    <a:cubicBezTo>
                      <a:pt x="1808" y="5396"/>
                      <a:pt x="2216" y="5251"/>
                      <a:pt x="2462" y="5014"/>
                    </a:cubicBezTo>
                    <a:cubicBezTo>
                      <a:pt x="2917" y="4577"/>
                      <a:pt x="2890" y="3828"/>
                      <a:pt x="2828" y="3186"/>
                    </a:cubicBezTo>
                    <a:cubicBezTo>
                      <a:pt x="2783" y="2784"/>
                      <a:pt x="2739" y="2392"/>
                      <a:pt x="2703" y="1990"/>
                    </a:cubicBezTo>
                    <a:cubicBezTo>
                      <a:pt x="2685" y="1883"/>
                      <a:pt x="2676" y="1767"/>
                      <a:pt x="2712" y="1669"/>
                    </a:cubicBezTo>
                    <a:cubicBezTo>
                      <a:pt x="2828" y="1366"/>
                      <a:pt x="3292" y="1285"/>
                      <a:pt x="3310" y="964"/>
                    </a:cubicBezTo>
                    <a:cubicBezTo>
                      <a:pt x="3367" y="961"/>
                      <a:pt x="3424" y="959"/>
                      <a:pt x="3481" y="959"/>
                    </a:cubicBezTo>
                    <a:cubicBezTo>
                      <a:pt x="3847" y="959"/>
                      <a:pt x="4219" y="1033"/>
                      <a:pt x="4559" y="1187"/>
                    </a:cubicBezTo>
                    <a:cubicBezTo>
                      <a:pt x="4541" y="822"/>
                      <a:pt x="4416" y="447"/>
                      <a:pt x="4148" y="215"/>
                    </a:cubicBezTo>
                    <a:cubicBezTo>
                      <a:pt x="3995" y="77"/>
                      <a:pt x="3792" y="0"/>
                      <a:pt x="359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Google Shape;1248;p25"/>
              <p:cNvSpPr/>
              <p:nvPr/>
            </p:nvSpPr>
            <p:spPr>
              <a:xfrm>
                <a:off x="6545170" y="2741482"/>
                <a:ext cx="55790" cy="57296"/>
              </a:xfrm>
              <a:custGeom>
                <a:avLst/>
                <a:gdLst/>
                <a:ahLst/>
                <a:cxnLst/>
                <a:rect l="l" t="t" r="r" b="b"/>
                <a:pathLst>
                  <a:path w="741" h="761" extrusionOk="0">
                    <a:moveTo>
                      <a:pt x="253" y="0"/>
                    </a:moveTo>
                    <a:cubicBezTo>
                      <a:pt x="162" y="0"/>
                      <a:pt x="83" y="64"/>
                      <a:pt x="54" y="207"/>
                    </a:cubicBezTo>
                    <a:cubicBezTo>
                      <a:pt x="0" y="457"/>
                      <a:pt x="196" y="742"/>
                      <a:pt x="446" y="760"/>
                    </a:cubicBezTo>
                    <a:cubicBezTo>
                      <a:pt x="452" y="761"/>
                      <a:pt x="458" y="761"/>
                      <a:pt x="463" y="761"/>
                    </a:cubicBezTo>
                    <a:cubicBezTo>
                      <a:pt x="593" y="761"/>
                      <a:pt x="732" y="665"/>
                      <a:pt x="741" y="528"/>
                    </a:cubicBezTo>
                    <a:lnTo>
                      <a:pt x="482" y="118"/>
                    </a:lnTo>
                    <a:cubicBezTo>
                      <a:pt x="410" y="42"/>
                      <a:pt x="328" y="0"/>
                      <a:pt x="253" y="0"/>
                    </a:cubicBezTo>
                    <a:close/>
                  </a:path>
                </a:pathLst>
              </a:custGeom>
              <a:solidFill>
                <a:srgbClr val="A766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Google Shape;1249;p25"/>
              <p:cNvSpPr/>
              <p:nvPr/>
            </p:nvSpPr>
            <p:spPr>
              <a:xfrm>
                <a:off x="6602239" y="2808112"/>
                <a:ext cx="50444" cy="18145"/>
              </a:xfrm>
              <a:custGeom>
                <a:avLst/>
                <a:gdLst/>
                <a:ahLst/>
                <a:cxnLst/>
                <a:rect l="l" t="t" r="r" b="b"/>
                <a:pathLst>
                  <a:path w="670" h="241" extrusionOk="0">
                    <a:moveTo>
                      <a:pt x="54" y="0"/>
                    </a:moveTo>
                    <a:lnTo>
                      <a:pt x="0" y="54"/>
                    </a:lnTo>
                    <a:cubicBezTo>
                      <a:pt x="161" y="205"/>
                      <a:pt x="643" y="241"/>
                      <a:pt x="661" y="241"/>
                    </a:cubicBezTo>
                    <a:lnTo>
                      <a:pt x="670" y="170"/>
                    </a:lnTo>
                    <a:cubicBezTo>
                      <a:pt x="536" y="161"/>
                      <a:pt x="170" y="107"/>
                      <a:pt x="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Google Shape;1250;p25"/>
              <p:cNvSpPr/>
              <p:nvPr/>
            </p:nvSpPr>
            <p:spPr>
              <a:xfrm>
                <a:off x="6882992" y="3164079"/>
                <a:ext cx="48411" cy="75290"/>
              </a:xfrm>
              <a:custGeom>
                <a:avLst/>
                <a:gdLst/>
                <a:ahLst/>
                <a:cxnLst/>
                <a:rect l="l" t="t" r="r" b="b"/>
                <a:pathLst>
                  <a:path w="643" h="1000" extrusionOk="0">
                    <a:moveTo>
                      <a:pt x="589" y="0"/>
                    </a:moveTo>
                    <a:cubicBezTo>
                      <a:pt x="571" y="27"/>
                      <a:pt x="0" y="562"/>
                      <a:pt x="0" y="999"/>
                    </a:cubicBezTo>
                    <a:lnTo>
                      <a:pt x="72" y="999"/>
                    </a:lnTo>
                    <a:cubicBezTo>
                      <a:pt x="72" y="598"/>
                      <a:pt x="634" y="63"/>
                      <a:pt x="643" y="54"/>
                    </a:cubicBezTo>
                    <a:lnTo>
                      <a:pt x="5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51" name="Google Shape;1251;p25"/>
            <p:cNvSpPr/>
            <p:nvPr/>
          </p:nvSpPr>
          <p:spPr>
            <a:xfrm>
              <a:off x="5979600" y="3685230"/>
              <a:ext cx="738896" cy="736939"/>
            </a:xfrm>
            <a:custGeom>
              <a:avLst/>
              <a:gdLst/>
              <a:ahLst/>
              <a:cxnLst/>
              <a:rect l="l" t="t" r="r" b="b"/>
              <a:pathLst>
                <a:path w="9814" h="9788" extrusionOk="0">
                  <a:moveTo>
                    <a:pt x="1" y="1"/>
                  </a:moveTo>
                  <a:lnTo>
                    <a:pt x="1" y="9787"/>
                  </a:lnTo>
                  <a:lnTo>
                    <a:pt x="9814" y="9787"/>
                  </a:lnTo>
                  <a:lnTo>
                    <a:pt x="981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25"/>
            <p:cNvSpPr/>
            <p:nvPr/>
          </p:nvSpPr>
          <p:spPr>
            <a:xfrm>
              <a:off x="6629117" y="3685230"/>
              <a:ext cx="179416" cy="736939"/>
            </a:xfrm>
            <a:custGeom>
              <a:avLst/>
              <a:gdLst/>
              <a:ahLst/>
              <a:cxnLst/>
              <a:rect l="l" t="t" r="r" b="b"/>
              <a:pathLst>
                <a:path w="2383" h="9788" extrusionOk="0">
                  <a:moveTo>
                    <a:pt x="1187" y="1"/>
                  </a:moveTo>
                  <a:cubicBezTo>
                    <a:pt x="536" y="1"/>
                    <a:pt x="0" y="554"/>
                    <a:pt x="0" y="1241"/>
                  </a:cubicBezTo>
                  <a:lnTo>
                    <a:pt x="0" y="9787"/>
                  </a:lnTo>
                  <a:lnTo>
                    <a:pt x="2382" y="9787"/>
                  </a:lnTo>
                  <a:lnTo>
                    <a:pt x="2382" y="1241"/>
                  </a:lnTo>
                  <a:cubicBezTo>
                    <a:pt x="2382" y="554"/>
                    <a:pt x="1847" y="1"/>
                    <a:pt x="11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53" name="Google Shape;1253;p25"/>
          <p:cNvGrpSpPr/>
          <p:nvPr/>
        </p:nvGrpSpPr>
        <p:grpSpPr>
          <a:xfrm>
            <a:off x="5465150" y="3092780"/>
            <a:ext cx="840304" cy="1522128"/>
            <a:chOff x="5465150" y="3092780"/>
            <a:chExt cx="840304" cy="1522128"/>
          </a:xfrm>
        </p:grpSpPr>
        <p:sp>
          <p:nvSpPr>
            <p:cNvPr id="1254" name="Google Shape;1254;p25"/>
            <p:cNvSpPr/>
            <p:nvPr/>
          </p:nvSpPr>
          <p:spPr>
            <a:xfrm>
              <a:off x="6044122" y="3442875"/>
              <a:ext cx="161949" cy="179416"/>
            </a:xfrm>
            <a:custGeom>
              <a:avLst/>
              <a:gdLst/>
              <a:ahLst/>
              <a:cxnLst/>
              <a:rect l="l" t="t" r="r" b="b"/>
              <a:pathLst>
                <a:path w="2151" h="2383" extrusionOk="0">
                  <a:moveTo>
                    <a:pt x="461" y="1"/>
                  </a:moveTo>
                  <a:cubicBezTo>
                    <a:pt x="363" y="1"/>
                    <a:pt x="267" y="25"/>
                    <a:pt x="187" y="80"/>
                  </a:cubicBezTo>
                  <a:cubicBezTo>
                    <a:pt x="125" y="124"/>
                    <a:pt x="71" y="187"/>
                    <a:pt x="54" y="258"/>
                  </a:cubicBezTo>
                  <a:cubicBezTo>
                    <a:pt x="0" y="419"/>
                    <a:pt x="98" y="579"/>
                    <a:pt x="187" y="713"/>
                  </a:cubicBezTo>
                  <a:cubicBezTo>
                    <a:pt x="401" y="1061"/>
                    <a:pt x="625" y="1400"/>
                    <a:pt x="848" y="1748"/>
                  </a:cubicBezTo>
                  <a:cubicBezTo>
                    <a:pt x="987" y="1968"/>
                    <a:pt x="1338" y="2382"/>
                    <a:pt x="1657" y="2382"/>
                  </a:cubicBezTo>
                  <a:cubicBezTo>
                    <a:pt x="1726" y="2382"/>
                    <a:pt x="1793" y="2363"/>
                    <a:pt x="1856" y="2319"/>
                  </a:cubicBezTo>
                  <a:cubicBezTo>
                    <a:pt x="2150" y="2105"/>
                    <a:pt x="1981" y="1605"/>
                    <a:pt x="1847" y="1346"/>
                  </a:cubicBezTo>
                  <a:cubicBezTo>
                    <a:pt x="1659" y="990"/>
                    <a:pt x="1410" y="660"/>
                    <a:pt x="1124" y="365"/>
                  </a:cubicBezTo>
                  <a:cubicBezTo>
                    <a:pt x="999" y="240"/>
                    <a:pt x="865" y="115"/>
                    <a:pt x="696" y="44"/>
                  </a:cubicBezTo>
                  <a:cubicBezTo>
                    <a:pt x="621" y="16"/>
                    <a:pt x="540" y="1"/>
                    <a:pt x="46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25"/>
            <p:cNvSpPr/>
            <p:nvPr/>
          </p:nvSpPr>
          <p:spPr>
            <a:xfrm>
              <a:off x="6071301" y="3463579"/>
              <a:ext cx="78527" cy="102771"/>
            </a:xfrm>
            <a:custGeom>
              <a:avLst/>
              <a:gdLst/>
              <a:ahLst/>
              <a:cxnLst/>
              <a:rect l="l" t="t" r="r" b="b"/>
              <a:pathLst>
                <a:path w="1043" h="1365" extrusionOk="0">
                  <a:moveTo>
                    <a:pt x="26" y="0"/>
                  </a:moveTo>
                  <a:cubicBezTo>
                    <a:pt x="12" y="0"/>
                    <a:pt x="0" y="23"/>
                    <a:pt x="14" y="37"/>
                  </a:cubicBezTo>
                  <a:cubicBezTo>
                    <a:pt x="397" y="438"/>
                    <a:pt x="674" y="893"/>
                    <a:pt x="977" y="1348"/>
                  </a:cubicBezTo>
                  <a:cubicBezTo>
                    <a:pt x="986" y="1360"/>
                    <a:pt x="997" y="1365"/>
                    <a:pt x="1007" y="1365"/>
                  </a:cubicBezTo>
                  <a:cubicBezTo>
                    <a:pt x="1027" y="1365"/>
                    <a:pt x="1043" y="1345"/>
                    <a:pt x="1031" y="1321"/>
                  </a:cubicBezTo>
                  <a:cubicBezTo>
                    <a:pt x="808" y="831"/>
                    <a:pt x="424" y="385"/>
                    <a:pt x="40" y="10"/>
                  </a:cubicBezTo>
                  <a:cubicBezTo>
                    <a:pt x="36" y="3"/>
                    <a:pt x="31" y="0"/>
                    <a:pt x="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25"/>
            <p:cNvSpPr/>
            <p:nvPr/>
          </p:nvSpPr>
          <p:spPr>
            <a:xfrm>
              <a:off x="5687403" y="3585773"/>
              <a:ext cx="224439" cy="219470"/>
            </a:xfrm>
            <a:custGeom>
              <a:avLst/>
              <a:gdLst/>
              <a:ahLst/>
              <a:cxnLst/>
              <a:rect l="l" t="t" r="r" b="b"/>
              <a:pathLst>
                <a:path w="2981" h="2915" extrusionOk="0">
                  <a:moveTo>
                    <a:pt x="2149" y="0"/>
                  </a:moveTo>
                  <a:cubicBezTo>
                    <a:pt x="1893" y="0"/>
                    <a:pt x="1616" y="126"/>
                    <a:pt x="1419" y="234"/>
                  </a:cubicBezTo>
                  <a:cubicBezTo>
                    <a:pt x="866" y="555"/>
                    <a:pt x="349" y="1019"/>
                    <a:pt x="135" y="1634"/>
                  </a:cubicBezTo>
                  <a:cubicBezTo>
                    <a:pt x="28" y="1955"/>
                    <a:pt x="1" y="2312"/>
                    <a:pt x="144" y="2606"/>
                  </a:cubicBezTo>
                  <a:cubicBezTo>
                    <a:pt x="227" y="2773"/>
                    <a:pt x="382" y="2915"/>
                    <a:pt x="547" y="2915"/>
                  </a:cubicBezTo>
                  <a:cubicBezTo>
                    <a:pt x="576" y="2915"/>
                    <a:pt x="605" y="2910"/>
                    <a:pt x="634" y="2901"/>
                  </a:cubicBezTo>
                  <a:cubicBezTo>
                    <a:pt x="706" y="2874"/>
                    <a:pt x="759" y="2830"/>
                    <a:pt x="822" y="2785"/>
                  </a:cubicBezTo>
                  <a:cubicBezTo>
                    <a:pt x="1295" y="2392"/>
                    <a:pt x="1705" y="1928"/>
                    <a:pt x="2053" y="1411"/>
                  </a:cubicBezTo>
                  <a:cubicBezTo>
                    <a:pt x="2267" y="1099"/>
                    <a:pt x="2981" y="412"/>
                    <a:pt x="2445" y="73"/>
                  </a:cubicBezTo>
                  <a:cubicBezTo>
                    <a:pt x="2355" y="21"/>
                    <a:pt x="2254" y="0"/>
                    <a:pt x="21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25"/>
            <p:cNvSpPr/>
            <p:nvPr/>
          </p:nvSpPr>
          <p:spPr>
            <a:xfrm>
              <a:off x="5764198" y="3606478"/>
              <a:ext cx="103223" cy="118356"/>
            </a:xfrm>
            <a:custGeom>
              <a:avLst/>
              <a:gdLst/>
              <a:ahLst/>
              <a:cxnLst/>
              <a:rect l="l" t="t" r="r" b="b"/>
              <a:pathLst>
                <a:path w="1371" h="1572" extrusionOk="0">
                  <a:moveTo>
                    <a:pt x="1346" y="1"/>
                  </a:moveTo>
                  <a:cubicBezTo>
                    <a:pt x="1343" y="1"/>
                    <a:pt x="1339" y="1"/>
                    <a:pt x="1336" y="3"/>
                  </a:cubicBezTo>
                  <a:cubicBezTo>
                    <a:pt x="783" y="360"/>
                    <a:pt x="337" y="993"/>
                    <a:pt x="7" y="1555"/>
                  </a:cubicBezTo>
                  <a:cubicBezTo>
                    <a:pt x="1" y="1562"/>
                    <a:pt x="7" y="1572"/>
                    <a:pt x="15" y="1572"/>
                  </a:cubicBezTo>
                  <a:cubicBezTo>
                    <a:pt x="18" y="1572"/>
                    <a:pt x="22" y="1570"/>
                    <a:pt x="25" y="1564"/>
                  </a:cubicBezTo>
                  <a:cubicBezTo>
                    <a:pt x="230" y="1270"/>
                    <a:pt x="444" y="984"/>
                    <a:pt x="685" y="717"/>
                  </a:cubicBezTo>
                  <a:cubicBezTo>
                    <a:pt x="899" y="476"/>
                    <a:pt x="1149" y="271"/>
                    <a:pt x="1363" y="30"/>
                  </a:cubicBezTo>
                  <a:cubicBezTo>
                    <a:pt x="1370" y="15"/>
                    <a:pt x="1360" y="1"/>
                    <a:pt x="13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25"/>
            <p:cNvSpPr/>
            <p:nvPr/>
          </p:nvSpPr>
          <p:spPr>
            <a:xfrm>
              <a:off x="5667301" y="3092780"/>
              <a:ext cx="257341" cy="162551"/>
            </a:xfrm>
            <a:custGeom>
              <a:avLst/>
              <a:gdLst/>
              <a:ahLst/>
              <a:cxnLst/>
              <a:rect l="l" t="t" r="r" b="b"/>
              <a:pathLst>
                <a:path w="3418" h="2159" extrusionOk="0">
                  <a:moveTo>
                    <a:pt x="1076" y="0"/>
                  </a:moveTo>
                  <a:cubicBezTo>
                    <a:pt x="773" y="0"/>
                    <a:pt x="473" y="61"/>
                    <a:pt x="197" y="198"/>
                  </a:cubicBezTo>
                  <a:cubicBezTo>
                    <a:pt x="116" y="233"/>
                    <a:pt x="36" y="287"/>
                    <a:pt x="18" y="376"/>
                  </a:cubicBezTo>
                  <a:cubicBezTo>
                    <a:pt x="0" y="448"/>
                    <a:pt x="27" y="528"/>
                    <a:pt x="63" y="590"/>
                  </a:cubicBezTo>
                  <a:cubicBezTo>
                    <a:pt x="197" y="822"/>
                    <a:pt x="393" y="1019"/>
                    <a:pt x="607" y="1179"/>
                  </a:cubicBezTo>
                  <a:cubicBezTo>
                    <a:pt x="1142" y="1581"/>
                    <a:pt x="1767" y="1714"/>
                    <a:pt x="2355" y="1991"/>
                  </a:cubicBezTo>
                  <a:cubicBezTo>
                    <a:pt x="2552" y="2084"/>
                    <a:pt x="2778" y="2159"/>
                    <a:pt x="2991" y="2159"/>
                  </a:cubicBezTo>
                  <a:cubicBezTo>
                    <a:pt x="3145" y="2159"/>
                    <a:pt x="3293" y="2119"/>
                    <a:pt x="3417" y="2018"/>
                  </a:cubicBezTo>
                  <a:lnTo>
                    <a:pt x="3257" y="1393"/>
                  </a:lnTo>
                  <a:cubicBezTo>
                    <a:pt x="3203" y="938"/>
                    <a:pt x="2828" y="599"/>
                    <a:pt x="2436" y="385"/>
                  </a:cubicBezTo>
                  <a:cubicBezTo>
                    <a:pt x="2024" y="147"/>
                    <a:pt x="1546" y="0"/>
                    <a:pt x="10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25"/>
            <p:cNvSpPr/>
            <p:nvPr/>
          </p:nvSpPr>
          <p:spPr>
            <a:xfrm>
              <a:off x="5766231" y="3313377"/>
              <a:ext cx="113763" cy="652764"/>
            </a:xfrm>
            <a:custGeom>
              <a:avLst/>
              <a:gdLst/>
              <a:ahLst/>
              <a:cxnLst/>
              <a:rect l="l" t="t" r="r" b="b"/>
              <a:pathLst>
                <a:path w="1511" h="8670" extrusionOk="0">
                  <a:moveTo>
                    <a:pt x="39" y="0"/>
                  </a:moveTo>
                  <a:cubicBezTo>
                    <a:pt x="20" y="0"/>
                    <a:pt x="0" y="24"/>
                    <a:pt x="7" y="42"/>
                  </a:cubicBezTo>
                  <a:cubicBezTo>
                    <a:pt x="1220" y="2772"/>
                    <a:pt x="756" y="5787"/>
                    <a:pt x="1416" y="8633"/>
                  </a:cubicBezTo>
                  <a:cubicBezTo>
                    <a:pt x="1420" y="8659"/>
                    <a:pt x="1437" y="8669"/>
                    <a:pt x="1455" y="8669"/>
                  </a:cubicBezTo>
                  <a:cubicBezTo>
                    <a:pt x="1482" y="8669"/>
                    <a:pt x="1511" y="8647"/>
                    <a:pt x="1505" y="8615"/>
                  </a:cubicBezTo>
                  <a:cubicBezTo>
                    <a:pt x="1256" y="7099"/>
                    <a:pt x="1193" y="5564"/>
                    <a:pt x="1041" y="4039"/>
                  </a:cubicBezTo>
                  <a:cubicBezTo>
                    <a:pt x="908" y="2656"/>
                    <a:pt x="685" y="1273"/>
                    <a:pt x="60" y="15"/>
                  </a:cubicBezTo>
                  <a:cubicBezTo>
                    <a:pt x="55" y="5"/>
                    <a:pt x="47" y="0"/>
                    <a:pt x="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25"/>
            <p:cNvSpPr/>
            <p:nvPr/>
          </p:nvSpPr>
          <p:spPr>
            <a:xfrm>
              <a:off x="5984945" y="3387688"/>
              <a:ext cx="93887" cy="542464"/>
            </a:xfrm>
            <a:custGeom>
              <a:avLst/>
              <a:gdLst/>
              <a:ahLst/>
              <a:cxnLst/>
              <a:rect l="l" t="t" r="r" b="b"/>
              <a:pathLst>
                <a:path w="1247" h="7205" extrusionOk="0">
                  <a:moveTo>
                    <a:pt x="1177" y="0"/>
                  </a:moveTo>
                  <a:cubicBezTo>
                    <a:pt x="1175" y="0"/>
                    <a:pt x="1172" y="0"/>
                    <a:pt x="1170" y="1"/>
                  </a:cubicBezTo>
                  <a:cubicBezTo>
                    <a:pt x="724" y="90"/>
                    <a:pt x="706" y="768"/>
                    <a:pt x="643" y="1107"/>
                  </a:cubicBezTo>
                  <a:cubicBezTo>
                    <a:pt x="518" y="1723"/>
                    <a:pt x="420" y="2347"/>
                    <a:pt x="340" y="2972"/>
                  </a:cubicBezTo>
                  <a:cubicBezTo>
                    <a:pt x="153" y="4345"/>
                    <a:pt x="1" y="5773"/>
                    <a:pt x="81" y="7164"/>
                  </a:cubicBezTo>
                  <a:cubicBezTo>
                    <a:pt x="86" y="7191"/>
                    <a:pt x="108" y="7205"/>
                    <a:pt x="129" y="7205"/>
                  </a:cubicBezTo>
                  <a:cubicBezTo>
                    <a:pt x="150" y="7205"/>
                    <a:pt x="170" y="7191"/>
                    <a:pt x="170" y="7164"/>
                  </a:cubicBezTo>
                  <a:cubicBezTo>
                    <a:pt x="242" y="6005"/>
                    <a:pt x="260" y="4845"/>
                    <a:pt x="376" y="3694"/>
                  </a:cubicBezTo>
                  <a:cubicBezTo>
                    <a:pt x="447" y="3079"/>
                    <a:pt x="527" y="2463"/>
                    <a:pt x="634" y="1848"/>
                  </a:cubicBezTo>
                  <a:cubicBezTo>
                    <a:pt x="670" y="1589"/>
                    <a:pt x="724" y="1321"/>
                    <a:pt x="768" y="1062"/>
                  </a:cubicBezTo>
                  <a:cubicBezTo>
                    <a:pt x="822" y="795"/>
                    <a:pt x="857" y="188"/>
                    <a:pt x="1187" y="99"/>
                  </a:cubicBezTo>
                  <a:cubicBezTo>
                    <a:pt x="1247" y="82"/>
                    <a:pt x="1226" y="0"/>
                    <a:pt x="11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25"/>
            <p:cNvSpPr/>
            <p:nvPr/>
          </p:nvSpPr>
          <p:spPr>
            <a:xfrm>
              <a:off x="5720304" y="3528253"/>
              <a:ext cx="104352" cy="482534"/>
            </a:xfrm>
            <a:custGeom>
              <a:avLst/>
              <a:gdLst/>
              <a:ahLst/>
              <a:cxnLst/>
              <a:rect l="l" t="t" r="r" b="b"/>
              <a:pathLst>
                <a:path w="1386" h="6409" extrusionOk="0">
                  <a:moveTo>
                    <a:pt x="56" y="1"/>
                  </a:moveTo>
                  <a:cubicBezTo>
                    <a:pt x="28" y="1"/>
                    <a:pt x="1" y="33"/>
                    <a:pt x="19" y="70"/>
                  </a:cubicBezTo>
                  <a:cubicBezTo>
                    <a:pt x="1000" y="2041"/>
                    <a:pt x="572" y="4334"/>
                    <a:pt x="1286" y="6377"/>
                  </a:cubicBezTo>
                  <a:cubicBezTo>
                    <a:pt x="1293" y="6399"/>
                    <a:pt x="1312" y="6409"/>
                    <a:pt x="1331" y="6409"/>
                  </a:cubicBezTo>
                  <a:cubicBezTo>
                    <a:pt x="1358" y="6409"/>
                    <a:pt x="1386" y="6387"/>
                    <a:pt x="1375" y="6350"/>
                  </a:cubicBezTo>
                  <a:cubicBezTo>
                    <a:pt x="804" y="4280"/>
                    <a:pt x="1107" y="1970"/>
                    <a:pt x="90" y="25"/>
                  </a:cubicBezTo>
                  <a:cubicBezTo>
                    <a:pt x="82" y="8"/>
                    <a:pt x="69" y="1"/>
                    <a:pt x="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25"/>
            <p:cNvSpPr/>
            <p:nvPr/>
          </p:nvSpPr>
          <p:spPr>
            <a:xfrm>
              <a:off x="5465150" y="3510710"/>
              <a:ext cx="302289" cy="221654"/>
            </a:xfrm>
            <a:custGeom>
              <a:avLst/>
              <a:gdLst/>
              <a:ahLst/>
              <a:cxnLst/>
              <a:rect l="l" t="t" r="r" b="b"/>
              <a:pathLst>
                <a:path w="4015" h="2944" extrusionOk="0">
                  <a:moveTo>
                    <a:pt x="2850" y="0"/>
                  </a:moveTo>
                  <a:cubicBezTo>
                    <a:pt x="2637" y="0"/>
                    <a:pt x="2421" y="42"/>
                    <a:pt x="2248" y="89"/>
                  </a:cubicBezTo>
                  <a:cubicBezTo>
                    <a:pt x="1508" y="285"/>
                    <a:pt x="776" y="668"/>
                    <a:pt x="348" y="1320"/>
                  </a:cubicBezTo>
                  <a:cubicBezTo>
                    <a:pt x="134" y="1650"/>
                    <a:pt x="0" y="2069"/>
                    <a:pt x="80" y="2462"/>
                  </a:cubicBezTo>
                  <a:cubicBezTo>
                    <a:pt x="142" y="2707"/>
                    <a:pt x="323" y="2944"/>
                    <a:pt x="558" y="2944"/>
                  </a:cubicBezTo>
                  <a:cubicBezTo>
                    <a:pt x="562" y="2944"/>
                    <a:pt x="567" y="2943"/>
                    <a:pt x="571" y="2943"/>
                  </a:cubicBezTo>
                  <a:cubicBezTo>
                    <a:pt x="660" y="2943"/>
                    <a:pt x="741" y="2908"/>
                    <a:pt x="821" y="2863"/>
                  </a:cubicBezTo>
                  <a:cubicBezTo>
                    <a:pt x="1481" y="2560"/>
                    <a:pt x="2097" y="2149"/>
                    <a:pt x="2650" y="1650"/>
                  </a:cubicBezTo>
                  <a:cubicBezTo>
                    <a:pt x="2989" y="1355"/>
                    <a:pt x="4015" y="767"/>
                    <a:pt x="3488" y="214"/>
                  </a:cubicBezTo>
                  <a:cubicBezTo>
                    <a:pt x="3323" y="53"/>
                    <a:pt x="3088" y="0"/>
                    <a:pt x="28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25"/>
            <p:cNvSpPr/>
            <p:nvPr/>
          </p:nvSpPr>
          <p:spPr>
            <a:xfrm>
              <a:off x="5564757" y="3542708"/>
              <a:ext cx="152914" cy="106535"/>
            </a:xfrm>
            <a:custGeom>
              <a:avLst/>
              <a:gdLst/>
              <a:ahLst/>
              <a:cxnLst/>
              <a:rect l="l" t="t" r="r" b="b"/>
              <a:pathLst>
                <a:path w="2031" h="1415" extrusionOk="0">
                  <a:moveTo>
                    <a:pt x="2012" y="1"/>
                  </a:moveTo>
                  <a:cubicBezTo>
                    <a:pt x="2009" y="1"/>
                    <a:pt x="2007" y="1"/>
                    <a:pt x="2005" y="3"/>
                  </a:cubicBezTo>
                  <a:cubicBezTo>
                    <a:pt x="1264" y="261"/>
                    <a:pt x="568" y="850"/>
                    <a:pt x="15" y="1394"/>
                  </a:cubicBezTo>
                  <a:cubicBezTo>
                    <a:pt x="1" y="1402"/>
                    <a:pt x="10" y="1415"/>
                    <a:pt x="23" y="1415"/>
                  </a:cubicBezTo>
                  <a:cubicBezTo>
                    <a:pt x="26" y="1415"/>
                    <a:pt x="30" y="1414"/>
                    <a:pt x="33" y="1412"/>
                  </a:cubicBezTo>
                  <a:cubicBezTo>
                    <a:pt x="345" y="1127"/>
                    <a:pt x="675" y="859"/>
                    <a:pt x="1032" y="618"/>
                  </a:cubicBezTo>
                  <a:cubicBezTo>
                    <a:pt x="1353" y="404"/>
                    <a:pt x="1701" y="243"/>
                    <a:pt x="2022" y="29"/>
                  </a:cubicBezTo>
                  <a:cubicBezTo>
                    <a:pt x="2030" y="22"/>
                    <a:pt x="2025" y="1"/>
                    <a:pt x="20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25"/>
            <p:cNvSpPr/>
            <p:nvPr/>
          </p:nvSpPr>
          <p:spPr>
            <a:xfrm>
              <a:off x="5579966" y="3295233"/>
              <a:ext cx="209005" cy="111504"/>
            </a:xfrm>
            <a:custGeom>
              <a:avLst/>
              <a:gdLst/>
              <a:ahLst/>
              <a:cxnLst/>
              <a:rect l="l" t="t" r="r" b="b"/>
              <a:pathLst>
                <a:path w="2776" h="1481" extrusionOk="0">
                  <a:moveTo>
                    <a:pt x="1367" y="1"/>
                  </a:moveTo>
                  <a:cubicBezTo>
                    <a:pt x="1075" y="1"/>
                    <a:pt x="779" y="69"/>
                    <a:pt x="536" y="221"/>
                  </a:cubicBezTo>
                  <a:cubicBezTo>
                    <a:pt x="241" y="399"/>
                    <a:pt x="18" y="720"/>
                    <a:pt x="1" y="1077"/>
                  </a:cubicBezTo>
                  <a:cubicBezTo>
                    <a:pt x="1" y="1131"/>
                    <a:pt x="1" y="1184"/>
                    <a:pt x="27" y="1238"/>
                  </a:cubicBezTo>
                  <a:cubicBezTo>
                    <a:pt x="63" y="1300"/>
                    <a:pt x="134" y="1336"/>
                    <a:pt x="197" y="1363"/>
                  </a:cubicBezTo>
                  <a:cubicBezTo>
                    <a:pt x="395" y="1444"/>
                    <a:pt x="613" y="1480"/>
                    <a:pt x="830" y="1480"/>
                  </a:cubicBezTo>
                  <a:cubicBezTo>
                    <a:pt x="944" y="1480"/>
                    <a:pt x="1058" y="1470"/>
                    <a:pt x="1169" y="1452"/>
                  </a:cubicBezTo>
                  <a:cubicBezTo>
                    <a:pt x="1499" y="1398"/>
                    <a:pt x="1812" y="1291"/>
                    <a:pt x="2124" y="1175"/>
                  </a:cubicBezTo>
                  <a:cubicBezTo>
                    <a:pt x="2258" y="1131"/>
                    <a:pt x="2391" y="1077"/>
                    <a:pt x="2498" y="988"/>
                  </a:cubicBezTo>
                  <a:cubicBezTo>
                    <a:pt x="2659" y="872"/>
                    <a:pt x="2775" y="622"/>
                    <a:pt x="2713" y="426"/>
                  </a:cubicBezTo>
                  <a:cubicBezTo>
                    <a:pt x="2597" y="69"/>
                    <a:pt x="1812" y="25"/>
                    <a:pt x="1517" y="7"/>
                  </a:cubicBezTo>
                  <a:cubicBezTo>
                    <a:pt x="1467" y="3"/>
                    <a:pt x="1417" y="1"/>
                    <a:pt x="13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25"/>
            <p:cNvSpPr/>
            <p:nvPr/>
          </p:nvSpPr>
          <p:spPr>
            <a:xfrm>
              <a:off x="5639068" y="3330016"/>
              <a:ext cx="133715" cy="18822"/>
            </a:xfrm>
            <a:custGeom>
              <a:avLst/>
              <a:gdLst/>
              <a:ahLst/>
              <a:cxnLst/>
              <a:rect l="l" t="t" r="r" b="b"/>
              <a:pathLst>
                <a:path w="1776" h="250" extrusionOk="0">
                  <a:moveTo>
                    <a:pt x="1333" y="1"/>
                  </a:moveTo>
                  <a:cubicBezTo>
                    <a:pt x="887" y="1"/>
                    <a:pt x="422" y="101"/>
                    <a:pt x="18" y="223"/>
                  </a:cubicBezTo>
                  <a:cubicBezTo>
                    <a:pt x="1" y="223"/>
                    <a:pt x="1" y="249"/>
                    <a:pt x="18" y="249"/>
                  </a:cubicBezTo>
                  <a:cubicBezTo>
                    <a:pt x="607" y="116"/>
                    <a:pt x="1169" y="116"/>
                    <a:pt x="1758" y="71"/>
                  </a:cubicBezTo>
                  <a:cubicBezTo>
                    <a:pt x="1776" y="71"/>
                    <a:pt x="1776" y="44"/>
                    <a:pt x="1758" y="35"/>
                  </a:cubicBezTo>
                  <a:cubicBezTo>
                    <a:pt x="1620" y="11"/>
                    <a:pt x="1478" y="1"/>
                    <a:pt x="13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25"/>
            <p:cNvSpPr/>
            <p:nvPr/>
          </p:nvSpPr>
          <p:spPr>
            <a:xfrm>
              <a:off x="5629656" y="3387989"/>
              <a:ext cx="199594" cy="289189"/>
            </a:xfrm>
            <a:custGeom>
              <a:avLst/>
              <a:gdLst/>
              <a:ahLst/>
              <a:cxnLst/>
              <a:rect l="l" t="t" r="r" b="b"/>
              <a:pathLst>
                <a:path w="2651" h="3841" extrusionOk="0">
                  <a:moveTo>
                    <a:pt x="2031" y="1"/>
                  </a:moveTo>
                  <a:cubicBezTo>
                    <a:pt x="1999" y="1"/>
                    <a:pt x="1968" y="3"/>
                    <a:pt x="1937" y="6"/>
                  </a:cubicBezTo>
                  <a:cubicBezTo>
                    <a:pt x="1598" y="59"/>
                    <a:pt x="1294" y="273"/>
                    <a:pt x="1045" y="523"/>
                  </a:cubicBezTo>
                  <a:cubicBezTo>
                    <a:pt x="598" y="987"/>
                    <a:pt x="304" y="1612"/>
                    <a:pt x="206" y="2263"/>
                  </a:cubicBezTo>
                  <a:cubicBezTo>
                    <a:pt x="152" y="2637"/>
                    <a:pt x="1" y="3601"/>
                    <a:pt x="438" y="3806"/>
                  </a:cubicBezTo>
                  <a:cubicBezTo>
                    <a:pt x="488" y="3830"/>
                    <a:pt x="539" y="3841"/>
                    <a:pt x="591" y="3841"/>
                  </a:cubicBezTo>
                  <a:cubicBezTo>
                    <a:pt x="1126" y="3841"/>
                    <a:pt x="1713" y="2674"/>
                    <a:pt x="1892" y="2316"/>
                  </a:cubicBezTo>
                  <a:cubicBezTo>
                    <a:pt x="2106" y="1897"/>
                    <a:pt x="2320" y="1469"/>
                    <a:pt x="2481" y="1023"/>
                  </a:cubicBezTo>
                  <a:cubicBezTo>
                    <a:pt x="2588" y="719"/>
                    <a:pt x="2650" y="336"/>
                    <a:pt x="2418" y="131"/>
                  </a:cubicBezTo>
                  <a:cubicBezTo>
                    <a:pt x="2316" y="36"/>
                    <a:pt x="2173" y="1"/>
                    <a:pt x="20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25"/>
            <p:cNvSpPr/>
            <p:nvPr/>
          </p:nvSpPr>
          <p:spPr>
            <a:xfrm>
              <a:off x="5698169" y="3408392"/>
              <a:ext cx="100060" cy="160819"/>
            </a:xfrm>
            <a:custGeom>
              <a:avLst/>
              <a:gdLst/>
              <a:ahLst/>
              <a:cxnLst/>
              <a:rect l="l" t="t" r="r" b="b"/>
              <a:pathLst>
                <a:path w="1329" h="2136" extrusionOk="0">
                  <a:moveTo>
                    <a:pt x="1301" y="0"/>
                  </a:moveTo>
                  <a:cubicBezTo>
                    <a:pt x="1298" y="0"/>
                    <a:pt x="1296" y="1"/>
                    <a:pt x="1294" y="2"/>
                  </a:cubicBezTo>
                  <a:cubicBezTo>
                    <a:pt x="705" y="556"/>
                    <a:pt x="304" y="1385"/>
                    <a:pt x="1" y="2117"/>
                  </a:cubicBezTo>
                  <a:cubicBezTo>
                    <a:pt x="1" y="2128"/>
                    <a:pt x="8" y="2135"/>
                    <a:pt x="15" y="2135"/>
                  </a:cubicBezTo>
                  <a:cubicBezTo>
                    <a:pt x="19" y="2135"/>
                    <a:pt x="24" y="2132"/>
                    <a:pt x="27" y="2126"/>
                  </a:cubicBezTo>
                  <a:cubicBezTo>
                    <a:pt x="197" y="1751"/>
                    <a:pt x="384" y="1385"/>
                    <a:pt x="607" y="1028"/>
                  </a:cubicBezTo>
                  <a:cubicBezTo>
                    <a:pt x="821" y="680"/>
                    <a:pt x="1089" y="368"/>
                    <a:pt x="1321" y="29"/>
                  </a:cubicBezTo>
                  <a:cubicBezTo>
                    <a:pt x="1328" y="15"/>
                    <a:pt x="1312" y="0"/>
                    <a:pt x="13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25"/>
            <p:cNvSpPr/>
            <p:nvPr/>
          </p:nvSpPr>
          <p:spPr>
            <a:xfrm>
              <a:off x="5774136" y="3172587"/>
              <a:ext cx="119561" cy="59404"/>
            </a:xfrm>
            <a:custGeom>
              <a:avLst/>
              <a:gdLst/>
              <a:ahLst/>
              <a:cxnLst/>
              <a:rect l="l" t="t" r="r" b="b"/>
              <a:pathLst>
                <a:path w="1588" h="789" extrusionOk="0">
                  <a:moveTo>
                    <a:pt x="4" y="1"/>
                  </a:moveTo>
                  <a:cubicBezTo>
                    <a:pt x="0" y="1"/>
                    <a:pt x="2" y="12"/>
                    <a:pt x="9" y="12"/>
                  </a:cubicBezTo>
                  <a:cubicBezTo>
                    <a:pt x="589" y="173"/>
                    <a:pt x="1070" y="458"/>
                    <a:pt x="1561" y="788"/>
                  </a:cubicBezTo>
                  <a:cubicBezTo>
                    <a:pt x="1579" y="788"/>
                    <a:pt x="1588" y="770"/>
                    <a:pt x="1579" y="761"/>
                  </a:cubicBezTo>
                  <a:cubicBezTo>
                    <a:pt x="1142" y="378"/>
                    <a:pt x="571" y="137"/>
                    <a:pt x="9" y="3"/>
                  </a:cubicBezTo>
                  <a:cubicBezTo>
                    <a:pt x="7" y="1"/>
                    <a:pt x="5" y="1"/>
                    <a:pt x="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25"/>
            <p:cNvSpPr/>
            <p:nvPr/>
          </p:nvSpPr>
          <p:spPr>
            <a:xfrm>
              <a:off x="5937965" y="3194647"/>
              <a:ext cx="28987" cy="737616"/>
            </a:xfrm>
            <a:custGeom>
              <a:avLst/>
              <a:gdLst/>
              <a:ahLst/>
              <a:cxnLst/>
              <a:rect l="l" t="t" r="r" b="b"/>
              <a:pathLst>
                <a:path w="385" h="9797" extrusionOk="0">
                  <a:moveTo>
                    <a:pt x="166" y="0"/>
                  </a:moveTo>
                  <a:cubicBezTo>
                    <a:pt x="145" y="0"/>
                    <a:pt x="125" y="13"/>
                    <a:pt x="125" y="40"/>
                  </a:cubicBezTo>
                  <a:cubicBezTo>
                    <a:pt x="63" y="1253"/>
                    <a:pt x="63" y="2467"/>
                    <a:pt x="90" y="3680"/>
                  </a:cubicBezTo>
                  <a:cubicBezTo>
                    <a:pt x="116" y="4661"/>
                    <a:pt x="170" y="5643"/>
                    <a:pt x="152" y="6624"/>
                  </a:cubicBezTo>
                  <a:cubicBezTo>
                    <a:pt x="143" y="7668"/>
                    <a:pt x="54" y="8703"/>
                    <a:pt x="1" y="9746"/>
                  </a:cubicBezTo>
                  <a:cubicBezTo>
                    <a:pt x="1" y="9777"/>
                    <a:pt x="31" y="9796"/>
                    <a:pt x="58" y="9796"/>
                  </a:cubicBezTo>
                  <a:cubicBezTo>
                    <a:pt x="77" y="9796"/>
                    <a:pt x="95" y="9787"/>
                    <a:pt x="99" y="9764"/>
                  </a:cubicBezTo>
                  <a:cubicBezTo>
                    <a:pt x="384" y="7766"/>
                    <a:pt x="295" y="5750"/>
                    <a:pt x="232" y="3742"/>
                  </a:cubicBezTo>
                  <a:cubicBezTo>
                    <a:pt x="197" y="2511"/>
                    <a:pt x="206" y="1280"/>
                    <a:pt x="206" y="40"/>
                  </a:cubicBezTo>
                  <a:cubicBezTo>
                    <a:pt x="206" y="13"/>
                    <a:pt x="186" y="0"/>
                    <a:pt x="1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25"/>
            <p:cNvSpPr/>
            <p:nvPr/>
          </p:nvSpPr>
          <p:spPr>
            <a:xfrm>
              <a:off x="5839261" y="3157303"/>
              <a:ext cx="147794" cy="316444"/>
            </a:xfrm>
            <a:custGeom>
              <a:avLst/>
              <a:gdLst/>
              <a:ahLst/>
              <a:cxnLst/>
              <a:rect l="l" t="t" r="r" b="b"/>
              <a:pathLst>
                <a:path w="1963" h="4203" extrusionOk="0">
                  <a:moveTo>
                    <a:pt x="1327" y="1"/>
                  </a:moveTo>
                  <a:cubicBezTo>
                    <a:pt x="1112" y="1"/>
                    <a:pt x="915" y="141"/>
                    <a:pt x="794" y="331"/>
                  </a:cubicBezTo>
                  <a:cubicBezTo>
                    <a:pt x="669" y="518"/>
                    <a:pt x="616" y="750"/>
                    <a:pt x="562" y="973"/>
                  </a:cubicBezTo>
                  <a:cubicBezTo>
                    <a:pt x="464" y="1384"/>
                    <a:pt x="259" y="1741"/>
                    <a:pt x="152" y="2160"/>
                  </a:cubicBezTo>
                  <a:cubicBezTo>
                    <a:pt x="45" y="2597"/>
                    <a:pt x="0" y="3052"/>
                    <a:pt x="27" y="3507"/>
                  </a:cubicBezTo>
                  <a:cubicBezTo>
                    <a:pt x="45" y="3739"/>
                    <a:pt x="89" y="4006"/>
                    <a:pt x="286" y="4131"/>
                  </a:cubicBezTo>
                  <a:cubicBezTo>
                    <a:pt x="354" y="4180"/>
                    <a:pt x="437" y="4202"/>
                    <a:pt x="523" y="4202"/>
                  </a:cubicBezTo>
                  <a:cubicBezTo>
                    <a:pt x="594" y="4202"/>
                    <a:pt x="667" y="4187"/>
                    <a:pt x="732" y="4158"/>
                  </a:cubicBezTo>
                  <a:cubicBezTo>
                    <a:pt x="874" y="4105"/>
                    <a:pt x="990" y="3989"/>
                    <a:pt x="1097" y="3873"/>
                  </a:cubicBezTo>
                  <a:cubicBezTo>
                    <a:pt x="1427" y="3489"/>
                    <a:pt x="1615" y="2989"/>
                    <a:pt x="1704" y="2490"/>
                  </a:cubicBezTo>
                  <a:cubicBezTo>
                    <a:pt x="1802" y="1946"/>
                    <a:pt x="1793" y="1402"/>
                    <a:pt x="1891" y="875"/>
                  </a:cubicBezTo>
                  <a:cubicBezTo>
                    <a:pt x="1963" y="456"/>
                    <a:pt x="1775" y="37"/>
                    <a:pt x="1347" y="1"/>
                  </a:cubicBezTo>
                  <a:cubicBezTo>
                    <a:pt x="1341" y="1"/>
                    <a:pt x="1334" y="1"/>
                    <a:pt x="132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25"/>
            <p:cNvSpPr/>
            <p:nvPr/>
          </p:nvSpPr>
          <p:spPr>
            <a:xfrm>
              <a:off x="5878486" y="3182299"/>
              <a:ext cx="66105" cy="231818"/>
            </a:xfrm>
            <a:custGeom>
              <a:avLst/>
              <a:gdLst/>
              <a:ahLst/>
              <a:cxnLst/>
              <a:rect l="l" t="t" r="r" b="b"/>
              <a:pathLst>
                <a:path w="878" h="3079" extrusionOk="0">
                  <a:moveTo>
                    <a:pt x="855" y="1"/>
                  </a:moveTo>
                  <a:cubicBezTo>
                    <a:pt x="851" y="1"/>
                    <a:pt x="847" y="3"/>
                    <a:pt x="844" y="8"/>
                  </a:cubicBezTo>
                  <a:cubicBezTo>
                    <a:pt x="327" y="900"/>
                    <a:pt x="113" y="2051"/>
                    <a:pt x="5" y="3068"/>
                  </a:cubicBezTo>
                  <a:cubicBezTo>
                    <a:pt x="0" y="3073"/>
                    <a:pt x="7" y="3078"/>
                    <a:pt x="14" y="3078"/>
                  </a:cubicBezTo>
                  <a:cubicBezTo>
                    <a:pt x="19" y="3078"/>
                    <a:pt x="23" y="3075"/>
                    <a:pt x="23" y="3068"/>
                  </a:cubicBezTo>
                  <a:cubicBezTo>
                    <a:pt x="104" y="2542"/>
                    <a:pt x="202" y="2024"/>
                    <a:pt x="353" y="1516"/>
                  </a:cubicBezTo>
                  <a:cubicBezTo>
                    <a:pt x="496" y="1007"/>
                    <a:pt x="719" y="525"/>
                    <a:pt x="871" y="26"/>
                  </a:cubicBezTo>
                  <a:cubicBezTo>
                    <a:pt x="877" y="13"/>
                    <a:pt x="866" y="1"/>
                    <a:pt x="8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25"/>
            <p:cNvSpPr/>
            <p:nvPr/>
          </p:nvSpPr>
          <p:spPr>
            <a:xfrm>
              <a:off x="5697492" y="3855835"/>
              <a:ext cx="437360" cy="398359"/>
            </a:xfrm>
            <a:custGeom>
              <a:avLst/>
              <a:gdLst/>
              <a:ahLst/>
              <a:cxnLst/>
              <a:rect l="l" t="t" r="r" b="b"/>
              <a:pathLst>
                <a:path w="5809" h="5291" extrusionOk="0">
                  <a:moveTo>
                    <a:pt x="1" y="1"/>
                  </a:moveTo>
                  <a:lnTo>
                    <a:pt x="813" y="5291"/>
                  </a:lnTo>
                  <a:lnTo>
                    <a:pt x="5005" y="5291"/>
                  </a:lnTo>
                  <a:lnTo>
                    <a:pt x="580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25"/>
            <p:cNvSpPr/>
            <p:nvPr/>
          </p:nvSpPr>
          <p:spPr>
            <a:xfrm>
              <a:off x="5711646" y="3945204"/>
              <a:ext cx="409728" cy="22888"/>
            </a:xfrm>
            <a:custGeom>
              <a:avLst/>
              <a:gdLst/>
              <a:ahLst/>
              <a:cxnLst/>
              <a:rect l="l" t="t" r="r" b="b"/>
              <a:pathLst>
                <a:path w="5442" h="304" extrusionOk="0">
                  <a:moveTo>
                    <a:pt x="0" y="0"/>
                  </a:moveTo>
                  <a:lnTo>
                    <a:pt x="45" y="304"/>
                  </a:lnTo>
                  <a:lnTo>
                    <a:pt x="5397" y="304"/>
                  </a:lnTo>
                  <a:lnTo>
                    <a:pt x="54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25"/>
            <p:cNvSpPr/>
            <p:nvPr/>
          </p:nvSpPr>
          <p:spPr>
            <a:xfrm>
              <a:off x="5676712" y="3955970"/>
              <a:ext cx="107514" cy="658938"/>
            </a:xfrm>
            <a:custGeom>
              <a:avLst/>
              <a:gdLst/>
              <a:ahLst/>
              <a:cxnLst/>
              <a:rect l="l" t="t" r="r" b="b"/>
              <a:pathLst>
                <a:path w="1428" h="8752" extrusionOk="0">
                  <a:moveTo>
                    <a:pt x="1276" y="0"/>
                  </a:moveTo>
                  <a:lnTo>
                    <a:pt x="0" y="8734"/>
                  </a:lnTo>
                  <a:lnTo>
                    <a:pt x="152" y="8752"/>
                  </a:lnTo>
                  <a:lnTo>
                    <a:pt x="1428" y="18"/>
                  </a:lnTo>
                  <a:lnTo>
                    <a:pt x="12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25"/>
            <p:cNvSpPr/>
            <p:nvPr/>
          </p:nvSpPr>
          <p:spPr>
            <a:xfrm>
              <a:off x="6046757" y="3955970"/>
              <a:ext cx="106912" cy="658938"/>
            </a:xfrm>
            <a:custGeom>
              <a:avLst/>
              <a:gdLst/>
              <a:ahLst/>
              <a:cxnLst/>
              <a:rect l="l" t="t" r="r" b="b"/>
              <a:pathLst>
                <a:path w="1420" h="8752" extrusionOk="0">
                  <a:moveTo>
                    <a:pt x="143" y="0"/>
                  </a:moveTo>
                  <a:lnTo>
                    <a:pt x="1" y="18"/>
                  </a:lnTo>
                  <a:lnTo>
                    <a:pt x="1276" y="8752"/>
                  </a:lnTo>
                  <a:lnTo>
                    <a:pt x="1419" y="8734"/>
                  </a:lnTo>
                  <a:lnTo>
                    <a:pt x="1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25"/>
            <p:cNvSpPr/>
            <p:nvPr/>
          </p:nvSpPr>
          <p:spPr>
            <a:xfrm>
              <a:off x="5909731" y="3956572"/>
              <a:ext cx="11519" cy="657658"/>
            </a:xfrm>
            <a:custGeom>
              <a:avLst/>
              <a:gdLst/>
              <a:ahLst/>
              <a:cxnLst/>
              <a:rect l="l" t="t" r="r" b="b"/>
              <a:pathLst>
                <a:path w="153" h="8735" extrusionOk="0">
                  <a:moveTo>
                    <a:pt x="1" y="1"/>
                  </a:moveTo>
                  <a:lnTo>
                    <a:pt x="1" y="8735"/>
                  </a:lnTo>
                  <a:lnTo>
                    <a:pt x="152" y="8735"/>
                  </a:lnTo>
                  <a:lnTo>
                    <a:pt x="1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25"/>
            <p:cNvSpPr/>
            <p:nvPr/>
          </p:nvSpPr>
          <p:spPr>
            <a:xfrm>
              <a:off x="5960777" y="3672055"/>
              <a:ext cx="206972" cy="231291"/>
            </a:xfrm>
            <a:custGeom>
              <a:avLst/>
              <a:gdLst/>
              <a:ahLst/>
              <a:cxnLst/>
              <a:rect l="l" t="t" r="r" b="b"/>
              <a:pathLst>
                <a:path w="2749" h="3072" extrusionOk="0">
                  <a:moveTo>
                    <a:pt x="547" y="0"/>
                  </a:moveTo>
                  <a:cubicBezTo>
                    <a:pt x="472" y="0"/>
                    <a:pt x="401" y="15"/>
                    <a:pt x="340" y="51"/>
                  </a:cubicBezTo>
                  <a:cubicBezTo>
                    <a:pt x="1" y="247"/>
                    <a:pt x="108" y="595"/>
                    <a:pt x="268" y="881"/>
                  </a:cubicBezTo>
                  <a:cubicBezTo>
                    <a:pt x="491" y="1273"/>
                    <a:pt x="715" y="1684"/>
                    <a:pt x="938" y="2085"/>
                  </a:cubicBezTo>
                  <a:cubicBezTo>
                    <a:pt x="1045" y="2299"/>
                    <a:pt x="1161" y="2513"/>
                    <a:pt x="1330" y="2683"/>
                  </a:cubicBezTo>
                  <a:cubicBezTo>
                    <a:pt x="1526" y="2888"/>
                    <a:pt x="1794" y="3031"/>
                    <a:pt x="2079" y="3066"/>
                  </a:cubicBezTo>
                  <a:cubicBezTo>
                    <a:pt x="2106" y="3070"/>
                    <a:pt x="2133" y="3072"/>
                    <a:pt x="2161" y="3072"/>
                  </a:cubicBezTo>
                  <a:cubicBezTo>
                    <a:pt x="2210" y="3072"/>
                    <a:pt x="2260" y="3065"/>
                    <a:pt x="2311" y="3048"/>
                  </a:cubicBezTo>
                  <a:cubicBezTo>
                    <a:pt x="2410" y="3022"/>
                    <a:pt x="2490" y="2941"/>
                    <a:pt x="2552" y="2861"/>
                  </a:cubicBezTo>
                  <a:cubicBezTo>
                    <a:pt x="2722" y="2629"/>
                    <a:pt x="2749" y="2308"/>
                    <a:pt x="2686" y="2023"/>
                  </a:cubicBezTo>
                  <a:cubicBezTo>
                    <a:pt x="2624" y="1737"/>
                    <a:pt x="2463" y="1478"/>
                    <a:pt x="2294" y="1246"/>
                  </a:cubicBezTo>
                  <a:cubicBezTo>
                    <a:pt x="2026" y="898"/>
                    <a:pt x="1705" y="542"/>
                    <a:pt x="1330" y="310"/>
                  </a:cubicBezTo>
                  <a:cubicBezTo>
                    <a:pt x="1136" y="185"/>
                    <a:pt x="812" y="0"/>
                    <a:pt x="5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25"/>
            <p:cNvSpPr/>
            <p:nvPr/>
          </p:nvSpPr>
          <p:spPr>
            <a:xfrm>
              <a:off x="5991872" y="3693512"/>
              <a:ext cx="124003" cy="139211"/>
            </a:xfrm>
            <a:custGeom>
              <a:avLst/>
              <a:gdLst/>
              <a:ahLst/>
              <a:cxnLst/>
              <a:rect l="l" t="t" r="r" b="b"/>
              <a:pathLst>
                <a:path w="1647" h="1849" extrusionOk="0">
                  <a:moveTo>
                    <a:pt x="17" y="1"/>
                  </a:moveTo>
                  <a:cubicBezTo>
                    <a:pt x="9" y="1"/>
                    <a:pt x="0" y="18"/>
                    <a:pt x="7" y="25"/>
                  </a:cubicBezTo>
                  <a:cubicBezTo>
                    <a:pt x="266" y="310"/>
                    <a:pt x="569" y="551"/>
                    <a:pt x="837" y="836"/>
                  </a:cubicBezTo>
                  <a:cubicBezTo>
                    <a:pt x="1122" y="1158"/>
                    <a:pt x="1381" y="1497"/>
                    <a:pt x="1622" y="1845"/>
                  </a:cubicBezTo>
                  <a:cubicBezTo>
                    <a:pt x="1624" y="1847"/>
                    <a:pt x="1627" y="1848"/>
                    <a:pt x="1630" y="1848"/>
                  </a:cubicBezTo>
                  <a:cubicBezTo>
                    <a:pt x="1638" y="1848"/>
                    <a:pt x="1646" y="1840"/>
                    <a:pt x="1640" y="1827"/>
                  </a:cubicBezTo>
                  <a:cubicBezTo>
                    <a:pt x="1229" y="1167"/>
                    <a:pt x="694" y="435"/>
                    <a:pt x="25" y="7"/>
                  </a:cubicBezTo>
                  <a:cubicBezTo>
                    <a:pt x="23" y="3"/>
                    <a:pt x="20" y="1"/>
                    <a:pt x="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25"/>
            <p:cNvSpPr/>
            <p:nvPr/>
          </p:nvSpPr>
          <p:spPr>
            <a:xfrm>
              <a:off x="5784827" y="3498815"/>
              <a:ext cx="270065" cy="200648"/>
            </a:xfrm>
            <a:custGeom>
              <a:avLst/>
              <a:gdLst/>
              <a:ahLst/>
              <a:cxnLst/>
              <a:rect l="l" t="t" r="r" b="b"/>
              <a:pathLst>
                <a:path w="3587" h="2665" extrusionOk="0">
                  <a:moveTo>
                    <a:pt x="886" y="0"/>
                  </a:moveTo>
                  <a:cubicBezTo>
                    <a:pt x="589" y="0"/>
                    <a:pt x="309" y="84"/>
                    <a:pt x="152" y="354"/>
                  </a:cubicBezTo>
                  <a:cubicBezTo>
                    <a:pt x="1" y="612"/>
                    <a:pt x="670" y="1237"/>
                    <a:pt x="812" y="1389"/>
                  </a:cubicBezTo>
                  <a:cubicBezTo>
                    <a:pt x="1160" y="1745"/>
                    <a:pt x="1544" y="2058"/>
                    <a:pt x="1963" y="2316"/>
                  </a:cubicBezTo>
                  <a:cubicBezTo>
                    <a:pt x="2261" y="2505"/>
                    <a:pt x="2600" y="2664"/>
                    <a:pt x="2941" y="2664"/>
                  </a:cubicBezTo>
                  <a:cubicBezTo>
                    <a:pt x="3020" y="2664"/>
                    <a:pt x="3098" y="2656"/>
                    <a:pt x="3176" y="2637"/>
                  </a:cubicBezTo>
                  <a:cubicBezTo>
                    <a:pt x="3328" y="2593"/>
                    <a:pt x="3480" y="2504"/>
                    <a:pt x="3542" y="2361"/>
                  </a:cubicBezTo>
                  <a:cubicBezTo>
                    <a:pt x="3587" y="2245"/>
                    <a:pt x="3578" y="2120"/>
                    <a:pt x="3560" y="2004"/>
                  </a:cubicBezTo>
                  <a:cubicBezTo>
                    <a:pt x="3498" y="1665"/>
                    <a:pt x="3364" y="1344"/>
                    <a:pt x="3159" y="1067"/>
                  </a:cubicBezTo>
                  <a:cubicBezTo>
                    <a:pt x="2802" y="586"/>
                    <a:pt x="2275" y="300"/>
                    <a:pt x="1722" y="148"/>
                  </a:cubicBezTo>
                  <a:cubicBezTo>
                    <a:pt x="1492" y="82"/>
                    <a:pt x="1180" y="0"/>
                    <a:pt x="8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25"/>
            <p:cNvSpPr/>
            <p:nvPr/>
          </p:nvSpPr>
          <p:spPr>
            <a:xfrm>
              <a:off x="5816072" y="3528478"/>
              <a:ext cx="182729" cy="109472"/>
            </a:xfrm>
            <a:custGeom>
              <a:avLst/>
              <a:gdLst/>
              <a:ahLst/>
              <a:cxnLst/>
              <a:rect l="l" t="t" r="r" b="b"/>
              <a:pathLst>
                <a:path w="2427" h="1454" extrusionOk="0">
                  <a:moveTo>
                    <a:pt x="53" y="1"/>
                  </a:moveTo>
                  <a:cubicBezTo>
                    <a:pt x="23" y="1"/>
                    <a:pt x="1" y="42"/>
                    <a:pt x="32" y="58"/>
                  </a:cubicBezTo>
                  <a:cubicBezTo>
                    <a:pt x="834" y="486"/>
                    <a:pt x="1593" y="968"/>
                    <a:pt x="2369" y="1449"/>
                  </a:cubicBezTo>
                  <a:cubicBezTo>
                    <a:pt x="2374" y="1452"/>
                    <a:pt x="2379" y="1453"/>
                    <a:pt x="2383" y="1453"/>
                  </a:cubicBezTo>
                  <a:cubicBezTo>
                    <a:pt x="2411" y="1453"/>
                    <a:pt x="2426" y="1411"/>
                    <a:pt x="2396" y="1396"/>
                  </a:cubicBezTo>
                  <a:cubicBezTo>
                    <a:pt x="1664" y="861"/>
                    <a:pt x="870" y="415"/>
                    <a:pt x="67" y="4"/>
                  </a:cubicBezTo>
                  <a:cubicBezTo>
                    <a:pt x="62" y="2"/>
                    <a:pt x="57" y="1"/>
                    <a:pt x="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25"/>
            <p:cNvSpPr/>
            <p:nvPr/>
          </p:nvSpPr>
          <p:spPr>
            <a:xfrm>
              <a:off x="6011146" y="3369769"/>
              <a:ext cx="294309" cy="140868"/>
            </a:xfrm>
            <a:custGeom>
              <a:avLst/>
              <a:gdLst/>
              <a:ahLst/>
              <a:cxnLst/>
              <a:rect l="l" t="t" r="r" b="b"/>
              <a:pathLst>
                <a:path w="3909" h="1871" extrusionOk="0">
                  <a:moveTo>
                    <a:pt x="2464" y="1"/>
                  </a:moveTo>
                  <a:cubicBezTo>
                    <a:pt x="2172" y="1"/>
                    <a:pt x="1882" y="54"/>
                    <a:pt x="1598" y="114"/>
                  </a:cubicBezTo>
                  <a:cubicBezTo>
                    <a:pt x="1196" y="203"/>
                    <a:pt x="474" y="78"/>
                    <a:pt x="295" y="667"/>
                  </a:cubicBezTo>
                  <a:cubicBezTo>
                    <a:pt x="1" y="1506"/>
                    <a:pt x="1196" y="1568"/>
                    <a:pt x="1669" y="1711"/>
                  </a:cubicBezTo>
                  <a:cubicBezTo>
                    <a:pt x="1966" y="1802"/>
                    <a:pt x="2257" y="1870"/>
                    <a:pt x="2538" y="1870"/>
                  </a:cubicBezTo>
                  <a:cubicBezTo>
                    <a:pt x="2890" y="1870"/>
                    <a:pt x="3229" y="1763"/>
                    <a:pt x="3551" y="1461"/>
                  </a:cubicBezTo>
                  <a:cubicBezTo>
                    <a:pt x="3748" y="1283"/>
                    <a:pt x="3908" y="1015"/>
                    <a:pt x="3846" y="756"/>
                  </a:cubicBezTo>
                  <a:cubicBezTo>
                    <a:pt x="3810" y="605"/>
                    <a:pt x="3712" y="471"/>
                    <a:pt x="3596" y="373"/>
                  </a:cubicBezTo>
                  <a:cubicBezTo>
                    <a:pt x="3328" y="141"/>
                    <a:pt x="2981" y="34"/>
                    <a:pt x="2633" y="7"/>
                  </a:cubicBezTo>
                  <a:cubicBezTo>
                    <a:pt x="2576" y="3"/>
                    <a:pt x="2520" y="1"/>
                    <a:pt x="24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25"/>
            <p:cNvSpPr/>
            <p:nvPr/>
          </p:nvSpPr>
          <p:spPr>
            <a:xfrm>
              <a:off x="6052178" y="3430000"/>
              <a:ext cx="210963" cy="38398"/>
            </a:xfrm>
            <a:custGeom>
              <a:avLst/>
              <a:gdLst/>
              <a:ahLst/>
              <a:cxnLst/>
              <a:rect l="l" t="t" r="r" b="b"/>
              <a:pathLst>
                <a:path w="2802" h="510" extrusionOk="0">
                  <a:moveTo>
                    <a:pt x="405" y="0"/>
                  </a:moveTo>
                  <a:cubicBezTo>
                    <a:pt x="274" y="0"/>
                    <a:pt x="145" y="6"/>
                    <a:pt x="18" y="19"/>
                  </a:cubicBezTo>
                  <a:cubicBezTo>
                    <a:pt x="0" y="19"/>
                    <a:pt x="0" y="45"/>
                    <a:pt x="18" y="45"/>
                  </a:cubicBezTo>
                  <a:cubicBezTo>
                    <a:pt x="509" y="108"/>
                    <a:pt x="999" y="108"/>
                    <a:pt x="1481" y="188"/>
                  </a:cubicBezTo>
                  <a:cubicBezTo>
                    <a:pt x="1918" y="269"/>
                    <a:pt x="2355" y="376"/>
                    <a:pt x="2783" y="509"/>
                  </a:cubicBezTo>
                  <a:cubicBezTo>
                    <a:pt x="2801" y="509"/>
                    <a:pt x="2801" y="492"/>
                    <a:pt x="2792" y="483"/>
                  </a:cubicBezTo>
                  <a:cubicBezTo>
                    <a:pt x="2056" y="222"/>
                    <a:pt x="1207" y="0"/>
                    <a:pt x="4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4" name="Google Shape;1064;p25">
            <a:extLst>
              <a:ext uri="{FF2B5EF4-FFF2-40B4-BE49-F238E27FC236}">
                <a16:creationId xmlns:a16="http://schemas.microsoft.com/office/drawing/2014/main" id="{79E6CD4A-676E-4A0B-9CB1-19D8A82BDE1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2788" y="3021013"/>
            <a:ext cx="4344987" cy="4746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platform , All </a:t>
            </a:r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91AD5E-CC73-4946-B5BF-B09C75D1BD45}"/>
              </a:ext>
            </a:extLst>
          </p:cNvPr>
          <p:cNvSpPr txBox="1"/>
          <p:nvPr/>
        </p:nvSpPr>
        <p:spPr>
          <a:xfrm>
            <a:off x="966969" y="4124241"/>
            <a:ext cx="323882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Powered by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D.I.S Technology Co,. Ltd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97" name="Google Shape;1297;p27"/>
          <p:cNvSpPr txBox="1">
            <a:spLocks noGrp="1"/>
          </p:cNvSpPr>
          <p:nvPr>
            <p:ph type="title" idx="2"/>
          </p:nvPr>
        </p:nvSpPr>
        <p:spPr>
          <a:xfrm>
            <a:off x="1505375" y="148088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Times New Roman" panose="02020603050405020304" pitchFamily="18" charset="0"/>
                <a:ea typeface="Catamaran"/>
                <a:cs typeface="Times New Roman" panose="02020603050405020304" pitchFamily="18" charset="0"/>
                <a:sym typeface="Catamaran"/>
              </a:rPr>
              <a:t>01</a:t>
            </a:r>
            <a:endParaRPr b="1">
              <a:latin typeface="Times New Roman" panose="02020603050405020304" pitchFamily="18" charset="0"/>
              <a:ea typeface="Catamaran"/>
              <a:cs typeface="Times New Roman" panose="02020603050405020304" pitchFamily="18" charset="0"/>
              <a:sym typeface="Catamaran"/>
            </a:endParaRPr>
          </a:p>
        </p:txBody>
      </p:sp>
      <p:sp>
        <p:nvSpPr>
          <p:cNvPr id="1298" name="Google Shape;1298;p27"/>
          <p:cNvSpPr txBox="1">
            <a:spLocks noGrp="1"/>
          </p:cNvSpPr>
          <p:nvPr>
            <p:ph type="title" idx="3"/>
          </p:nvPr>
        </p:nvSpPr>
        <p:spPr>
          <a:xfrm>
            <a:off x="1505375" y="2914291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Times New Roman" panose="02020603050405020304" pitchFamily="18" charset="0"/>
                <a:ea typeface="Catamaran"/>
                <a:cs typeface="Times New Roman" panose="02020603050405020304" pitchFamily="18" charset="0"/>
                <a:sym typeface="Catamaran"/>
              </a:rPr>
              <a:t>04</a:t>
            </a:r>
            <a:endParaRPr b="1">
              <a:latin typeface="Times New Roman" panose="02020603050405020304" pitchFamily="18" charset="0"/>
              <a:ea typeface="Catamaran"/>
              <a:cs typeface="Times New Roman" panose="02020603050405020304" pitchFamily="18" charset="0"/>
              <a:sym typeface="Catamaran"/>
            </a:endParaRPr>
          </a:p>
        </p:txBody>
      </p:sp>
      <p:sp>
        <p:nvSpPr>
          <p:cNvPr id="1299" name="Google Shape;1299;p27"/>
          <p:cNvSpPr txBox="1">
            <a:spLocks noGrp="1"/>
          </p:cNvSpPr>
          <p:nvPr>
            <p:ph type="title" idx="4"/>
          </p:nvPr>
        </p:nvSpPr>
        <p:spPr>
          <a:xfrm>
            <a:off x="4204650" y="148088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Times New Roman" panose="02020603050405020304" pitchFamily="18" charset="0"/>
                <a:ea typeface="Catamaran"/>
                <a:cs typeface="Times New Roman" panose="02020603050405020304" pitchFamily="18" charset="0"/>
                <a:sym typeface="Catamaran"/>
              </a:rPr>
              <a:t>02</a:t>
            </a:r>
            <a:endParaRPr b="1">
              <a:latin typeface="Times New Roman" panose="02020603050405020304" pitchFamily="18" charset="0"/>
              <a:ea typeface="Catamaran"/>
              <a:cs typeface="Times New Roman" panose="02020603050405020304" pitchFamily="18" charset="0"/>
              <a:sym typeface="Catamaran"/>
            </a:endParaRPr>
          </a:p>
        </p:txBody>
      </p:sp>
      <p:sp>
        <p:nvSpPr>
          <p:cNvPr id="1300" name="Google Shape;1300;p27"/>
          <p:cNvSpPr txBox="1">
            <a:spLocks noGrp="1"/>
          </p:cNvSpPr>
          <p:nvPr>
            <p:ph type="title" idx="5"/>
          </p:nvPr>
        </p:nvSpPr>
        <p:spPr>
          <a:xfrm>
            <a:off x="4204650" y="2914291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Times New Roman" panose="02020603050405020304" pitchFamily="18" charset="0"/>
                <a:ea typeface="Catamaran"/>
                <a:cs typeface="Times New Roman" panose="02020603050405020304" pitchFamily="18" charset="0"/>
                <a:sym typeface="Catamaran"/>
              </a:rPr>
              <a:t>05</a:t>
            </a:r>
            <a:endParaRPr b="1">
              <a:latin typeface="Times New Roman" panose="02020603050405020304" pitchFamily="18" charset="0"/>
              <a:ea typeface="Catamaran"/>
              <a:cs typeface="Times New Roman" panose="02020603050405020304" pitchFamily="18" charset="0"/>
              <a:sym typeface="Catamaran"/>
            </a:endParaRPr>
          </a:p>
        </p:txBody>
      </p:sp>
      <p:sp>
        <p:nvSpPr>
          <p:cNvPr id="1301" name="Google Shape;1301;p27"/>
          <p:cNvSpPr txBox="1">
            <a:spLocks noGrp="1"/>
          </p:cNvSpPr>
          <p:nvPr>
            <p:ph type="title" idx="6"/>
          </p:nvPr>
        </p:nvSpPr>
        <p:spPr>
          <a:xfrm>
            <a:off x="6903925" y="148088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Times New Roman" panose="02020603050405020304" pitchFamily="18" charset="0"/>
                <a:ea typeface="Catamaran"/>
                <a:cs typeface="Times New Roman" panose="02020603050405020304" pitchFamily="18" charset="0"/>
                <a:sym typeface="Catamaran"/>
              </a:rPr>
              <a:t>03</a:t>
            </a:r>
            <a:endParaRPr b="1">
              <a:latin typeface="Times New Roman" panose="02020603050405020304" pitchFamily="18" charset="0"/>
              <a:ea typeface="Catamaran"/>
              <a:cs typeface="Times New Roman" panose="02020603050405020304" pitchFamily="18" charset="0"/>
              <a:sym typeface="Catamaran"/>
            </a:endParaRPr>
          </a:p>
        </p:txBody>
      </p:sp>
      <p:sp>
        <p:nvSpPr>
          <p:cNvPr id="1302" name="Google Shape;1302;p27"/>
          <p:cNvSpPr txBox="1">
            <a:spLocks noGrp="1"/>
          </p:cNvSpPr>
          <p:nvPr>
            <p:ph type="title" idx="7"/>
          </p:nvPr>
        </p:nvSpPr>
        <p:spPr>
          <a:xfrm>
            <a:off x="6903925" y="2914291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Times New Roman" panose="02020603050405020304" pitchFamily="18" charset="0"/>
                <a:ea typeface="Catamaran"/>
                <a:cs typeface="Times New Roman" panose="02020603050405020304" pitchFamily="18" charset="0"/>
                <a:sym typeface="Catamaran"/>
              </a:rPr>
              <a:t>06</a:t>
            </a:r>
            <a:endParaRPr b="1">
              <a:latin typeface="Times New Roman" panose="02020603050405020304" pitchFamily="18" charset="0"/>
              <a:ea typeface="Catamaran"/>
              <a:cs typeface="Times New Roman" panose="02020603050405020304" pitchFamily="18" charset="0"/>
              <a:sym typeface="Catamaran"/>
            </a:endParaRPr>
          </a:p>
        </p:txBody>
      </p:sp>
      <p:sp>
        <p:nvSpPr>
          <p:cNvPr id="1303" name="Google Shape;1303;p27"/>
          <p:cNvSpPr txBox="1">
            <a:spLocks noGrp="1"/>
          </p:cNvSpPr>
          <p:nvPr>
            <p:ph type="subTitle" idx="1"/>
          </p:nvPr>
        </p:nvSpPr>
        <p:spPr>
          <a:xfrm>
            <a:off x="1034975" y="1928475"/>
            <a:ext cx="1675500" cy="73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04" name="Google Shape;1304;p27"/>
          <p:cNvSpPr txBox="1">
            <a:spLocks noGrp="1"/>
          </p:cNvSpPr>
          <p:nvPr>
            <p:ph type="subTitle" idx="8"/>
          </p:nvPr>
        </p:nvSpPr>
        <p:spPr>
          <a:xfrm>
            <a:off x="3734250" y="1928475"/>
            <a:ext cx="1675500" cy="73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Scope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05" name="Google Shape;1305;p27"/>
          <p:cNvSpPr txBox="1">
            <a:spLocks noGrp="1"/>
          </p:cNvSpPr>
          <p:nvPr>
            <p:ph type="subTitle" idx="9"/>
          </p:nvPr>
        </p:nvSpPr>
        <p:spPr>
          <a:xfrm>
            <a:off x="6433525" y="1928475"/>
            <a:ext cx="1675500" cy="73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Flow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06" name="Google Shape;1306;p27"/>
          <p:cNvSpPr txBox="1">
            <a:spLocks noGrp="1"/>
          </p:cNvSpPr>
          <p:nvPr>
            <p:ph type="subTitle" idx="13"/>
          </p:nvPr>
        </p:nvSpPr>
        <p:spPr>
          <a:xfrm>
            <a:off x="1034975" y="3361850"/>
            <a:ext cx="1675500" cy="73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Technician Flow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07" name="Google Shape;1307;p27"/>
          <p:cNvSpPr txBox="1">
            <a:spLocks noGrp="1"/>
          </p:cNvSpPr>
          <p:nvPr>
            <p:ph type="subTitle" idx="14"/>
          </p:nvPr>
        </p:nvSpPr>
        <p:spPr>
          <a:xfrm>
            <a:off x="3734250" y="3361850"/>
            <a:ext cx="1675500" cy="73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FLow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08" name="Google Shape;1308;p27"/>
          <p:cNvSpPr txBox="1">
            <a:spLocks noGrp="1"/>
          </p:cNvSpPr>
          <p:nvPr>
            <p:ph type="subTitle" idx="15"/>
          </p:nvPr>
        </p:nvSpPr>
        <p:spPr>
          <a:xfrm>
            <a:off x="6433525" y="3361850"/>
            <a:ext cx="1675500" cy="73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Google Shape;1351;p29"/>
          <p:cNvSpPr txBox="1">
            <a:spLocks noGrp="1"/>
          </p:cNvSpPr>
          <p:nvPr>
            <p:ph type="title"/>
          </p:nvPr>
        </p:nvSpPr>
        <p:spPr>
          <a:xfrm>
            <a:off x="713225" y="2599900"/>
            <a:ext cx="3981600" cy="89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52" name="Google Shape;1352;p29"/>
          <p:cNvSpPr txBox="1">
            <a:spLocks noGrp="1"/>
          </p:cNvSpPr>
          <p:nvPr>
            <p:ph type="title" idx="2"/>
          </p:nvPr>
        </p:nvSpPr>
        <p:spPr>
          <a:xfrm>
            <a:off x="713225" y="1475500"/>
            <a:ext cx="1332600" cy="101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53" name="Google Shape;1353;p29"/>
          <p:cNvSpPr/>
          <p:nvPr/>
        </p:nvSpPr>
        <p:spPr>
          <a:xfrm>
            <a:off x="4572125" y="4297182"/>
            <a:ext cx="4717248" cy="10810"/>
          </a:xfrm>
          <a:custGeom>
            <a:avLst/>
            <a:gdLst/>
            <a:ahLst/>
            <a:cxnLst/>
            <a:rect l="l" t="t" r="r" b="b"/>
            <a:pathLst>
              <a:path w="63710" h="146" extrusionOk="0">
                <a:moveTo>
                  <a:pt x="1" y="0"/>
                </a:moveTo>
                <a:lnTo>
                  <a:pt x="1" y="146"/>
                </a:lnTo>
                <a:lnTo>
                  <a:pt x="63710" y="146"/>
                </a:lnTo>
                <a:lnTo>
                  <a:pt x="6371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54" name="Google Shape;1354;p29"/>
          <p:cNvGrpSpPr/>
          <p:nvPr/>
        </p:nvGrpSpPr>
        <p:grpSpPr>
          <a:xfrm>
            <a:off x="5288076" y="1273563"/>
            <a:ext cx="3188647" cy="3251963"/>
            <a:chOff x="5386476" y="1593719"/>
            <a:chExt cx="3188647" cy="3251963"/>
          </a:xfrm>
        </p:grpSpPr>
        <p:grpSp>
          <p:nvGrpSpPr>
            <p:cNvPr id="1355" name="Google Shape;1355;p29"/>
            <p:cNvGrpSpPr/>
            <p:nvPr/>
          </p:nvGrpSpPr>
          <p:grpSpPr>
            <a:xfrm>
              <a:off x="5386476" y="1593719"/>
              <a:ext cx="2998426" cy="2395111"/>
              <a:chOff x="5386476" y="1593719"/>
              <a:chExt cx="2998426" cy="2395111"/>
            </a:xfrm>
          </p:grpSpPr>
          <p:sp>
            <p:nvSpPr>
              <p:cNvPr id="1356" name="Google Shape;1356;p29"/>
              <p:cNvSpPr/>
              <p:nvPr/>
            </p:nvSpPr>
            <p:spPr>
              <a:xfrm>
                <a:off x="5453900" y="1593725"/>
                <a:ext cx="2898025" cy="2395105"/>
              </a:xfrm>
              <a:custGeom>
                <a:avLst/>
                <a:gdLst/>
                <a:ahLst/>
                <a:cxnLst/>
                <a:rect l="l" t="t" r="r" b="b"/>
                <a:pathLst>
                  <a:path w="20966" h="10082" extrusionOk="0">
                    <a:moveTo>
                      <a:pt x="1" y="1"/>
                    </a:moveTo>
                    <a:lnTo>
                      <a:pt x="1" y="10081"/>
                    </a:lnTo>
                    <a:lnTo>
                      <a:pt x="20965" y="10081"/>
                    </a:lnTo>
                    <a:lnTo>
                      <a:pt x="2096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Google Shape;1357;p29"/>
              <p:cNvSpPr/>
              <p:nvPr/>
            </p:nvSpPr>
            <p:spPr>
              <a:xfrm>
                <a:off x="5425776" y="2034173"/>
                <a:ext cx="2926120" cy="20141"/>
              </a:xfrm>
              <a:custGeom>
                <a:avLst/>
                <a:gdLst/>
                <a:ahLst/>
                <a:cxnLst/>
                <a:rect l="l" t="t" r="r" b="b"/>
                <a:pathLst>
                  <a:path w="20921" h="144" extrusionOk="0">
                    <a:moveTo>
                      <a:pt x="0" y="1"/>
                    </a:moveTo>
                    <a:lnTo>
                      <a:pt x="0" y="143"/>
                    </a:lnTo>
                    <a:lnTo>
                      <a:pt x="20920" y="143"/>
                    </a:lnTo>
                    <a:lnTo>
                      <a:pt x="2092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Google Shape;1358;p29"/>
              <p:cNvSpPr/>
              <p:nvPr/>
            </p:nvSpPr>
            <p:spPr>
              <a:xfrm>
                <a:off x="5425776" y="2543285"/>
                <a:ext cx="2926120" cy="20141"/>
              </a:xfrm>
              <a:custGeom>
                <a:avLst/>
                <a:gdLst/>
                <a:ahLst/>
                <a:cxnLst/>
                <a:rect l="l" t="t" r="r" b="b"/>
                <a:pathLst>
                  <a:path w="20921" h="144" extrusionOk="0">
                    <a:moveTo>
                      <a:pt x="0" y="0"/>
                    </a:moveTo>
                    <a:lnTo>
                      <a:pt x="0" y="143"/>
                    </a:lnTo>
                    <a:lnTo>
                      <a:pt x="20920" y="143"/>
                    </a:lnTo>
                    <a:lnTo>
                      <a:pt x="2092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Google Shape;1359;p29"/>
              <p:cNvSpPr/>
              <p:nvPr/>
            </p:nvSpPr>
            <p:spPr>
              <a:xfrm>
                <a:off x="5976000" y="1593719"/>
                <a:ext cx="21399" cy="2208923"/>
              </a:xfrm>
              <a:custGeom>
                <a:avLst/>
                <a:gdLst/>
                <a:ahLst/>
                <a:cxnLst/>
                <a:rect l="l" t="t" r="r" b="b"/>
                <a:pathLst>
                  <a:path w="153" h="10082" extrusionOk="0">
                    <a:moveTo>
                      <a:pt x="0" y="1"/>
                    </a:moveTo>
                    <a:lnTo>
                      <a:pt x="0" y="10081"/>
                    </a:lnTo>
                    <a:lnTo>
                      <a:pt x="152" y="10081"/>
                    </a:lnTo>
                    <a:lnTo>
                      <a:pt x="15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Google Shape;1360;p29"/>
              <p:cNvSpPr/>
              <p:nvPr/>
            </p:nvSpPr>
            <p:spPr>
              <a:xfrm>
                <a:off x="6875622" y="1593719"/>
                <a:ext cx="20141" cy="2208923"/>
              </a:xfrm>
              <a:custGeom>
                <a:avLst/>
                <a:gdLst/>
                <a:ahLst/>
                <a:cxnLst/>
                <a:rect l="l" t="t" r="r" b="b"/>
                <a:pathLst>
                  <a:path w="144" h="10082" extrusionOk="0">
                    <a:moveTo>
                      <a:pt x="0" y="1"/>
                    </a:moveTo>
                    <a:lnTo>
                      <a:pt x="0" y="10081"/>
                    </a:lnTo>
                    <a:lnTo>
                      <a:pt x="143" y="10081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29"/>
              <p:cNvSpPr/>
              <p:nvPr/>
            </p:nvSpPr>
            <p:spPr>
              <a:xfrm>
                <a:off x="7773984" y="1593719"/>
                <a:ext cx="20141" cy="2208923"/>
              </a:xfrm>
              <a:custGeom>
                <a:avLst/>
                <a:gdLst/>
                <a:ahLst/>
                <a:cxnLst/>
                <a:rect l="l" t="t" r="r" b="b"/>
                <a:pathLst>
                  <a:path w="144" h="10082" extrusionOk="0">
                    <a:moveTo>
                      <a:pt x="1" y="1"/>
                    </a:moveTo>
                    <a:lnTo>
                      <a:pt x="1" y="10081"/>
                    </a:lnTo>
                    <a:lnTo>
                      <a:pt x="143" y="10081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29"/>
              <p:cNvSpPr/>
              <p:nvPr/>
            </p:nvSpPr>
            <p:spPr>
              <a:xfrm>
                <a:off x="5386476" y="1594547"/>
                <a:ext cx="2998426" cy="62520"/>
              </a:xfrm>
              <a:custGeom>
                <a:avLst/>
                <a:gdLst/>
                <a:ahLst/>
                <a:cxnLst/>
                <a:rect l="l" t="t" r="r" b="b"/>
                <a:pathLst>
                  <a:path w="21438" h="447" extrusionOk="0">
                    <a:moveTo>
                      <a:pt x="1" y="0"/>
                    </a:moveTo>
                    <a:lnTo>
                      <a:pt x="1" y="446"/>
                    </a:lnTo>
                    <a:lnTo>
                      <a:pt x="21438" y="446"/>
                    </a:lnTo>
                    <a:lnTo>
                      <a:pt x="2143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29"/>
              <p:cNvSpPr/>
              <p:nvPr/>
            </p:nvSpPr>
            <p:spPr>
              <a:xfrm>
                <a:off x="5425776" y="3047110"/>
                <a:ext cx="2926116" cy="20141"/>
              </a:xfrm>
              <a:custGeom>
                <a:avLst/>
                <a:gdLst/>
                <a:ahLst/>
                <a:cxnLst/>
                <a:rect l="l" t="t" r="r" b="b"/>
                <a:pathLst>
                  <a:path w="20921" h="144" extrusionOk="0">
                    <a:moveTo>
                      <a:pt x="0" y="0"/>
                    </a:moveTo>
                    <a:lnTo>
                      <a:pt x="0" y="143"/>
                    </a:lnTo>
                    <a:lnTo>
                      <a:pt x="20920" y="143"/>
                    </a:lnTo>
                    <a:lnTo>
                      <a:pt x="2092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29"/>
              <p:cNvSpPr/>
              <p:nvPr/>
            </p:nvSpPr>
            <p:spPr>
              <a:xfrm>
                <a:off x="5425776" y="3543585"/>
                <a:ext cx="2926116" cy="20141"/>
              </a:xfrm>
              <a:custGeom>
                <a:avLst/>
                <a:gdLst/>
                <a:ahLst/>
                <a:cxnLst/>
                <a:rect l="l" t="t" r="r" b="b"/>
                <a:pathLst>
                  <a:path w="20921" h="144" extrusionOk="0">
                    <a:moveTo>
                      <a:pt x="0" y="0"/>
                    </a:moveTo>
                    <a:lnTo>
                      <a:pt x="0" y="143"/>
                    </a:lnTo>
                    <a:lnTo>
                      <a:pt x="20920" y="143"/>
                    </a:lnTo>
                    <a:lnTo>
                      <a:pt x="2092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65" name="Google Shape;1365;p29"/>
              <p:cNvGrpSpPr/>
              <p:nvPr/>
            </p:nvGrpSpPr>
            <p:grpSpPr>
              <a:xfrm>
                <a:off x="5427687" y="1655822"/>
                <a:ext cx="2928607" cy="2332938"/>
                <a:chOff x="5427670" y="1723702"/>
                <a:chExt cx="2928607" cy="2164337"/>
              </a:xfrm>
            </p:grpSpPr>
            <p:grpSp>
              <p:nvGrpSpPr>
                <p:cNvPr id="1366" name="Google Shape;1366;p29"/>
                <p:cNvGrpSpPr/>
                <p:nvPr/>
              </p:nvGrpSpPr>
              <p:grpSpPr>
                <a:xfrm>
                  <a:off x="5427670" y="1723702"/>
                  <a:ext cx="538182" cy="2164337"/>
                  <a:chOff x="4507845" y="2437152"/>
                  <a:chExt cx="538182" cy="2164337"/>
                </a:xfrm>
              </p:grpSpPr>
              <p:sp>
                <p:nvSpPr>
                  <p:cNvPr id="1367" name="Google Shape;1367;p29"/>
                  <p:cNvSpPr/>
                  <p:nvPr/>
                </p:nvSpPr>
                <p:spPr>
                  <a:xfrm>
                    <a:off x="4507845" y="2437152"/>
                    <a:ext cx="538182" cy="21609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49" h="38342" extrusionOk="0">
                        <a:moveTo>
                          <a:pt x="0" y="0"/>
                        </a:moveTo>
                        <a:lnTo>
                          <a:pt x="0" y="38342"/>
                        </a:lnTo>
                        <a:lnTo>
                          <a:pt x="9548" y="38342"/>
                        </a:lnTo>
                        <a:lnTo>
                          <a:pt x="9548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68" name="Google Shape;1368;p29"/>
                  <p:cNvSpPr/>
                  <p:nvPr/>
                </p:nvSpPr>
                <p:spPr>
                  <a:xfrm>
                    <a:off x="4570123" y="2450171"/>
                    <a:ext cx="26602" cy="21513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2" h="38171" extrusionOk="0">
                        <a:moveTo>
                          <a:pt x="0" y="0"/>
                        </a:moveTo>
                        <a:lnTo>
                          <a:pt x="0" y="38171"/>
                        </a:lnTo>
                        <a:lnTo>
                          <a:pt x="471" y="38171"/>
                        </a:lnTo>
                        <a:lnTo>
                          <a:pt x="471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69" name="Google Shape;1369;p29"/>
                  <p:cNvSpPr/>
                  <p:nvPr/>
                </p:nvSpPr>
                <p:spPr>
                  <a:xfrm>
                    <a:off x="4698792" y="2450171"/>
                    <a:ext cx="26827" cy="21513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6" h="38171" extrusionOk="0">
                        <a:moveTo>
                          <a:pt x="0" y="0"/>
                        </a:moveTo>
                        <a:lnTo>
                          <a:pt x="0" y="38171"/>
                        </a:lnTo>
                        <a:lnTo>
                          <a:pt x="476" y="38171"/>
                        </a:lnTo>
                        <a:lnTo>
                          <a:pt x="476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70" name="Google Shape;1370;p29"/>
                  <p:cNvSpPr/>
                  <p:nvPr/>
                </p:nvSpPr>
                <p:spPr>
                  <a:xfrm>
                    <a:off x="4827461" y="2450171"/>
                    <a:ext cx="26827" cy="21513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6" h="38171" extrusionOk="0">
                        <a:moveTo>
                          <a:pt x="0" y="0"/>
                        </a:moveTo>
                        <a:lnTo>
                          <a:pt x="0" y="38171"/>
                        </a:lnTo>
                        <a:lnTo>
                          <a:pt x="476" y="38171"/>
                        </a:lnTo>
                        <a:lnTo>
                          <a:pt x="476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71" name="Google Shape;1371;p29"/>
                  <p:cNvSpPr/>
                  <p:nvPr/>
                </p:nvSpPr>
                <p:spPr>
                  <a:xfrm>
                    <a:off x="4956130" y="2450171"/>
                    <a:ext cx="26884" cy="21513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7" h="38171" extrusionOk="0">
                        <a:moveTo>
                          <a:pt x="1" y="0"/>
                        </a:moveTo>
                        <a:lnTo>
                          <a:pt x="1" y="38171"/>
                        </a:lnTo>
                        <a:lnTo>
                          <a:pt x="476" y="38171"/>
                        </a:lnTo>
                        <a:lnTo>
                          <a:pt x="476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372" name="Google Shape;1372;p29"/>
                <p:cNvGrpSpPr/>
                <p:nvPr/>
              </p:nvGrpSpPr>
              <p:grpSpPr>
                <a:xfrm>
                  <a:off x="7818095" y="1723702"/>
                  <a:ext cx="538182" cy="2164337"/>
                  <a:chOff x="4507845" y="2437152"/>
                  <a:chExt cx="538182" cy="2164337"/>
                </a:xfrm>
              </p:grpSpPr>
              <p:sp>
                <p:nvSpPr>
                  <p:cNvPr id="1373" name="Google Shape;1373;p29"/>
                  <p:cNvSpPr/>
                  <p:nvPr/>
                </p:nvSpPr>
                <p:spPr>
                  <a:xfrm>
                    <a:off x="4507845" y="2437152"/>
                    <a:ext cx="538182" cy="21609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49" h="38342" extrusionOk="0">
                        <a:moveTo>
                          <a:pt x="0" y="0"/>
                        </a:moveTo>
                        <a:lnTo>
                          <a:pt x="0" y="38342"/>
                        </a:lnTo>
                        <a:lnTo>
                          <a:pt x="9548" y="38342"/>
                        </a:lnTo>
                        <a:lnTo>
                          <a:pt x="9548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74" name="Google Shape;1374;p29"/>
                  <p:cNvSpPr/>
                  <p:nvPr/>
                </p:nvSpPr>
                <p:spPr>
                  <a:xfrm>
                    <a:off x="4570123" y="2450171"/>
                    <a:ext cx="26602" cy="21513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2" h="38171" extrusionOk="0">
                        <a:moveTo>
                          <a:pt x="0" y="0"/>
                        </a:moveTo>
                        <a:lnTo>
                          <a:pt x="0" y="38171"/>
                        </a:lnTo>
                        <a:lnTo>
                          <a:pt x="471" y="38171"/>
                        </a:lnTo>
                        <a:lnTo>
                          <a:pt x="471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75" name="Google Shape;1375;p29"/>
                  <p:cNvSpPr/>
                  <p:nvPr/>
                </p:nvSpPr>
                <p:spPr>
                  <a:xfrm>
                    <a:off x="4698792" y="2450171"/>
                    <a:ext cx="26827" cy="21513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6" h="38171" extrusionOk="0">
                        <a:moveTo>
                          <a:pt x="0" y="0"/>
                        </a:moveTo>
                        <a:lnTo>
                          <a:pt x="0" y="38171"/>
                        </a:lnTo>
                        <a:lnTo>
                          <a:pt x="476" y="38171"/>
                        </a:lnTo>
                        <a:lnTo>
                          <a:pt x="476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76" name="Google Shape;1376;p29"/>
                  <p:cNvSpPr/>
                  <p:nvPr/>
                </p:nvSpPr>
                <p:spPr>
                  <a:xfrm>
                    <a:off x="4827461" y="2450171"/>
                    <a:ext cx="26827" cy="21513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6" h="38171" extrusionOk="0">
                        <a:moveTo>
                          <a:pt x="0" y="0"/>
                        </a:moveTo>
                        <a:lnTo>
                          <a:pt x="0" y="38171"/>
                        </a:lnTo>
                        <a:lnTo>
                          <a:pt x="476" y="38171"/>
                        </a:lnTo>
                        <a:lnTo>
                          <a:pt x="476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77" name="Google Shape;1377;p29"/>
                  <p:cNvSpPr/>
                  <p:nvPr/>
                </p:nvSpPr>
                <p:spPr>
                  <a:xfrm>
                    <a:off x="4956130" y="2450171"/>
                    <a:ext cx="26884" cy="21513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7" h="38171" extrusionOk="0">
                        <a:moveTo>
                          <a:pt x="1" y="0"/>
                        </a:moveTo>
                        <a:lnTo>
                          <a:pt x="1" y="38171"/>
                        </a:lnTo>
                        <a:lnTo>
                          <a:pt x="476" y="38171"/>
                        </a:lnTo>
                        <a:lnTo>
                          <a:pt x="476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1378" name="Google Shape;1378;p29"/>
            <p:cNvGrpSpPr/>
            <p:nvPr/>
          </p:nvGrpSpPr>
          <p:grpSpPr>
            <a:xfrm>
              <a:off x="5410606" y="3268879"/>
              <a:ext cx="1140912" cy="1324320"/>
              <a:chOff x="5294125" y="884300"/>
              <a:chExt cx="399675" cy="463925"/>
            </a:xfrm>
          </p:grpSpPr>
          <p:sp>
            <p:nvSpPr>
              <p:cNvPr id="1379" name="Google Shape;1379;p29"/>
              <p:cNvSpPr/>
              <p:nvPr/>
            </p:nvSpPr>
            <p:spPr>
              <a:xfrm>
                <a:off x="5472100" y="901250"/>
                <a:ext cx="6950" cy="170200"/>
              </a:xfrm>
              <a:custGeom>
                <a:avLst/>
                <a:gdLst/>
                <a:ahLst/>
                <a:cxnLst/>
                <a:rect l="l" t="t" r="r" b="b"/>
                <a:pathLst>
                  <a:path w="278" h="6808" extrusionOk="0">
                    <a:moveTo>
                      <a:pt x="0" y="0"/>
                    </a:moveTo>
                    <a:lnTo>
                      <a:pt x="0" y="6807"/>
                    </a:lnTo>
                    <a:lnTo>
                      <a:pt x="277" y="6807"/>
                    </a:lnTo>
                    <a:lnTo>
                      <a:pt x="27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Google Shape;1380;p29"/>
              <p:cNvSpPr/>
              <p:nvPr/>
            </p:nvSpPr>
            <p:spPr>
              <a:xfrm>
                <a:off x="5412550" y="884300"/>
                <a:ext cx="126025" cy="80750"/>
              </a:xfrm>
              <a:custGeom>
                <a:avLst/>
                <a:gdLst/>
                <a:ahLst/>
                <a:cxnLst/>
                <a:rect l="l" t="t" r="r" b="b"/>
                <a:pathLst>
                  <a:path w="5041" h="3230" extrusionOk="0">
                    <a:moveTo>
                      <a:pt x="1044" y="0"/>
                    </a:moveTo>
                    <a:lnTo>
                      <a:pt x="1" y="3230"/>
                    </a:lnTo>
                    <a:lnTo>
                      <a:pt x="5041" y="3230"/>
                    </a:lnTo>
                    <a:lnTo>
                      <a:pt x="39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Google Shape;1381;p29"/>
              <p:cNvSpPr/>
              <p:nvPr/>
            </p:nvSpPr>
            <p:spPr>
              <a:xfrm>
                <a:off x="5378875" y="1055800"/>
                <a:ext cx="148325" cy="39950"/>
              </a:xfrm>
              <a:custGeom>
                <a:avLst/>
                <a:gdLst/>
                <a:ahLst/>
                <a:cxnLst/>
                <a:rect l="l" t="t" r="r" b="b"/>
                <a:pathLst>
                  <a:path w="5933" h="1598" extrusionOk="0">
                    <a:moveTo>
                      <a:pt x="0" y="1"/>
                    </a:moveTo>
                    <a:lnTo>
                      <a:pt x="0" y="1597"/>
                    </a:lnTo>
                    <a:lnTo>
                      <a:pt x="5933" y="1597"/>
                    </a:lnTo>
                    <a:lnTo>
                      <a:pt x="593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Google Shape;1382;p29"/>
              <p:cNvSpPr/>
              <p:nvPr/>
            </p:nvSpPr>
            <p:spPr>
              <a:xfrm>
                <a:off x="5492850" y="1055800"/>
                <a:ext cx="17200" cy="39950"/>
              </a:xfrm>
              <a:custGeom>
                <a:avLst/>
                <a:gdLst/>
                <a:ahLst/>
                <a:cxnLst/>
                <a:rect l="l" t="t" r="r" b="b"/>
                <a:pathLst>
                  <a:path w="688" h="1598" extrusionOk="0">
                    <a:moveTo>
                      <a:pt x="0" y="1"/>
                    </a:moveTo>
                    <a:lnTo>
                      <a:pt x="0" y="1597"/>
                    </a:lnTo>
                    <a:lnTo>
                      <a:pt x="687" y="1597"/>
                    </a:lnTo>
                    <a:lnTo>
                      <a:pt x="68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Google Shape;1383;p29"/>
              <p:cNvSpPr/>
              <p:nvPr/>
            </p:nvSpPr>
            <p:spPr>
              <a:xfrm>
                <a:off x="5390250" y="1095725"/>
                <a:ext cx="153700" cy="31025"/>
              </a:xfrm>
              <a:custGeom>
                <a:avLst/>
                <a:gdLst/>
                <a:ahLst/>
                <a:cxnLst/>
                <a:rect l="l" t="t" r="r" b="b"/>
                <a:pathLst>
                  <a:path w="6148" h="1241" extrusionOk="0">
                    <a:moveTo>
                      <a:pt x="0" y="0"/>
                    </a:moveTo>
                    <a:lnTo>
                      <a:pt x="0" y="1241"/>
                    </a:lnTo>
                    <a:lnTo>
                      <a:pt x="6147" y="1241"/>
                    </a:lnTo>
                    <a:lnTo>
                      <a:pt x="614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Google Shape;1384;p29"/>
              <p:cNvSpPr/>
              <p:nvPr/>
            </p:nvSpPr>
            <p:spPr>
              <a:xfrm>
                <a:off x="5406525" y="1095725"/>
                <a:ext cx="14750" cy="31025"/>
              </a:xfrm>
              <a:custGeom>
                <a:avLst/>
                <a:gdLst/>
                <a:ahLst/>
                <a:cxnLst/>
                <a:rect l="l" t="t" r="r" b="b"/>
                <a:pathLst>
                  <a:path w="590" h="1241" extrusionOk="0">
                    <a:moveTo>
                      <a:pt x="1" y="0"/>
                    </a:moveTo>
                    <a:lnTo>
                      <a:pt x="1" y="1241"/>
                    </a:lnTo>
                    <a:lnTo>
                      <a:pt x="589" y="1241"/>
                    </a:lnTo>
                    <a:lnTo>
                      <a:pt x="58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Google Shape;1385;p29"/>
              <p:cNvSpPr/>
              <p:nvPr/>
            </p:nvSpPr>
            <p:spPr>
              <a:xfrm>
                <a:off x="5428600" y="1095725"/>
                <a:ext cx="10300" cy="31025"/>
              </a:xfrm>
              <a:custGeom>
                <a:avLst/>
                <a:gdLst/>
                <a:ahLst/>
                <a:cxnLst/>
                <a:rect l="l" t="t" r="r" b="b"/>
                <a:pathLst>
                  <a:path w="412" h="1241" extrusionOk="0">
                    <a:moveTo>
                      <a:pt x="1" y="0"/>
                    </a:moveTo>
                    <a:lnTo>
                      <a:pt x="1" y="1241"/>
                    </a:lnTo>
                    <a:lnTo>
                      <a:pt x="411" y="1241"/>
                    </a:lnTo>
                    <a:lnTo>
                      <a:pt x="41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Google Shape;1386;p29"/>
              <p:cNvSpPr/>
              <p:nvPr/>
            </p:nvSpPr>
            <p:spPr>
              <a:xfrm>
                <a:off x="5299700" y="1138550"/>
                <a:ext cx="53100" cy="209675"/>
              </a:xfrm>
              <a:custGeom>
                <a:avLst/>
                <a:gdLst/>
                <a:ahLst/>
                <a:cxnLst/>
                <a:rect l="l" t="t" r="r" b="b"/>
                <a:pathLst>
                  <a:path w="2124" h="8387" extrusionOk="0">
                    <a:moveTo>
                      <a:pt x="866" y="0"/>
                    </a:moveTo>
                    <a:lnTo>
                      <a:pt x="9" y="8110"/>
                    </a:lnTo>
                    <a:cubicBezTo>
                      <a:pt x="1" y="8181"/>
                      <a:pt x="18" y="8252"/>
                      <a:pt x="63" y="8306"/>
                    </a:cubicBezTo>
                    <a:cubicBezTo>
                      <a:pt x="108" y="8359"/>
                      <a:pt x="179" y="8386"/>
                      <a:pt x="250" y="8386"/>
                    </a:cubicBezTo>
                    <a:cubicBezTo>
                      <a:pt x="357" y="8386"/>
                      <a:pt x="455" y="8315"/>
                      <a:pt x="482" y="8199"/>
                    </a:cubicBezTo>
                    <a:lnTo>
                      <a:pt x="2124" y="27"/>
                    </a:lnTo>
                    <a:lnTo>
                      <a:pt x="1981" y="0"/>
                    </a:lnTo>
                    <a:lnTo>
                      <a:pt x="340" y="8172"/>
                    </a:lnTo>
                    <a:cubicBezTo>
                      <a:pt x="328" y="8211"/>
                      <a:pt x="285" y="8236"/>
                      <a:pt x="244" y="8236"/>
                    </a:cubicBezTo>
                    <a:cubicBezTo>
                      <a:pt x="219" y="8236"/>
                      <a:pt x="196" y="8228"/>
                      <a:pt x="179" y="8208"/>
                    </a:cubicBezTo>
                    <a:cubicBezTo>
                      <a:pt x="161" y="8190"/>
                      <a:pt x="152" y="8163"/>
                      <a:pt x="161" y="8127"/>
                    </a:cubicBezTo>
                    <a:lnTo>
                      <a:pt x="1018" y="18"/>
                    </a:lnTo>
                    <a:lnTo>
                      <a:pt x="86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Google Shape;1387;p29"/>
              <p:cNvSpPr/>
              <p:nvPr/>
            </p:nvSpPr>
            <p:spPr>
              <a:xfrm>
                <a:off x="5634900" y="1138550"/>
                <a:ext cx="53125" cy="209675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8387" extrusionOk="0">
                    <a:moveTo>
                      <a:pt x="144" y="0"/>
                    </a:moveTo>
                    <a:lnTo>
                      <a:pt x="1" y="27"/>
                    </a:lnTo>
                    <a:lnTo>
                      <a:pt x="1642" y="8208"/>
                    </a:lnTo>
                    <a:cubicBezTo>
                      <a:pt x="1669" y="8315"/>
                      <a:pt x="1767" y="8386"/>
                      <a:pt x="1874" y="8386"/>
                    </a:cubicBezTo>
                    <a:cubicBezTo>
                      <a:pt x="1946" y="8386"/>
                      <a:pt x="2017" y="8359"/>
                      <a:pt x="2062" y="8306"/>
                    </a:cubicBezTo>
                    <a:cubicBezTo>
                      <a:pt x="2106" y="8252"/>
                      <a:pt x="2124" y="8181"/>
                      <a:pt x="2115" y="8110"/>
                    </a:cubicBezTo>
                    <a:lnTo>
                      <a:pt x="1259" y="0"/>
                    </a:lnTo>
                    <a:lnTo>
                      <a:pt x="1116" y="18"/>
                    </a:lnTo>
                    <a:lnTo>
                      <a:pt x="1972" y="8136"/>
                    </a:lnTo>
                    <a:cubicBezTo>
                      <a:pt x="1972" y="8163"/>
                      <a:pt x="1963" y="8190"/>
                      <a:pt x="1946" y="8208"/>
                    </a:cubicBezTo>
                    <a:cubicBezTo>
                      <a:pt x="1929" y="8228"/>
                      <a:pt x="1905" y="8236"/>
                      <a:pt x="1881" y="8236"/>
                    </a:cubicBezTo>
                    <a:cubicBezTo>
                      <a:pt x="1840" y="8236"/>
                      <a:pt x="1800" y="8211"/>
                      <a:pt x="1794" y="8172"/>
                    </a:cubicBezTo>
                    <a:lnTo>
                      <a:pt x="14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Google Shape;1388;p29"/>
              <p:cNvSpPr/>
              <p:nvPr/>
            </p:nvSpPr>
            <p:spPr>
              <a:xfrm>
                <a:off x="5294125" y="1126725"/>
                <a:ext cx="399675" cy="16300"/>
              </a:xfrm>
              <a:custGeom>
                <a:avLst/>
                <a:gdLst/>
                <a:ahLst/>
                <a:cxnLst/>
                <a:rect l="l" t="t" r="r" b="b"/>
                <a:pathLst>
                  <a:path w="15987" h="652" extrusionOk="0">
                    <a:moveTo>
                      <a:pt x="0" y="1"/>
                    </a:moveTo>
                    <a:lnTo>
                      <a:pt x="0" y="652"/>
                    </a:lnTo>
                    <a:lnTo>
                      <a:pt x="15987" y="652"/>
                    </a:lnTo>
                    <a:lnTo>
                      <a:pt x="1598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Google Shape;1389;p29"/>
              <p:cNvSpPr/>
              <p:nvPr/>
            </p:nvSpPr>
            <p:spPr>
              <a:xfrm>
                <a:off x="5313750" y="1065175"/>
                <a:ext cx="47525" cy="57775"/>
              </a:xfrm>
              <a:custGeom>
                <a:avLst/>
                <a:gdLst/>
                <a:ahLst/>
                <a:cxnLst/>
                <a:rect l="l" t="t" r="r" b="b"/>
                <a:pathLst>
                  <a:path w="1901" h="2311" extrusionOk="0">
                    <a:moveTo>
                      <a:pt x="1892" y="0"/>
                    </a:moveTo>
                    <a:lnTo>
                      <a:pt x="1" y="9"/>
                    </a:lnTo>
                    <a:lnTo>
                      <a:pt x="9" y="1651"/>
                    </a:lnTo>
                    <a:cubicBezTo>
                      <a:pt x="9" y="2016"/>
                      <a:pt x="313" y="2311"/>
                      <a:pt x="679" y="2311"/>
                    </a:cubicBezTo>
                    <a:lnTo>
                      <a:pt x="1241" y="2311"/>
                    </a:lnTo>
                    <a:cubicBezTo>
                      <a:pt x="1606" y="2302"/>
                      <a:pt x="1901" y="2008"/>
                      <a:pt x="1901" y="1642"/>
                    </a:cubicBezTo>
                    <a:lnTo>
                      <a:pt x="189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Google Shape;1390;p29"/>
              <p:cNvSpPr/>
              <p:nvPr/>
            </p:nvSpPr>
            <p:spPr>
              <a:xfrm>
                <a:off x="5326025" y="1120250"/>
                <a:ext cx="23000" cy="6500"/>
              </a:xfrm>
              <a:custGeom>
                <a:avLst/>
                <a:gdLst/>
                <a:ahLst/>
                <a:cxnLst/>
                <a:rect l="l" t="t" r="r" b="b"/>
                <a:pathLst>
                  <a:path w="920" h="260" extrusionOk="0">
                    <a:moveTo>
                      <a:pt x="0" y="1"/>
                    </a:moveTo>
                    <a:lnTo>
                      <a:pt x="0" y="260"/>
                    </a:lnTo>
                    <a:lnTo>
                      <a:pt x="919" y="260"/>
                    </a:lnTo>
                    <a:lnTo>
                      <a:pt x="91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Google Shape;1391;p29"/>
              <p:cNvSpPr/>
              <p:nvPr/>
            </p:nvSpPr>
            <p:spPr>
              <a:xfrm>
                <a:off x="5297250" y="1072300"/>
                <a:ext cx="40400" cy="43525"/>
              </a:xfrm>
              <a:custGeom>
                <a:avLst/>
                <a:gdLst/>
                <a:ahLst/>
                <a:cxnLst/>
                <a:rect l="l" t="t" r="r" b="b"/>
                <a:pathLst>
                  <a:path w="1616" h="1741" extrusionOk="0">
                    <a:moveTo>
                      <a:pt x="1312" y="295"/>
                    </a:moveTo>
                    <a:lnTo>
                      <a:pt x="1312" y="1446"/>
                    </a:lnTo>
                    <a:lnTo>
                      <a:pt x="509" y="1446"/>
                    </a:lnTo>
                    <a:cubicBezTo>
                      <a:pt x="393" y="1446"/>
                      <a:pt x="304" y="1348"/>
                      <a:pt x="304" y="1241"/>
                    </a:cubicBezTo>
                    <a:lnTo>
                      <a:pt x="304" y="509"/>
                    </a:lnTo>
                    <a:cubicBezTo>
                      <a:pt x="304" y="393"/>
                      <a:pt x="393" y="295"/>
                      <a:pt x="509" y="295"/>
                    </a:cubicBezTo>
                    <a:close/>
                    <a:moveTo>
                      <a:pt x="509" y="1"/>
                    </a:moveTo>
                    <a:cubicBezTo>
                      <a:pt x="232" y="1"/>
                      <a:pt x="0" y="224"/>
                      <a:pt x="0" y="509"/>
                    </a:cubicBezTo>
                    <a:lnTo>
                      <a:pt x="0" y="1241"/>
                    </a:lnTo>
                    <a:cubicBezTo>
                      <a:pt x="0" y="1517"/>
                      <a:pt x="232" y="1740"/>
                      <a:pt x="509" y="1740"/>
                    </a:cubicBezTo>
                    <a:lnTo>
                      <a:pt x="1615" y="1740"/>
                    </a:lnTo>
                    <a:lnTo>
                      <a:pt x="1615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92" name="Google Shape;1392;p29"/>
            <p:cNvGrpSpPr/>
            <p:nvPr/>
          </p:nvGrpSpPr>
          <p:grpSpPr>
            <a:xfrm>
              <a:off x="7565804" y="2778051"/>
              <a:ext cx="1009319" cy="1816776"/>
              <a:chOff x="7062459" y="2881725"/>
              <a:chExt cx="854414" cy="1537946"/>
            </a:xfrm>
          </p:grpSpPr>
          <p:sp>
            <p:nvSpPr>
              <p:cNvPr id="1393" name="Google Shape;1393;p29"/>
              <p:cNvSpPr/>
              <p:nvPr/>
            </p:nvSpPr>
            <p:spPr>
              <a:xfrm>
                <a:off x="7062459" y="3466939"/>
                <a:ext cx="308804" cy="291378"/>
              </a:xfrm>
              <a:custGeom>
                <a:avLst/>
                <a:gdLst/>
                <a:ahLst/>
                <a:cxnLst/>
                <a:rect l="l" t="t" r="r" b="b"/>
                <a:pathLst>
                  <a:path w="4640" h="4378" extrusionOk="0">
                    <a:moveTo>
                      <a:pt x="1133" y="1"/>
                    </a:moveTo>
                    <a:cubicBezTo>
                      <a:pt x="895" y="1"/>
                      <a:pt x="653" y="48"/>
                      <a:pt x="455" y="192"/>
                    </a:cubicBezTo>
                    <a:cubicBezTo>
                      <a:pt x="152" y="415"/>
                      <a:pt x="36" y="826"/>
                      <a:pt x="18" y="1209"/>
                    </a:cubicBezTo>
                    <a:cubicBezTo>
                      <a:pt x="0" y="1540"/>
                      <a:pt x="45" y="1887"/>
                      <a:pt x="170" y="2200"/>
                    </a:cubicBezTo>
                    <a:cubicBezTo>
                      <a:pt x="500" y="3029"/>
                      <a:pt x="1401" y="4037"/>
                      <a:pt x="2284" y="4296"/>
                    </a:cubicBezTo>
                    <a:cubicBezTo>
                      <a:pt x="2471" y="4353"/>
                      <a:pt x="2664" y="4378"/>
                      <a:pt x="2857" y="4378"/>
                    </a:cubicBezTo>
                    <a:cubicBezTo>
                      <a:pt x="3329" y="4378"/>
                      <a:pt x="3808" y="4232"/>
                      <a:pt x="4238" y="4055"/>
                    </a:cubicBezTo>
                    <a:cubicBezTo>
                      <a:pt x="4639" y="3547"/>
                      <a:pt x="4639" y="2806"/>
                      <a:pt x="4363" y="2209"/>
                    </a:cubicBezTo>
                    <a:cubicBezTo>
                      <a:pt x="4095" y="1620"/>
                      <a:pt x="3604" y="1165"/>
                      <a:pt x="3078" y="781"/>
                    </a:cubicBezTo>
                    <a:cubicBezTo>
                      <a:pt x="2534" y="389"/>
                      <a:pt x="1927" y="50"/>
                      <a:pt x="1258" y="5"/>
                    </a:cubicBezTo>
                    <a:cubicBezTo>
                      <a:pt x="1217" y="2"/>
                      <a:pt x="1175" y="1"/>
                      <a:pt x="113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Google Shape;1394;p29"/>
              <p:cNvSpPr/>
              <p:nvPr/>
            </p:nvSpPr>
            <p:spPr>
              <a:xfrm>
                <a:off x="7574258" y="3216162"/>
                <a:ext cx="291567" cy="377034"/>
              </a:xfrm>
              <a:custGeom>
                <a:avLst/>
                <a:gdLst/>
                <a:ahLst/>
                <a:cxnLst/>
                <a:rect l="l" t="t" r="r" b="b"/>
                <a:pathLst>
                  <a:path w="4381" h="5665" extrusionOk="0">
                    <a:moveTo>
                      <a:pt x="2908" y="1"/>
                    </a:moveTo>
                    <a:cubicBezTo>
                      <a:pt x="2556" y="1"/>
                      <a:pt x="2195" y="139"/>
                      <a:pt x="1909" y="347"/>
                    </a:cubicBezTo>
                    <a:cubicBezTo>
                      <a:pt x="910" y="1079"/>
                      <a:pt x="250" y="2355"/>
                      <a:pt x="98" y="3541"/>
                    </a:cubicBezTo>
                    <a:cubicBezTo>
                      <a:pt x="0" y="4317"/>
                      <a:pt x="223" y="5165"/>
                      <a:pt x="839" y="5655"/>
                    </a:cubicBezTo>
                    <a:cubicBezTo>
                      <a:pt x="895" y="5661"/>
                      <a:pt x="950" y="5664"/>
                      <a:pt x="1005" y="5664"/>
                    </a:cubicBezTo>
                    <a:cubicBezTo>
                      <a:pt x="1596" y="5664"/>
                      <a:pt x="2118" y="5323"/>
                      <a:pt x="2543" y="4915"/>
                    </a:cubicBezTo>
                    <a:cubicBezTo>
                      <a:pt x="3301" y="4175"/>
                      <a:pt x="4050" y="3256"/>
                      <a:pt x="4238" y="2194"/>
                    </a:cubicBezTo>
                    <a:cubicBezTo>
                      <a:pt x="4381" y="1382"/>
                      <a:pt x="4122" y="276"/>
                      <a:pt x="3203" y="35"/>
                    </a:cubicBezTo>
                    <a:cubicBezTo>
                      <a:pt x="3107" y="12"/>
                      <a:pt x="3008" y="1"/>
                      <a:pt x="290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Google Shape;1395;p29"/>
              <p:cNvSpPr/>
              <p:nvPr/>
            </p:nvSpPr>
            <p:spPr>
              <a:xfrm>
                <a:off x="7450734" y="2881725"/>
                <a:ext cx="304078" cy="436068"/>
              </a:xfrm>
              <a:custGeom>
                <a:avLst/>
                <a:gdLst/>
                <a:ahLst/>
                <a:cxnLst/>
                <a:rect l="l" t="t" r="r" b="b"/>
                <a:pathLst>
                  <a:path w="4569" h="6552" extrusionOk="0">
                    <a:moveTo>
                      <a:pt x="3276" y="1"/>
                    </a:moveTo>
                    <a:cubicBezTo>
                      <a:pt x="3070" y="1"/>
                      <a:pt x="2857" y="45"/>
                      <a:pt x="2668" y="118"/>
                    </a:cubicBezTo>
                    <a:cubicBezTo>
                      <a:pt x="1856" y="448"/>
                      <a:pt x="1116" y="1215"/>
                      <a:pt x="723" y="1911"/>
                    </a:cubicBezTo>
                    <a:cubicBezTo>
                      <a:pt x="1" y="3205"/>
                      <a:pt x="45" y="4784"/>
                      <a:pt x="652" y="6042"/>
                    </a:cubicBezTo>
                    <a:cubicBezTo>
                      <a:pt x="759" y="6265"/>
                      <a:pt x="1098" y="6479"/>
                      <a:pt x="1357" y="6550"/>
                    </a:cubicBezTo>
                    <a:cubicBezTo>
                      <a:pt x="1382" y="6551"/>
                      <a:pt x="1408" y="6551"/>
                      <a:pt x="1433" y="6551"/>
                    </a:cubicBezTo>
                    <a:cubicBezTo>
                      <a:pt x="2072" y="6551"/>
                      <a:pt x="2544" y="6336"/>
                      <a:pt x="2802" y="6104"/>
                    </a:cubicBezTo>
                    <a:cubicBezTo>
                      <a:pt x="2927" y="5997"/>
                      <a:pt x="3043" y="5881"/>
                      <a:pt x="3150" y="5756"/>
                    </a:cubicBezTo>
                    <a:cubicBezTo>
                      <a:pt x="3864" y="4971"/>
                      <a:pt x="4310" y="3999"/>
                      <a:pt x="4470" y="3008"/>
                    </a:cubicBezTo>
                    <a:cubicBezTo>
                      <a:pt x="4559" y="2518"/>
                      <a:pt x="4568" y="2009"/>
                      <a:pt x="4488" y="1519"/>
                    </a:cubicBezTo>
                    <a:cubicBezTo>
                      <a:pt x="4417" y="1073"/>
                      <a:pt x="4310" y="457"/>
                      <a:pt x="3881" y="172"/>
                    </a:cubicBezTo>
                    <a:cubicBezTo>
                      <a:pt x="3711" y="51"/>
                      <a:pt x="3497" y="1"/>
                      <a:pt x="327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Google Shape;1396;p29"/>
              <p:cNvSpPr/>
              <p:nvPr/>
            </p:nvSpPr>
            <p:spPr>
              <a:xfrm>
                <a:off x="7662709" y="3522978"/>
                <a:ext cx="254164" cy="221761"/>
              </a:xfrm>
              <a:custGeom>
                <a:avLst/>
                <a:gdLst/>
                <a:ahLst/>
                <a:cxnLst/>
                <a:rect l="l" t="t" r="r" b="b"/>
                <a:pathLst>
                  <a:path w="3819" h="3332" extrusionOk="0">
                    <a:moveTo>
                      <a:pt x="2849" y="0"/>
                    </a:moveTo>
                    <a:cubicBezTo>
                      <a:pt x="2416" y="0"/>
                      <a:pt x="1937" y="147"/>
                      <a:pt x="1580" y="341"/>
                    </a:cubicBezTo>
                    <a:cubicBezTo>
                      <a:pt x="768" y="796"/>
                      <a:pt x="206" y="1670"/>
                      <a:pt x="36" y="2562"/>
                    </a:cubicBezTo>
                    <a:cubicBezTo>
                      <a:pt x="1" y="2714"/>
                      <a:pt x="81" y="2946"/>
                      <a:pt x="179" y="3071"/>
                    </a:cubicBezTo>
                    <a:cubicBezTo>
                      <a:pt x="438" y="3264"/>
                      <a:pt x="696" y="3331"/>
                      <a:pt x="899" y="3331"/>
                    </a:cubicBezTo>
                    <a:cubicBezTo>
                      <a:pt x="948" y="3331"/>
                      <a:pt x="994" y="3327"/>
                      <a:pt x="1035" y="3320"/>
                    </a:cubicBezTo>
                    <a:cubicBezTo>
                      <a:pt x="1133" y="3302"/>
                      <a:pt x="1232" y="3276"/>
                      <a:pt x="1321" y="3249"/>
                    </a:cubicBezTo>
                    <a:cubicBezTo>
                      <a:pt x="1954" y="3062"/>
                      <a:pt x="2525" y="2678"/>
                      <a:pt x="2962" y="2196"/>
                    </a:cubicBezTo>
                    <a:cubicBezTo>
                      <a:pt x="3185" y="1964"/>
                      <a:pt x="3373" y="1688"/>
                      <a:pt x="3515" y="1402"/>
                    </a:cubicBezTo>
                    <a:cubicBezTo>
                      <a:pt x="3649" y="1135"/>
                      <a:pt x="3819" y="760"/>
                      <a:pt x="3721" y="466"/>
                    </a:cubicBezTo>
                    <a:cubicBezTo>
                      <a:pt x="3649" y="225"/>
                      <a:pt x="3408" y="73"/>
                      <a:pt x="3159" y="28"/>
                    </a:cubicBezTo>
                    <a:cubicBezTo>
                      <a:pt x="3060" y="9"/>
                      <a:pt x="2956" y="0"/>
                      <a:pt x="284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Google Shape;1397;p29"/>
              <p:cNvSpPr/>
              <p:nvPr/>
            </p:nvSpPr>
            <p:spPr>
              <a:xfrm>
                <a:off x="7119429" y="3126845"/>
                <a:ext cx="328437" cy="353873"/>
              </a:xfrm>
              <a:custGeom>
                <a:avLst/>
                <a:gdLst/>
                <a:ahLst/>
                <a:cxnLst/>
                <a:rect l="l" t="t" r="r" b="b"/>
                <a:pathLst>
                  <a:path w="4935" h="5317" extrusionOk="0">
                    <a:moveTo>
                      <a:pt x="1509" y="0"/>
                    </a:moveTo>
                    <a:cubicBezTo>
                      <a:pt x="1046" y="0"/>
                      <a:pt x="605" y="152"/>
                      <a:pt x="304" y="539"/>
                    </a:cubicBezTo>
                    <a:cubicBezTo>
                      <a:pt x="1" y="940"/>
                      <a:pt x="81" y="1520"/>
                      <a:pt x="242" y="2002"/>
                    </a:cubicBezTo>
                    <a:cubicBezTo>
                      <a:pt x="652" y="3206"/>
                      <a:pt x="1482" y="4268"/>
                      <a:pt x="2570" y="4955"/>
                    </a:cubicBezTo>
                    <a:cubicBezTo>
                      <a:pt x="2894" y="5160"/>
                      <a:pt x="3306" y="5316"/>
                      <a:pt x="3695" y="5316"/>
                    </a:cubicBezTo>
                    <a:cubicBezTo>
                      <a:pt x="4067" y="5316"/>
                      <a:pt x="4418" y="5173"/>
                      <a:pt x="4649" y="4794"/>
                    </a:cubicBezTo>
                    <a:cubicBezTo>
                      <a:pt x="4934" y="4312"/>
                      <a:pt x="4738" y="3554"/>
                      <a:pt x="4622" y="3037"/>
                    </a:cubicBezTo>
                    <a:cubicBezTo>
                      <a:pt x="4488" y="2430"/>
                      <a:pt x="4256" y="1841"/>
                      <a:pt x="3899" y="1342"/>
                    </a:cubicBezTo>
                    <a:cubicBezTo>
                      <a:pt x="3667" y="1011"/>
                      <a:pt x="3382" y="717"/>
                      <a:pt x="3034" y="485"/>
                    </a:cubicBezTo>
                    <a:cubicBezTo>
                      <a:pt x="2621" y="206"/>
                      <a:pt x="2050" y="0"/>
                      <a:pt x="150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Google Shape;1398;p29"/>
              <p:cNvSpPr/>
              <p:nvPr/>
            </p:nvSpPr>
            <p:spPr>
              <a:xfrm>
                <a:off x="7236431" y="3197127"/>
                <a:ext cx="227410" cy="732105"/>
              </a:xfrm>
              <a:custGeom>
                <a:avLst/>
                <a:gdLst/>
                <a:ahLst/>
                <a:cxnLst/>
                <a:rect l="l" t="t" r="r" b="b"/>
                <a:pathLst>
                  <a:path w="3417" h="11000" extrusionOk="0">
                    <a:moveTo>
                      <a:pt x="72" y="0"/>
                    </a:moveTo>
                    <a:lnTo>
                      <a:pt x="0" y="89"/>
                    </a:lnTo>
                    <a:cubicBezTo>
                      <a:pt x="1445" y="1258"/>
                      <a:pt x="2382" y="3649"/>
                      <a:pt x="2775" y="5486"/>
                    </a:cubicBezTo>
                    <a:cubicBezTo>
                      <a:pt x="3167" y="7297"/>
                      <a:pt x="3239" y="9180"/>
                      <a:pt x="3310" y="11000"/>
                    </a:cubicBezTo>
                    <a:lnTo>
                      <a:pt x="3417" y="11000"/>
                    </a:lnTo>
                    <a:cubicBezTo>
                      <a:pt x="3355" y="9171"/>
                      <a:pt x="3274" y="7280"/>
                      <a:pt x="2891" y="5460"/>
                    </a:cubicBezTo>
                    <a:cubicBezTo>
                      <a:pt x="2489" y="3604"/>
                      <a:pt x="1544" y="1195"/>
                      <a:pt x="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Google Shape;1399;p29"/>
              <p:cNvSpPr/>
              <p:nvPr/>
            </p:nvSpPr>
            <p:spPr>
              <a:xfrm>
                <a:off x="7537454" y="3340219"/>
                <a:ext cx="214366" cy="689976"/>
              </a:xfrm>
              <a:custGeom>
                <a:avLst/>
                <a:gdLst/>
                <a:ahLst/>
                <a:cxnLst/>
                <a:rect l="l" t="t" r="r" b="b"/>
                <a:pathLst>
                  <a:path w="3221" h="10367" extrusionOk="0">
                    <a:moveTo>
                      <a:pt x="3131" y="0"/>
                    </a:moveTo>
                    <a:cubicBezTo>
                      <a:pt x="1695" y="1972"/>
                      <a:pt x="27" y="5861"/>
                      <a:pt x="0" y="10366"/>
                    </a:cubicBezTo>
                    <a:lnTo>
                      <a:pt x="116" y="10366"/>
                    </a:lnTo>
                    <a:cubicBezTo>
                      <a:pt x="134" y="5888"/>
                      <a:pt x="1802" y="2016"/>
                      <a:pt x="3221" y="62"/>
                    </a:cubicBezTo>
                    <a:lnTo>
                      <a:pt x="313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Google Shape;1400;p29"/>
              <p:cNvSpPr/>
              <p:nvPr/>
            </p:nvSpPr>
            <p:spPr>
              <a:xfrm>
                <a:off x="7501249" y="2963188"/>
                <a:ext cx="150276" cy="1042651"/>
              </a:xfrm>
              <a:custGeom>
                <a:avLst/>
                <a:gdLst/>
                <a:ahLst/>
                <a:cxnLst/>
                <a:rect l="l" t="t" r="r" b="b"/>
                <a:pathLst>
                  <a:path w="2258" h="15666" extrusionOk="0">
                    <a:moveTo>
                      <a:pt x="2159" y="0"/>
                    </a:moveTo>
                    <a:cubicBezTo>
                      <a:pt x="0" y="4568"/>
                      <a:pt x="36" y="9251"/>
                      <a:pt x="80" y="14684"/>
                    </a:cubicBezTo>
                    <a:lnTo>
                      <a:pt x="89" y="15665"/>
                    </a:lnTo>
                    <a:lnTo>
                      <a:pt x="205" y="15665"/>
                    </a:lnTo>
                    <a:lnTo>
                      <a:pt x="196" y="14684"/>
                    </a:lnTo>
                    <a:cubicBezTo>
                      <a:pt x="152" y="9269"/>
                      <a:pt x="116" y="4586"/>
                      <a:pt x="2257" y="45"/>
                    </a:cubicBezTo>
                    <a:lnTo>
                      <a:pt x="215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Google Shape;1401;p29"/>
              <p:cNvSpPr/>
              <p:nvPr/>
            </p:nvSpPr>
            <p:spPr>
              <a:xfrm>
                <a:off x="7148513" y="3554525"/>
                <a:ext cx="281517" cy="467948"/>
              </a:xfrm>
              <a:custGeom>
                <a:avLst/>
                <a:gdLst/>
                <a:ahLst/>
                <a:cxnLst/>
                <a:rect l="l" t="t" r="r" b="b"/>
                <a:pathLst>
                  <a:path w="4230" h="7031" extrusionOk="0">
                    <a:moveTo>
                      <a:pt x="54" y="0"/>
                    </a:moveTo>
                    <a:lnTo>
                      <a:pt x="1" y="99"/>
                    </a:lnTo>
                    <a:cubicBezTo>
                      <a:pt x="2508" y="1374"/>
                      <a:pt x="4114" y="4229"/>
                      <a:pt x="3908" y="7021"/>
                    </a:cubicBezTo>
                    <a:lnTo>
                      <a:pt x="4024" y="7030"/>
                    </a:lnTo>
                    <a:cubicBezTo>
                      <a:pt x="4229" y="4193"/>
                      <a:pt x="2597" y="1303"/>
                      <a:pt x="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Google Shape;1402;p29"/>
              <p:cNvSpPr/>
              <p:nvPr/>
            </p:nvSpPr>
            <p:spPr>
              <a:xfrm>
                <a:off x="7546372" y="3604973"/>
                <a:ext cx="255894" cy="464953"/>
              </a:xfrm>
              <a:custGeom>
                <a:avLst/>
                <a:gdLst/>
                <a:ahLst/>
                <a:cxnLst/>
                <a:rect l="l" t="t" r="r" b="b"/>
                <a:pathLst>
                  <a:path w="3845" h="6986" extrusionOk="0">
                    <a:moveTo>
                      <a:pt x="3800" y="1"/>
                    </a:moveTo>
                    <a:cubicBezTo>
                      <a:pt x="1240" y="1214"/>
                      <a:pt x="152" y="4515"/>
                      <a:pt x="0" y="6977"/>
                    </a:cubicBezTo>
                    <a:lnTo>
                      <a:pt x="116" y="6986"/>
                    </a:lnTo>
                    <a:cubicBezTo>
                      <a:pt x="268" y="4550"/>
                      <a:pt x="1338" y="1294"/>
                      <a:pt x="3845" y="99"/>
                    </a:cubicBezTo>
                    <a:lnTo>
                      <a:pt x="3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29"/>
              <p:cNvSpPr/>
              <p:nvPr/>
            </p:nvSpPr>
            <p:spPr>
              <a:xfrm>
                <a:off x="7277361" y="3878113"/>
                <a:ext cx="476849" cy="541558"/>
              </a:xfrm>
              <a:custGeom>
                <a:avLst/>
                <a:gdLst/>
                <a:ahLst/>
                <a:cxnLst/>
                <a:rect l="l" t="t" r="r" b="b"/>
                <a:pathLst>
                  <a:path w="7165" h="8137" extrusionOk="0">
                    <a:moveTo>
                      <a:pt x="1" y="0"/>
                    </a:moveTo>
                    <a:lnTo>
                      <a:pt x="1" y="2043"/>
                    </a:lnTo>
                    <a:cubicBezTo>
                      <a:pt x="1" y="7342"/>
                      <a:pt x="1705" y="8136"/>
                      <a:pt x="1705" y="8136"/>
                    </a:cubicBezTo>
                    <a:lnTo>
                      <a:pt x="5460" y="8136"/>
                    </a:lnTo>
                    <a:cubicBezTo>
                      <a:pt x="5460" y="8136"/>
                      <a:pt x="7164" y="7342"/>
                      <a:pt x="7164" y="2043"/>
                    </a:cubicBezTo>
                    <a:lnTo>
                      <a:pt x="716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04" name="Google Shape;1404;p29"/>
            <p:cNvGrpSpPr/>
            <p:nvPr/>
          </p:nvGrpSpPr>
          <p:grpSpPr>
            <a:xfrm>
              <a:off x="6538214" y="4628582"/>
              <a:ext cx="830058" cy="159799"/>
              <a:chOff x="6538214" y="4628582"/>
              <a:chExt cx="830058" cy="159799"/>
            </a:xfrm>
          </p:grpSpPr>
          <p:sp>
            <p:nvSpPr>
              <p:cNvPr id="1405" name="Google Shape;1405;p29"/>
              <p:cNvSpPr/>
              <p:nvPr/>
            </p:nvSpPr>
            <p:spPr>
              <a:xfrm>
                <a:off x="6538214" y="4718830"/>
                <a:ext cx="343211" cy="51114"/>
              </a:xfrm>
              <a:custGeom>
                <a:avLst/>
                <a:gdLst/>
                <a:ahLst/>
                <a:cxnLst/>
                <a:rect l="l" t="t" r="r" b="b"/>
                <a:pathLst>
                  <a:path w="5157" h="768" extrusionOk="0">
                    <a:moveTo>
                      <a:pt x="0" y="1"/>
                    </a:moveTo>
                    <a:lnTo>
                      <a:pt x="0" y="768"/>
                    </a:lnTo>
                    <a:lnTo>
                      <a:pt x="5156" y="768"/>
                    </a:lnTo>
                    <a:lnTo>
                      <a:pt x="515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Google Shape;1406;p29"/>
              <p:cNvSpPr/>
              <p:nvPr/>
            </p:nvSpPr>
            <p:spPr>
              <a:xfrm>
                <a:off x="6577347" y="4718830"/>
                <a:ext cx="18502" cy="5111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768" extrusionOk="0">
                    <a:moveTo>
                      <a:pt x="1" y="1"/>
                    </a:moveTo>
                    <a:lnTo>
                      <a:pt x="1" y="768"/>
                    </a:lnTo>
                    <a:lnTo>
                      <a:pt x="277" y="768"/>
                    </a:lnTo>
                    <a:lnTo>
                      <a:pt x="27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Google Shape;1407;p29"/>
              <p:cNvSpPr/>
              <p:nvPr/>
            </p:nvSpPr>
            <p:spPr>
              <a:xfrm>
                <a:off x="6839237" y="4718830"/>
                <a:ext cx="18435" cy="51114"/>
              </a:xfrm>
              <a:custGeom>
                <a:avLst/>
                <a:gdLst/>
                <a:ahLst/>
                <a:cxnLst/>
                <a:rect l="l" t="t" r="r" b="b"/>
                <a:pathLst>
                  <a:path w="277" h="768" extrusionOk="0">
                    <a:moveTo>
                      <a:pt x="0" y="1"/>
                    </a:moveTo>
                    <a:lnTo>
                      <a:pt x="0" y="768"/>
                    </a:lnTo>
                    <a:lnTo>
                      <a:pt x="277" y="768"/>
                    </a:lnTo>
                    <a:lnTo>
                      <a:pt x="27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29"/>
              <p:cNvSpPr/>
              <p:nvPr/>
            </p:nvSpPr>
            <p:spPr>
              <a:xfrm>
                <a:off x="6608827" y="4718830"/>
                <a:ext cx="8985" cy="51114"/>
              </a:xfrm>
              <a:custGeom>
                <a:avLst/>
                <a:gdLst/>
                <a:ahLst/>
                <a:cxnLst/>
                <a:rect l="l" t="t" r="r" b="b"/>
                <a:pathLst>
                  <a:path w="135" h="768" extrusionOk="0">
                    <a:moveTo>
                      <a:pt x="1" y="1"/>
                    </a:moveTo>
                    <a:lnTo>
                      <a:pt x="1" y="768"/>
                    </a:lnTo>
                    <a:lnTo>
                      <a:pt x="134" y="768"/>
                    </a:lnTo>
                    <a:lnTo>
                      <a:pt x="13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29"/>
              <p:cNvSpPr/>
              <p:nvPr/>
            </p:nvSpPr>
            <p:spPr>
              <a:xfrm>
                <a:off x="6881366" y="4648748"/>
                <a:ext cx="137830" cy="121197"/>
              </a:xfrm>
              <a:custGeom>
                <a:avLst/>
                <a:gdLst/>
                <a:ahLst/>
                <a:cxnLst/>
                <a:rect l="l" t="t" r="r" b="b"/>
                <a:pathLst>
                  <a:path w="2071" h="1821" extrusionOk="0">
                    <a:moveTo>
                      <a:pt x="2070" y="1"/>
                    </a:moveTo>
                    <a:lnTo>
                      <a:pt x="0" y="1054"/>
                    </a:lnTo>
                    <a:lnTo>
                      <a:pt x="0" y="1821"/>
                    </a:lnTo>
                    <a:lnTo>
                      <a:pt x="2070" y="768"/>
                    </a:lnTo>
                    <a:lnTo>
                      <a:pt x="207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29"/>
              <p:cNvSpPr/>
              <p:nvPr/>
            </p:nvSpPr>
            <p:spPr>
              <a:xfrm>
                <a:off x="6881366" y="4661260"/>
                <a:ext cx="137830" cy="96239"/>
              </a:xfrm>
              <a:custGeom>
                <a:avLst/>
                <a:gdLst/>
                <a:ahLst/>
                <a:cxnLst/>
                <a:rect l="l" t="t" r="r" b="b"/>
                <a:pathLst>
                  <a:path w="2071" h="1446" extrusionOk="0">
                    <a:moveTo>
                      <a:pt x="2070" y="0"/>
                    </a:moveTo>
                    <a:lnTo>
                      <a:pt x="0" y="1053"/>
                    </a:lnTo>
                    <a:lnTo>
                      <a:pt x="0" y="1445"/>
                    </a:lnTo>
                    <a:lnTo>
                      <a:pt x="2070" y="393"/>
                    </a:lnTo>
                    <a:lnTo>
                      <a:pt x="207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Google Shape;1411;p29"/>
              <p:cNvSpPr/>
              <p:nvPr/>
            </p:nvSpPr>
            <p:spPr>
              <a:xfrm>
                <a:off x="6538214" y="4648748"/>
                <a:ext cx="480975" cy="70149"/>
              </a:xfrm>
              <a:custGeom>
                <a:avLst/>
                <a:gdLst/>
                <a:ahLst/>
                <a:cxnLst/>
                <a:rect l="l" t="t" r="r" b="b"/>
                <a:pathLst>
                  <a:path w="7227" h="1054" extrusionOk="0">
                    <a:moveTo>
                      <a:pt x="2070" y="1"/>
                    </a:moveTo>
                    <a:lnTo>
                      <a:pt x="0" y="1054"/>
                    </a:lnTo>
                    <a:lnTo>
                      <a:pt x="5156" y="1054"/>
                    </a:lnTo>
                    <a:lnTo>
                      <a:pt x="722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Google Shape;1412;p29"/>
              <p:cNvSpPr/>
              <p:nvPr/>
            </p:nvSpPr>
            <p:spPr>
              <a:xfrm>
                <a:off x="6809487" y="4659463"/>
                <a:ext cx="156265" cy="48186"/>
              </a:xfrm>
              <a:custGeom>
                <a:avLst/>
                <a:gdLst/>
                <a:ahLst/>
                <a:cxnLst/>
                <a:rect l="l" t="t" r="r" b="b"/>
                <a:pathLst>
                  <a:path w="2348" h="724" extrusionOk="0">
                    <a:moveTo>
                      <a:pt x="1411" y="0"/>
                    </a:moveTo>
                    <a:lnTo>
                      <a:pt x="1" y="723"/>
                    </a:lnTo>
                    <a:lnTo>
                      <a:pt x="929" y="723"/>
                    </a:lnTo>
                    <a:lnTo>
                      <a:pt x="234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Google Shape;1413;p29"/>
              <p:cNvSpPr/>
              <p:nvPr/>
            </p:nvSpPr>
            <p:spPr>
              <a:xfrm>
                <a:off x="6762633" y="4659463"/>
                <a:ext cx="113472" cy="48186"/>
              </a:xfrm>
              <a:custGeom>
                <a:avLst/>
                <a:gdLst/>
                <a:ahLst/>
                <a:cxnLst/>
                <a:rect l="l" t="t" r="r" b="b"/>
                <a:pathLst>
                  <a:path w="1705" h="724" extrusionOk="0">
                    <a:moveTo>
                      <a:pt x="1410" y="0"/>
                    </a:moveTo>
                    <a:lnTo>
                      <a:pt x="0" y="723"/>
                    </a:lnTo>
                    <a:lnTo>
                      <a:pt x="286" y="723"/>
                    </a:lnTo>
                    <a:lnTo>
                      <a:pt x="170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29"/>
              <p:cNvSpPr/>
              <p:nvPr/>
            </p:nvSpPr>
            <p:spPr>
              <a:xfrm>
                <a:off x="6931215" y="4692741"/>
                <a:ext cx="311798" cy="95640"/>
              </a:xfrm>
              <a:custGeom>
                <a:avLst/>
                <a:gdLst/>
                <a:ahLst/>
                <a:cxnLst/>
                <a:rect l="l" t="t" r="r" b="b"/>
                <a:pathLst>
                  <a:path w="4685" h="1437" extrusionOk="0">
                    <a:moveTo>
                      <a:pt x="1" y="0"/>
                    </a:moveTo>
                    <a:lnTo>
                      <a:pt x="1" y="1436"/>
                    </a:lnTo>
                    <a:lnTo>
                      <a:pt x="4684" y="1436"/>
                    </a:lnTo>
                    <a:lnTo>
                      <a:pt x="468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29"/>
              <p:cNvSpPr/>
              <p:nvPr/>
            </p:nvSpPr>
            <p:spPr>
              <a:xfrm>
                <a:off x="7204352" y="4692741"/>
                <a:ext cx="16705" cy="95640"/>
              </a:xfrm>
              <a:custGeom>
                <a:avLst/>
                <a:gdLst/>
                <a:ahLst/>
                <a:cxnLst/>
                <a:rect l="l" t="t" r="r" b="b"/>
                <a:pathLst>
                  <a:path w="251" h="1437" extrusionOk="0">
                    <a:moveTo>
                      <a:pt x="0" y="0"/>
                    </a:moveTo>
                    <a:lnTo>
                      <a:pt x="0" y="1436"/>
                    </a:lnTo>
                    <a:lnTo>
                      <a:pt x="250" y="1436"/>
                    </a:lnTo>
                    <a:lnTo>
                      <a:pt x="25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29"/>
              <p:cNvSpPr/>
              <p:nvPr/>
            </p:nvSpPr>
            <p:spPr>
              <a:xfrm>
                <a:off x="6995373" y="4692741"/>
                <a:ext cx="8386" cy="95640"/>
              </a:xfrm>
              <a:custGeom>
                <a:avLst/>
                <a:gdLst/>
                <a:ahLst/>
                <a:cxnLst/>
                <a:rect l="l" t="t" r="r" b="b"/>
                <a:pathLst>
                  <a:path w="126" h="1437" extrusionOk="0">
                    <a:moveTo>
                      <a:pt x="0" y="0"/>
                    </a:moveTo>
                    <a:lnTo>
                      <a:pt x="0" y="1436"/>
                    </a:lnTo>
                    <a:lnTo>
                      <a:pt x="125" y="1436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29"/>
              <p:cNvSpPr/>
              <p:nvPr/>
            </p:nvSpPr>
            <p:spPr>
              <a:xfrm>
                <a:off x="7242953" y="4628582"/>
                <a:ext cx="125318" cy="159799"/>
              </a:xfrm>
              <a:custGeom>
                <a:avLst/>
                <a:gdLst/>
                <a:ahLst/>
                <a:cxnLst/>
                <a:rect l="l" t="t" r="r" b="b"/>
                <a:pathLst>
                  <a:path w="1883" h="2401" extrusionOk="0">
                    <a:moveTo>
                      <a:pt x="1883" y="1"/>
                    </a:moveTo>
                    <a:lnTo>
                      <a:pt x="0" y="964"/>
                    </a:lnTo>
                    <a:lnTo>
                      <a:pt x="0" y="2400"/>
                    </a:lnTo>
                    <a:lnTo>
                      <a:pt x="1883" y="1446"/>
                    </a:lnTo>
                    <a:lnTo>
                      <a:pt x="188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Google Shape;1418;p29"/>
              <p:cNvSpPr/>
              <p:nvPr/>
            </p:nvSpPr>
            <p:spPr>
              <a:xfrm>
                <a:off x="7242953" y="4640429"/>
                <a:ext cx="125318" cy="136637"/>
              </a:xfrm>
              <a:custGeom>
                <a:avLst/>
                <a:gdLst/>
                <a:ahLst/>
                <a:cxnLst/>
                <a:rect l="l" t="t" r="r" b="b"/>
                <a:pathLst>
                  <a:path w="1883" h="2053" extrusionOk="0">
                    <a:moveTo>
                      <a:pt x="1883" y="1"/>
                    </a:moveTo>
                    <a:lnTo>
                      <a:pt x="0" y="956"/>
                    </a:lnTo>
                    <a:lnTo>
                      <a:pt x="0" y="2053"/>
                    </a:lnTo>
                    <a:lnTo>
                      <a:pt x="1883" y="1089"/>
                    </a:lnTo>
                    <a:lnTo>
                      <a:pt x="188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Google Shape;1419;p29"/>
              <p:cNvSpPr/>
              <p:nvPr/>
            </p:nvSpPr>
            <p:spPr>
              <a:xfrm>
                <a:off x="6931215" y="4628582"/>
                <a:ext cx="437050" cy="64226"/>
              </a:xfrm>
              <a:custGeom>
                <a:avLst/>
                <a:gdLst/>
                <a:ahLst/>
                <a:cxnLst/>
                <a:rect l="l" t="t" r="r" b="b"/>
                <a:pathLst>
                  <a:path w="6567" h="965" extrusionOk="0">
                    <a:moveTo>
                      <a:pt x="1883" y="1"/>
                    </a:moveTo>
                    <a:lnTo>
                      <a:pt x="1" y="964"/>
                    </a:lnTo>
                    <a:lnTo>
                      <a:pt x="4684" y="964"/>
                    </a:lnTo>
                    <a:lnTo>
                      <a:pt x="656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Google Shape;1420;p29"/>
              <p:cNvSpPr/>
              <p:nvPr/>
            </p:nvSpPr>
            <p:spPr>
              <a:xfrm>
                <a:off x="7003692" y="4638698"/>
                <a:ext cx="145484" cy="43993"/>
              </a:xfrm>
              <a:custGeom>
                <a:avLst/>
                <a:gdLst/>
                <a:ahLst/>
                <a:cxnLst/>
                <a:rect l="l" t="t" r="r" b="b"/>
                <a:pathLst>
                  <a:path w="2186" h="661" extrusionOk="0">
                    <a:moveTo>
                      <a:pt x="1285" y="0"/>
                    </a:moveTo>
                    <a:lnTo>
                      <a:pt x="0" y="660"/>
                    </a:lnTo>
                    <a:lnTo>
                      <a:pt x="901" y="660"/>
                    </a:lnTo>
                    <a:lnTo>
                      <a:pt x="218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21" name="Google Shape;1421;p29"/>
            <p:cNvGrpSpPr/>
            <p:nvPr/>
          </p:nvGrpSpPr>
          <p:grpSpPr>
            <a:xfrm>
              <a:off x="6268844" y="4687811"/>
              <a:ext cx="202130" cy="157871"/>
              <a:chOff x="6209238" y="4667184"/>
              <a:chExt cx="171108" cy="133642"/>
            </a:xfrm>
          </p:grpSpPr>
          <p:sp>
            <p:nvSpPr>
              <p:cNvPr id="1422" name="Google Shape;1422;p29"/>
              <p:cNvSpPr/>
              <p:nvPr/>
            </p:nvSpPr>
            <p:spPr>
              <a:xfrm>
                <a:off x="6209238" y="4667184"/>
                <a:ext cx="133105" cy="125323"/>
              </a:xfrm>
              <a:custGeom>
                <a:avLst/>
                <a:gdLst/>
                <a:ahLst/>
                <a:cxnLst/>
                <a:rect l="l" t="t" r="r" b="b"/>
                <a:pathLst>
                  <a:path w="2000" h="1883" extrusionOk="0">
                    <a:moveTo>
                      <a:pt x="10" y="0"/>
                    </a:moveTo>
                    <a:lnTo>
                      <a:pt x="10" y="1330"/>
                    </a:lnTo>
                    <a:cubicBezTo>
                      <a:pt x="1" y="1633"/>
                      <a:pt x="251" y="1874"/>
                      <a:pt x="545" y="1883"/>
                    </a:cubicBezTo>
                    <a:lnTo>
                      <a:pt x="1446" y="1883"/>
                    </a:lnTo>
                    <a:cubicBezTo>
                      <a:pt x="1749" y="1883"/>
                      <a:pt x="1999" y="1642"/>
                      <a:pt x="1999" y="1339"/>
                    </a:cubicBezTo>
                    <a:lnTo>
                      <a:pt x="199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6235992" y="4786516"/>
                <a:ext cx="80196" cy="14309"/>
              </a:xfrm>
              <a:custGeom>
                <a:avLst/>
                <a:gdLst/>
                <a:ahLst/>
                <a:cxnLst/>
                <a:rect l="l" t="t" r="r" b="b"/>
                <a:pathLst>
                  <a:path w="1205" h="215" extrusionOk="0">
                    <a:moveTo>
                      <a:pt x="0" y="1"/>
                    </a:moveTo>
                    <a:lnTo>
                      <a:pt x="0" y="215"/>
                    </a:lnTo>
                    <a:lnTo>
                      <a:pt x="1205" y="215"/>
                    </a:lnTo>
                    <a:lnTo>
                      <a:pt x="1205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6289435" y="4680827"/>
                <a:ext cx="90911" cy="98036"/>
              </a:xfrm>
              <a:custGeom>
                <a:avLst/>
                <a:gdLst/>
                <a:ahLst/>
                <a:cxnLst/>
                <a:rect l="l" t="t" r="r" b="b"/>
                <a:pathLst>
                  <a:path w="1366" h="1473" extrusionOk="0">
                    <a:moveTo>
                      <a:pt x="928" y="295"/>
                    </a:moveTo>
                    <a:cubicBezTo>
                      <a:pt x="999" y="295"/>
                      <a:pt x="1062" y="357"/>
                      <a:pt x="1062" y="438"/>
                    </a:cubicBezTo>
                    <a:lnTo>
                      <a:pt x="1062" y="1035"/>
                    </a:lnTo>
                    <a:cubicBezTo>
                      <a:pt x="1062" y="1107"/>
                      <a:pt x="999" y="1169"/>
                      <a:pt x="928" y="1169"/>
                    </a:cubicBezTo>
                    <a:lnTo>
                      <a:pt x="295" y="1169"/>
                    </a:lnTo>
                    <a:lnTo>
                      <a:pt x="295" y="295"/>
                    </a:lnTo>
                    <a:close/>
                    <a:moveTo>
                      <a:pt x="0" y="1"/>
                    </a:moveTo>
                    <a:lnTo>
                      <a:pt x="0" y="1473"/>
                    </a:lnTo>
                    <a:lnTo>
                      <a:pt x="928" y="1473"/>
                    </a:lnTo>
                    <a:cubicBezTo>
                      <a:pt x="1169" y="1473"/>
                      <a:pt x="1365" y="1276"/>
                      <a:pt x="1365" y="1035"/>
                    </a:cubicBezTo>
                    <a:lnTo>
                      <a:pt x="1365" y="438"/>
                    </a:lnTo>
                    <a:cubicBezTo>
                      <a:pt x="1365" y="197"/>
                      <a:pt x="1169" y="1"/>
                      <a:pt x="92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25" name="Google Shape;1425;p29"/>
            <p:cNvGrpSpPr/>
            <p:nvPr/>
          </p:nvGrpSpPr>
          <p:grpSpPr>
            <a:xfrm>
              <a:off x="5965842" y="2731645"/>
              <a:ext cx="1905712" cy="1887618"/>
              <a:chOff x="5952739" y="3011240"/>
              <a:chExt cx="1613233" cy="1597916"/>
            </a:xfrm>
          </p:grpSpPr>
          <p:sp>
            <p:nvSpPr>
              <p:cNvPr id="1426" name="Google Shape;1426;p29"/>
              <p:cNvSpPr/>
              <p:nvPr/>
            </p:nvSpPr>
            <p:spPr>
              <a:xfrm>
                <a:off x="5952739" y="3488237"/>
                <a:ext cx="1613233" cy="1120919"/>
              </a:xfrm>
              <a:custGeom>
                <a:avLst/>
                <a:gdLst/>
                <a:ahLst/>
                <a:cxnLst/>
                <a:rect l="l" t="t" r="r" b="b"/>
                <a:pathLst>
                  <a:path w="24240" h="16842" extrusionOk="0">
                    <a:moveTo>
                      <a:pt x="14225" y="1"/>
                    </a:moveTo>
                    <a:cubicBezTo>
                      <a:pt x="14024" y="1"/>
                      <a:pt x="13823" y="17"/>
                      <a:pt x="13623" y="51"/>
                    </a:cubicBezTo>
                    <a:cubicBezTo>
                      <a:pt x="12160" y="310"/>
                      <a:pt x="11027" y="1487"/>
                      <a:pt x="10189" y="2709"/>
                    </a:cubicBezTo>
                    <a:cubicBezTo>
                      <a:pt x="9341" y="3940"/>
                      <a:pt x="8672" y="5305"/>
                      <a:pt x="7584" y="6322"/>
                    </a:cubicBezTo>
                    <a:lnTo>
                      <a:pt x="2633" y="11702"/>
                    </a:lnTo>
                    <a:cubicBezTo>
                      <a:pt x="2178" y="12121"/>
                      <a:pt x="536" y="13548"/>
                      <a:pt x="349" y="14628"/>
                    </a:cubicBezTo>
                    <a:cubicBezTo>
                      <a:pt x="1" y="16617"/>
                      <a:pt x="1972" y="16840"/>
                      <a:pt x="5924" y="16840"/>
                    </a:cubicBezTo>
                    <a:cubicBezTo>
                      <a:pt x="6701" y="16840"/>
                      <a:pt x="7559" y="16841"/>
                      <a:pt x="8477" y="16841"/>
                    </a:cubicBezTo>
                    <a:cubicBezTo>
                      <a:pt x="10313" y="16841"/>
                      <a:pt x="12386" y="16837"/>
                      <a:pt x="14515" y="16813"/>
                    </a:cubicBezTo>
                    <a:cubicBezTo>
                      <a:pt x="17210" y="16778"/>
                      <a:pt x="20466" y="16590"/>
                      <a:pt x="22491" y="15877"/>
                    </a:cubicBezTo>
                    <a:cubicBezTo>
                      <a:pt x="23160" y="15636"/>
                      <a:pt x="23740" y="15118"/>
                      <a:pt x="24025" y="14467"/>
                    </a:cubicBezTo>
                    <a:cubicBezTo>
                      <a:pt x="24230" y="13994"/>
                      <a:pt x="24239" y="13459"/>
                      <a:pt x="24186" y="12942"/>
                    </a:cubicBezTo>
                    <a:cubicBezTo>
                      <a:pt x="23981" y="11033"/>
                      <a:pt x="23115" y="9115"/>
                      <a:pt x="22232" y="7429"/>
                    </a:cubicBezTo>
                    <a:cubicBezTo>
                      <a:pt x="21322" y="5707"/>
                      <a:pt x="20145" y="4110"/>
                      <a:pt x="18842" y="2656"/>
                    </a:cubicBezTo>
                    <a:cubicBezTo>
                      <a:pt x="18164" y="1898"/>
                      <a:pt x="17424" y="1175"/>
                      <a:pt x="16549" y="666"/>
                    </a:cubicBezTo>
                    <a:cubicBezTo>
                      <a:pt x="15843" y="259"/>
                      <a:pt x="15033" y="1"/>
                      <a:pt x="1422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5952739" y="3488037"/>
                <a:ext cx="1569308" cy="1121052"/>
              </a:xfrm>
              <a:custGeom>
                <a:avLst/>
                <a:gdLst/>
                <a:ahLst/>
                <a:cxnLst/>
                <a:rect l="l" t="t" r="r" b="b"/>
                <a:pathLst>
                  <a:path w="23580" h="16844" extrusionOk="0">
                    <a:moveTo>
                      <a:pt x="14236" y="1"/>
                    </a:moveTo>
                    <a:cubicBezTo>
                      <a:pt x="14031" y="1"/>
                      <a:pt x="13826" y="18"/>
                      <a:pt x="13623" y="54"/>
                    </a:cubicBezTo>
                    <a:cubicBezTo>
                      <a:pt x="12160" y="313"/>
                      <a:pt x="11027" y="1490"/>
                      <a:pt x="10189" y="2712"/>
                    </a:cubicBezTo>
                    <a:cubicBezTo>
                      <a:pt x="9341" y="3943"/>
                      <a:pt x="8672" y="5308"/>
                      <a:pt x="7584" y="6325"/>
                    </a:cubicBezTo>
                    <a:lnTo>
                      <a:pt x="2633" y="11705"/>
                    </a:lnTo>
                    <a:cubicBezTo>
                      <a:pt x="2178" y="12124"/>
                      <a:pt x="536" y="13551"/>
                      <a:pt x="349" y="14631"/>
                    </a:cubicBezTo>
                    <a:cubicBezTo>
                      <a:pt x="1" y="16620"/>
                      <a:pt x="1972" y="16843"/>
                      <a:pt x="5924" y="16843"/>
                    </a:cubicBezTo>
                    <a:lnTo>
                      <a:pt x="8619" y="16843"/>
                    </a:lnTo>
                    <a:lnTo>
                      <a:pt x="10180" y="16299"/>
                    </a:lnTo>
                    <a:cubicBezTo>
                      <a:pt x="10940" y="16035"/>
                      <a:pt x="11727" y="15772"/>
                      <a:pt x="12523" y="15772"/>
                    </a:cubicBezTo>
                    <a:cubicBezTo>
                      <a:pt x="12643" y="15772"/>
                      <a:pt x="12763" y="15778"/>
                      <a:pt x="12883" y="15791"/>
                    </a:cubicBezTo>
                    <a:cubicBezTo>
                      <a:pt x="13445" y="15862"/>
                      <a:pt x="13936" y="16130"/>
                      <a:pt x="14507" y="16147"/>
                    </a:cubicBezTo>
                    <a:cubicBezTo>
                      <a:pt x="15167" y="16165"/>
                      <a:pt x="15836" y="16192"/>
                      <a:pt x="16505" y="16210"/>
                    </a:cubicBezTo>
                    <a:cubicBezTo>
                      <a:pt x="16549" y="16210"/>
                      <a:pt x="16585" y="16210"/>
                      <a:pt x="16621" y="16192"/>
                    </a:cubicBezTo>
                    <a:cubicBezTo>
                      <a:pt x="16701" y="16130"/>
                      <a:pt x="16612" y="16005"/>
                      <a:pt x="16567" y="15906"/>
                    </a:cubicBezTo>
                    <a:cubicBezTo>
                      <a:pt x="16469" y="15728"/>
                      <a:pt x="16549" y="15496"/>
                      <a:pt x="16692" y="15353"/>
                    </a:cubicBezTo>
                    <a:cubicBezTo>
                      <a:pt x="16844" y="15220"/>
                      <a:pt x="17040" y="15148"/>
                      <a:pt x="17227" y="15077"/>
                    </a:cubicBezTo>
                    <a:cubicBezTo>
                      <a:pt x="18994" y="14461"/>
                      <a:pt x="20716" y="13694"/>
                      <a:pt x="22250" y="12632"/>
                    </a:cubicBezTo>
                    <a:cubicBezTo>
                      <a:pt x="22660" y="12356"/>
                      <a:pt x="23071" y="12035"/>
                      <a:pt x="23312" y="11598"/>
                    </a:cubicBezTo>
                    <a:cubicBezTo>
                      <a:pt x="23552" y="11161"/>
                      <a:pt x="23579" y="10563"/>
                      <a:pt x="23249" y="10188"/>
                    </a:cubicBezTo>
                    <a:cubicBezTo>
                      <a:pt x="22866" y="9751"/>
                      <a:pt x="22196" y="9760"/>
                      <a:pt x="21617" y="9689"/>
                    </a:cubicBezTo>
                    <a:cubicBezTo>
                      <a:pt x="21028" y="9608"/>
                      <a:pt x="20466" y="9412"/>
                      <a:pt x="19957" y="9118"/>
                    </a:cubicBezTo>
                    <a:cubicBezTo>
                      <a:pt x="19815" y="9028"/>
                      <a:pt x="19663" y="8930"/>
                      <a:pt x="19592" y="8779"/>
                    </a:cubicBezTo>
                    <a:cubicBezTo>
                      <a:pt x="19476" y="8538"/>
                      <a:pt x="19583" y="8243"/>
                      <a:pt x="19708" y="8002"/>
                    </a:cubicBezTo>
                    <a:cubicBezTo>
                      <a:pt x="19939" y="7530"/>
                      <a:pt x="20216" y="7075"/>
                      <a:pt x="20403" y="6584"/>
                    </a:cubicBezTo>
                    <a:cubicBezTo>
                      <a:pt x="20591" y="6093"/>
                      <a:pt x="20671" y="5540"/>
                      <a:pt x="20501" y="5041"/>
                    </a:cubicBezTo>
                    <a:cubicBezTo>
                      <a:pt x="20421" y="4818"/>
                      <a:pt x="20341" y="4595"/>
                      <a:pt x="20261" y="4363"/>
                    </a:cubicBezTo>
                    <a:cubicBezTo>
                      <a:pt x="19806" y="3774"/>
                      <a:pt x="19333" y="3203"/>
                      <a:pt x="18842" y="2659"/>
                    </a:cubicBezTo>
                    <a:cubicBezTo>
                      <a:pt x="18164" y="1901"/>
                      <a:pt x="17424" y="1178"/>
                      <a:pt x="16549" y="669"/>
                    </a:cubicBezTo>
                    <a:cubicBezTo>
                      <a:pt x="15846" y="264"/>
                      <a:pt x="15040" y="1"/>
                      <a:pt x="14236" y="1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Google Shape;1428;p29"/>
              <p:cNvSpPr/>
              <p:nvPr/>
            </p:nvSpPr>
            <p:spPr>
              <a:xfrm>
                <a:off x="6696679" y="3096164"/>
                <a:ext cx="51179" cy="123992"/>
              </a:xfrm>
              <a:custGeom>
                <a:avLst/>
                <a:gdLst/>
                <a:ahLst/>
                <a:cxnLst/>
                <a:rect l="l" t="t" r="r" b="b"/>
                <a:pathLst>
                  <a:path w="769" h="1863" extrusionOk="0">
                    <a:moveTo>
                      <a:pt x="411" y="0"/>
                    </a:moveTo>
                    <a:lnTo>
                      <a:pt x="162" y="63"/>
                    </a:lnTo>
                    <a:cubicBezTo>
                      <a:pt x="72" y="161"/>
                      <a:pt x="37" y="286"/>
                      <a:pt x="19" y="420"/>
                    </a:cubicBezTo>
                    <a:cubicBezTo>
                      <a:pt x="1" y="598"/>
                      <a:pt x="10" y="794"/>
                      <a:pt x="63" y="973"/>
                    </a:cubicBezTo>
                    <a:cubicBezTo>
                      <a:pt x="99" y="1125"/>
                      <a:pt x="170" y="1267"/>
                      <a:pt x="215" y="1419"/>
                    </a:cubicBezTo>
                    <a:cubicBezTo>
                      <a:pt x="251" y="1508"/>
                      <a:pt x="278" y="1597"/>
                      <a:pt x="322" y="1678"/>
                    </a:cubicBezTo>
                    <a:cubicBezTo>
                      <a:pt x="367" y="1758"/>
                      <a:pt x="438" y="1838"/>
                      <a:pt x="536" y="1856"/>
                    </a:cubicBezTo>
                    <a:cubicBezTo>
                      <a:pt x="550" y="1861"/>
                      <a:pt x="563" y="1863"/>
                      <a:pt x="576" y="1863"/>
                    </a:cubicBezTo>
                    <a:cubicBezTo>
                      <a:pt x="590" y="1863"/>
                      <a:pt x="603" y="1861"/>
                      <a:pt x="617" y="1856"/>
                    </a:cubicBezTo>
                    <a:cubicBezTo>
                      <a:pt x="679" y="1829"/>
                      <a:pt x="697" y="1758"/>
                      <a:pt x="706" y="1695"/>
                    </a:cubicBezTo>
                    <a:cubicBezTo>
                      <a:pt x="768" y="1223"/>
                      <a:pt x="670" y="741"/>
                      <a:pt x="572" y="277"/>
                    </a:cubicBezTo>
                    <a:cubicBezTo>
                      <a:pt x="545" y="170"/>
                      <a:pt x="509" y="54"/>
                      <a:pt x="4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Google Shape;1429;p29"/>
              <p:cNvSpPr/>
              <p:nvPr/>
            </p:nvSpPr>
            <p:spPr>
              <a:xfrm>
                <a:off x="6706795" y="3182751"/>
                <a:ext cx="38068" cy="55906"/>
              </a:xfrm>
              <a:custGeom>
                <a:avLst/>
                <a:gdLst/>
                <a:ahLst/>
                <a:cxnLst/>
                <a:rect l="l" t="t" r="r" b="b"/>
                <a:pathLst>
                  <a:path w="572" h="840" extrusionOk="0">
                    <a:moveTo>
                      <a:pt x="315" y="1"/>
                    </a:moveTo>
                    <a:cubicBezTo>
                      <a:pt x="251" y="1"/>
                      <a:pt x="202" y="50"/>
                      <a:pt x="161" y="91"/>
                    </a:cubicBezTo>
                    <a:cubicBezTo>
                      <a:pt x="108" y="145"/>
                      <a:pt x="72" y="198"/>
                      <a:pt x="45" y="261"/>
                    </a:cubicBezTo>
                    <a:cubicBezTo>
                      <a:pt x="1" y="394"/>
                      <a:pt x="63" y="582"/>
                      <a:pt x="152" y="698"/>
                    </a:cubicBezTo>
                    <a:cubicBezTo>
                      <a:pt x="203" y="770"/>
                      <a:pt x="312" y="839"/>
                      <a:pt x="413" y="839"/>
                    </a:cubicBezTo>
                    <a:cubicBezTo>
                      <a:pt x="474" y="839"/>
                      <a:pt x="532" y="815"/>
                      <a:pt x="572" y="751"/>
                    </a:cubicBezTo>
                    <a:lnTo>
                      <a:pt x="527" y="243"/>
                    </a:lnTo>
                    <a:cubicBezTo>
                      <a:pt x="509" y="163"/>
                      <a:pt x="465" y="91"/>
                      <a:pt x="402" y="47"/>
                    </a:cubicBezTo>
                    <a:cubicBezTo>
                      <a:pt x="384" y="29"/>
                      <a:pt x="357" y="11"/>
                      <a:pt x="331" y="2"/>
                    </a:cubicBezTo>
                    <a:cubicBezTo>
                      <a:pt x="325" y="1"/>
                      <a:pt x="320" y="1"/>
                      <a:pt x="315" y="1"/>
                    </a:cubicBezTo>
                    <a:close/>
                  </a:path>
                </a:pathLst>
              </a:custGeom>
              <a:solidFill>
                <a:srgbClr val="F2BE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6495420" y="4419601"/>
                <a:ext cx="202519" cy="156071"/>
              </a:xfrm>
              <a:custGeom>
                <a:avLst/>
                <a:gdLst/>
                <a:ahLst/>
                <a:cxnLst/>
                <a:rect l="l" t="t" r="r" b="b"/>
                <a:pathLst>
                  <a:path w="3043" h="2345" extrusionOk="0">
                    <a:moveTo>
                      <a:pt x="3043" y="0"/>
                    </a:moveTo>
                    <a:lnTo>
                      <a:pt x="3043" y="0"/>
                    </a:lnTo>
                    <a:cubicBezTo>
                      <a:pt x="3043" y="0"/>
                      <a:pt x="1624" y="839"/>
                      <a:pt x="1526" y="866"/>
                    </a:cubicBezTo>
                    <a:cubicBezTo>
                      <a:pt x="1505" y="870"/>
                      <a:pt x="1481" y="872"/>
                      <a:pt x="1456" y="872"/>
                    </a:cubicBezTo>
                    <a:cubicBezTo>
                      <a:pt x="1386" y="872"/>
                      <a:pt x="1303" y="859"/>
                      <a:pt x="1215" y="859"/>
                    </a:cubicBezTo>
                    <a:cubicBezTo>
                      <a:pt x="1096" y="859"/>
                      <a:pt x="969" y="884"/>
                      <a:pt x="857" y="1000"/>
                    </a:cubicBezTo>
                    <a:cubicBezTo>
                      <a:pt x="563" y="1294"/>
                      <a:pt x="251" y="1472"/>
                      <a:pt x="161" y="1686"/>
                    </a:cubicBezTo>
                    <a:cubicBezTo>
                      <a:pt x="54" y="1945"/>
                      <a:pt x="1" y="2284"/>
                      <a:pt x="179" y="2338"/>
                    </a:cubicBezTo>
                    <a:cubicBezTo>
                      <a:pt x="195" y="2343"/>
                      <a:pt x="212" y="2345"/>
                      <a:pt x="231" y="2345"/>
                    </a:cubicBezTo>
                    <a:cubicBezTo>
                      <a:pt x="484" y="2345"/>
                      <a:pt x="1035" y="1920"/>
                      <a:pt x="1508" y="1695"/>
                    </a:cubicBezTo>
                    <a:cubicBezTo>
                      <a:pt x="1785" y="1562"/>
                      <a:pt x="2998" y="1276"/>
                      <a:pt x="2998" y="1276"/>
                    </a:cubicBezTo>
                    <a:lnTo>
                      <a:pt x="3043" y="0"/>
                    </a:lnTo>
                    <a:close/>
                  </a:path>
                </a:pathLst>
              </a:custGeom>
              <a:solidFill>
                <a:srgbClr val="F2BE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6637312" y="4050689"/>
                <a:ext cx="892469" cy="467549"/>
              </a:xfrm>
              <a:custGeom>
                <a:avLst/>
                <a:gdLst/>
                <a:ahLst/>
                <a:cxnLst/>
                <a:rect l="l" t="t" r="r" b="b"/>
                <a:pathLst>
                  <a:path w="13410" h="7025" extrusionOk="0">
                    <a:moveTo>
                      <a:pt x="8895" y="0"/>
                    </a:moveTo>
                    <a:cubicBezTo>
                      <a:pt x="6682" y="0"/>
                      <a:pt x="4363" y="476"/>
                      <a:pt x="4363" y="476"/>
                    </a:cubicBezTo>
                    <a:lnTo>
                      <a:pt x="964" y="218"/>
                    </a:lnTo>
                    <a:lnTo>
                      <a:pt x="1339" y="4071"/>
                    </a:lnTo>
                    <a:cubicBezTo>
                      <a:pt x="1580" y="4303"/>
                      <a:pt x="2731" y="4312"/>
                      <a:pt x="2731" y="4312"/>
                    </a:cubicBezTo>
                    <a:lnTo>
                      <a:pt x="1" y="6248"/>
                    </a:lnTo>
                    <a:lnTo>
                      <a:pt x="224" y="7024"/>
                    </a:lnTo>
                    <a:cubicBezTo>
                      <a:pt x="224" y="7024"/>
                      <a:pt x="8913" y="6123"/>
                      <a:pt x="11857" y="3848"/>
                    </a:cubicBezTo>
                    <a:cubicBezTo>
                      <a:pt x="13409" y="2662"/>
                      <a:pt x="13070" y="1627"/>
                      <a:pt x="12526" y="985"/>
                    </a:cubicBezTo>
                    <a:cubicBezTo>
                      <a:pt x="11890" y="225"/>
                      <a:pt x="10417" y="0"/>
                      <a:pt x="889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6886690" y="4422529"/>
                <a:ext cx="184750" cy="150148"/>
              </a:xfrm>
              <a:custGeom>
                <a:avLst/>
                <a:gdLst/>
                <a:ahLst/>
                <a:cxnLst/>
                <a:rect l="l" t="t" r="r" b="b"/>
                <a:pathLst>
                  <a:path w="2776" h="2256" extrusionOk="0">
                    <a:moveTo>
                      <a:pt x="1" y="1"/>
                    </a:moveTo>
                    <a:lnTo>
                      <a:pt x="36" y="1223"/>
                    </a:lnTo>
                    <a:cubicBezTo>
                      <a:pt x="36" y="1223"/>
                      <a:pt x="1205" y="1509"/>
                      <a:pt x="1473" y="1634"/>
                    </a:cubicBezTo>
                    <a:cubicBezTo>
                      <a:pt x="1923" y="1851"/>
                      <a:pt x="2327" y="2255"/>
                      <a:pt x="2560" y="2255"/>
                    </a:cubicBezTo>
                    <a:cubicBezTo>
                      <a:pt x="2576" y="2255"/>
                      <a:pt x="2591" y="2253"/>
                      <a:pt x="2606" y="2249"/>
                    </a:cubicBezTo>
                    <a:cubicBezTo>
                      <a:pt x="2775" y="2196"/>
                      <a:pt x="2775" y="1865"/>
                      <a:pt x="2677" y="1616"/>
                    </a:cubicBezTo>
                    <a:cubicBezTo>
                      <a:pt x="2588" y="1411"/>
                      <a:pt x="2347" y="1277"/>
                      <a:pt x="2097" y="964"/>
                    </a:cubicBezTo>
                    <a:cubicBezTo>
                      <a:pt x="2039" y="894"/>
                      <a:pt x="1959" y="873"/>
                      <a:pt x="1872" y="873"/>
                    </a:cubicBezTo>
                    <a:cubicBezTo>
                      <a:pt x="1744" y="873"/>
                      <a:pt x="1604" y="918"/>
                      <a:pt x="1504" y="918"/>
                    </a:cubicBezTo>
                    <a:cubicBezTo>
                      <a:pt x="1483" y="918"/>
                      <a:pt x="1463" y="916"/>
                      <a:pt x="1446" y="911"/>
                    </a:cubicBezTo>
                    <a:cubicBezTo>
                      <a:pt x="1357" y="884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rgbClr val="F2BE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Google Shape;1433;p29"/>
              <p:cNvSpPr/>
              <p:nvPr/>
            </p:nvSpPr>
            <p:spPr>
              <a:xfrm>
                <a:off x="6072669" y="4060140"/>
                <a:ext cx="884749" cy="458098"/>
              </a:xfrm>
              <a:custGeom>
                <a:avLst/>
                <a:gdLst/>
                <a:ahLst/>
                <a:cxnLst/>
                <a:rect l="l" t="t" r="r" b="b"/>
                <a:pathLst>
                  <a:path w="13294" h="6883" extrusionOk="0">
                    <a:moveTo>
                      <a:pt x="5060" y="0"/>
                    </a:moveTo>
                    <a:cubicBezTo>
                      <a:pt x="3427" y="0"/>
                      <a:pt x="1692" y="221"/>
                      <a:pt x="768" y="1021"/>
                    </a:cubicBezTo>
                    <a:cubicBezTo>
                      <a:pt x="126" y="1574"/>
                      <a:pt x="1" y="2770"/>
                      <a:pt x="1544" y="3787"/>
                    </a:cubicBezTo>
                    <a:cubicBezTo>
                      <a:pt x="4649" y="5839"/>
                      <a:pt x="13070" y="6882"/>
                      <a:pt x="13070" y="6882"/>
                    </a:cubicBezTo>
                    <a:lnTo>
                      <a:pt x="13293" y="6106"/>
                    </a:lnTo>
                    <a:lnTo>
                      <a:pt x="10974" y="4465"/>
                    </a:lnTo>
                    <a:cubicBezTo>
                      <a:pt x="10974" y="4465"/>
                      <a:pt x="11714" y="4161"/>
                      <a:pt x="11955" y="3929"/>
                    </a:cubicBezTo>
                    <a:lnTo>
                      <a:pt x="11866" y="468"/>
                    </a:lnTo>
                    <a:lnTo>
                      <a:pt x="8922" y="334"/>
                    </a:lnTo>
                    <a:cubicBezTo>
                      <a:pt x="8922" y="334"/>
                      <a:pt x="7068" y="0"/>
                      <a:pt x="506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Google Shape;1434;p29"/>
              <p:cNvSpPr/>
              <p:nvPr/>
            </p:nvSpPr>
            <p:spPr>
              <a:xfrm>
                <a:off x="6349400" y="4099540"/>
                <a:ext cx="609821" cy="369979"/>
              </a:xfrm>
              <a:custGeom>
                <a:avLst/>
                <a:gdLst/>
                <a:ahLst/>
                <a:cxnLst/>
                <a:rect l="l" t="t" r="r" b="b"/>
                <a:pathLst>
                  <a:path w="9163" h="5559" extrusionOk="0">
                    <a:moveTo>
                      <a:pt x="9" y="1"/>
                    </a:moveTo>
                    <a:lnTo>
                      <a:pt x="0" y="117"/>
                    </a:lnTo>
                    <a:cubicBezTo>
                      <a:pt x="9" y="117"/>
                      <a:pt x="1240" y="286"/>
                      <a:pt x="2926" y="1277"/>
                    </a:cubicBezTo>
                    <a:cubicBezTo>
                      <a:pt x="3774" y="1767"/>
                      <a:pt x="9046" y="5523"/>
                      <a:pt x="9100" y="5559"/>
                    </a:cubicBezTo>
                    <a:lnTo>
                      <a:pt x="9162" y="5470"/>
                    </a:lnTo>
                    <a:cubicBezTo>
                      <a:pt x="9109" y="5434"/>
                      <a:pt x="3836" y="1669"/>
                      <a:pt x="2989" y="1179"/>
                    </a:cubicBezTo>
                    <a:cubicBezTo>
                      <a:pt x="1276" y="179"/>
                      <a:pt x="27" y="10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6797042" y="4099540"/>
                <a:ext cx="448364" cy="255372"/>
              </a:xfrm>
              <a:custGeom>
                <a:avLst/>
                <a:gdLst/>
                <a:ahLst/>
                <a:cxnLst/>
                <a:rect l="l" t="t" r="r" b="b"/>
                <a:pathLst>
                  <a:path w="6737" h="3837" extrusionOk="0">
                    <a:moveTo>
                      <a:pt x="6718" y="1"/>
                    </a:moveTo>
                    <a:cubicBezTo>
                      <a:pt x="6709" y="10"/>
                      <a:pt x="5460" y="179"/>
                      <a:pt x="3747" y="1179"/>
                    </a:cubicBezTo>
                    <a:cubicBezTo>
                      <a:pt x="2900" y="1669"/>
                      <a:pt x="36" y="3721"/>
                      <a:pt x="1" y="3748"/>
                    </a:cubicBezTo>
                    <a:lnTo>
                      <a:pt x="72" y="3837"/>
                    </a:lnTo>
                    <a:cubicBezTo>
                      <a:pt x="99" y="3819"/>
                      <a:pt x="2962" y="1767"/>
                      <a:pt x="3801" y="1277"/>
                    </a:cubicBezTo>
                    <a:cubicBezTo>
                      <a:pt x="5496" y="286"/>
                      <a:pt x="6727" y="117"/>
                      <a:pt x="6736" y="117"/>
                    </a:cubicBezTo>
                    <a:lnTo>
                      <a:pt x="671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6640307" y="4467121"/>
                <a:ext cx="156199" cy="32080"/>
              </a:xfrm>
              <a:custGeom>
                <a:avLst/>
                <a:gdLst/>
                <a:ahLst/>
                <a:cxnLst/>
                <a:rect l="l" t="t" r="r" b="b"/>
                <a:pathLst>
                  <a:path w="2347" h="482" extrusionOk="0">
                    <a:moveTo>
                      <a:pt x="36" y="0"/>
                    </a:moveTo>
                    <a:lnTo>
                      <a:pt x="0" y="107"/>
                    </a:lnTo>
                    <a:cubicBezTo>
                      <a:pt x="910" y="339"/>
                      <a:pt x="2320" y="482"/>
                      <a:pt x="2338" y="482"/>
                    </a:cubicBezTo>
                    <a:lnTo>
                      <a:pt x="2347" y="375"/>
                    </a:lnTo>
                    <a:cubicBezTo>
                      <a:pt x="2329" y="375"/>
                      <a:pt x="937" y="223"/>
                      <a:pt x="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29"/>
              <p:cNvSpPr/>
              <p:nvPr/>
            </p:nvSpPr>
            <p:spPr>
              <a:xfrm>
                <a:off x="6483573" y="3336625"/>
                <a:ext cx="680433" cy="818626"/>
              </a:xfrm>
              <a:custGeom>
                <a:avLst/>
                <a:gdLst/>
                <a:ahLst/>
                <a:cxnLst/>
                <a:rect l="l" t="t" r="r" b="b"/>
                <a:pathLst>
                  <a:path w="10224" h="12300" extrusionOk="0">
                    <a:moveTo>
                      <a:pt x="6486" y="0"/>
                    </a:moveTo>
                    <a:lnTo>
                      <a:pt x="3542" y="268"/>
                    </a:lnTo>
                    <a:lnTo>
                      <a:pt x="1124" y="3596"/>
                    </a:lnTo>
                    <a:cubicBezTo>
                      <a:pt x="1080" y="6138"/>
                      <a:pt x="286" y="9252"/>
                      <a:pt x="0" y="10902"/>
                    </a:cubicBezTo>
                    <a:cubicBezTo>
                      <a:pt x="848" y="11749"/>
                      <a:pt x="3408" y="12195"/>
                      <a:pt x="4871" y="12285"/>
                    </a:cubicBezTo>
                    <a:cubicBezTo>
                      <a:pt x="5021" y="12295"/>
                      <a:pt x="5183" y="12300"/>
                      <a:pt x="5356" y="12300"/>
                    </a:cubicBezTo>
                    <a:cubicBezTo>
                      <a:pt x="6877" y="12300"/>
                      <a:pt x="9191" y="11900"/>
                      <a:pt x="10224" y="10866"/>
                    </a:cubicBezTo>
                    <a:cubicBezTo>
                      <a:pt x="10224" y="10866"/>
                      <a:pt x="9020" y="3292"/>
                      <a:pt x="8502" y="2213"/>
                    </a:cubicBezTo>
                    <a:lnTo>
                      <a:pt x="648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Google Shape;1438;p29"/>
              <p:cNvSpPr/>
              <p:nvPr/>
            </p:nvSpPr>
            <p:spPr>
              <a:xfrm>
                <a:off x="6238921" y="3336625"/>
                <a:ext cx="495217" cy="611507"/>
              </a:xfrm>
              <a:custGeom>
                <a:avLst/>
                <a:gdLst/>
                <a:ahLst/>
                <a:cxnLst/>
                <a:rect l="l" t="t" r="r" b="b"/>
                <a:pathLst>
                  <a:path w="7441" h="9188" extrusionOk="0">
                    <a:moveTo>
                      <a:pt x="7441" y="0"/>
                    </a:moveTo>
                    <a:lnTo>
                      <a:pt x="7441" y="0"/>
                    </a:lnTo>
                    <a:cubicBezTo>
                      <a:pt x="7441" y="1"/>
                      <a:pt x="5505" y="197"/>
                      <a:pt x="4006" y="1695"/>
                    </a:cubicBezTo>
                    <a:cubicBezTo>
                      <a:pt x="2526" y="3167"/>
                      <a:pt x="1" y="7985"/>
                      <a:pt x="1491" y="8939"/>
                    </a:cubicBezTo>
                    <a:cubicBezTo>
                      <a:pt x="1758" y="9111"/>
                      <a:pt x="2026" y="9187"/>
                      <a:pt x="2291" y="9187"/>
                    </a:cubicBezTo>
                    <a:cubicBezTo>
                      <a:pt x="4282" y="9187"/>
                      <a:pt x="6103" y="4892"/>
                      <a:pt x="6174" y="4648"/>
                    </a:cubicBezTo>
                    <a:lnTo>
                      <a:pt x="744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Google Shape;1439;p29"/>
              <p:cNvSpPr/>
              <p:nvPr/>
            </p:nvSpPr>
            <p:spPr>
              <a:xfrm>
                <a:off x="6895009" y="3331900"/>
                <a:ext cx="390730" cy="617031"/>
              </a:xfrm>
              <a:custGeom>
                <a:avLst/>
                <a:gdLst/>
                <a:ahLst/>
                <a:cxnLst/>
                <a:rect l="l" t="t" r="r" b="b"/>
                <a:pathLst>
                  <a:path w="5871" h="9271" extrusionOk="0">
                    <a:moveTo>
                      <a:pt x="1" y="0"/>
                    </a:moveTo>
                    <a:lnTo>
                      <a:pt x="491" y="5023"/>
                    </a:lnTo>
                    <a:cubicBezTo>
                      <a:pt x="500" y="5032"/>
                      <a:pt x="500" y="5040"/>
                      <a:pt x="509" y="5058"/>
                    </a:cubicBezTo>
                    <a:cubicBezTo>
                      <a:pt x="1098" y="6245"/>
                      <a:pt x="1821" y="7440"/>
                      <a:pt x="2766" y="8368"/>
                    </a:cubicBezTo>
                    <a:cubicBezTo>
                      <a:pt x="3194" y="8796"/>
                      <a:pt x="3782" y="9270"/>
                      <a:pt x="4425" y="9270"/>
                    </a:cubicBezTo>
                    <a:cubicBezTo>
                      <a:pt x="4478" y="9270"/>
                      <a:pt x="4532" y="9267"/>
                      <a:pt x="4586" y="9260"/>
                    </a:cubicBezTo>
                    <a:cubicBezTo>
                      <a:pt x="5746" y="9108"/>
                      <a:pt x="5871" y="7904"/>
                      <a:pt x="5728" y="6967"/>
                    </a:cubicBezTo>
                    <a:cubicBezTo>
                      <a:pt x="5550" y="5879"/>
                      <a:pt x="5184" y="4809"/>
                      <a:pt x="4720" y="3809"/>
                    </a:cubicBezTo>
                    <a:cubicBezTo>
                      <a:pt x="4283" y="2873"/>
                      <a:pt x="3712" y="1874"/>
                      <a:pt x="2873" y="1231"/>
                    </a:cubicBezTo>
                    <a:cubicBezTo>
                      <a:pt x="1544" y="214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Google Shape;1440;p29"/>
              <p:cNvSpPr/>
              <p:nvPr/>
            </p:nvSpPr>
            <p:spPr>
              <a:xfrm>
                <a:off x="6716312" y="3195929"/>
                <a:ext cx="198925" cy="197735"/>
              </a:xfrm>
              <a:custGeom>
                <a:avLst/>
                <a:gdLst/>
                <a:ahLst/>
                <a:cxnLst/>
                <a:rect l="l" t="t" r="r" b="b"/>
                <a:pathLst>
                  <a:path w="2989" h="2971" extrusionOk="0">
                    <a:moveTo>
                      <a:pt x="2061" y="0"/>
                    </a:moveTo>
                    <a:lnTo>
                      <a:pt x="732" y="785"/>
                    </a:lnTo>
                    <a:lnTo>
                      <a:pt x="696" y="1999"/>
                    </a:lnTo>
                    <a:cubicBezTo>
                      <a:pt x="696" y="1999"/>
                      <a:pt x="304" y="2114"/>
                      <a:pt x="36" y="2123"/>
                    </a:cubicBezTo>
                    <a:cubicBezTo>
                      <a:pt x="9" y="2248"/>
                      <a:pt x="0" y="2971"/>
                      <a:pt x="1321" y="2971"/>
                    </a:cubicBezTo>
                    <a:cubicBezTo>
                      <a:pt x="2641" y="2971"/>
                      <a:pt x="2989" y="2114"/>
                      <a:pt x="2989" y="2114"/>
                    </a:cubicBezTo>
                    <a:lnTo>
                      <a:pt x="2364" y="1972"/>
                    </a:lnTo>
                    <a:lnTo>
                      <a:pt x="2061" y="0"/>
                    </a:lnTo>
                    <a:close/>
                  </a:path>
                </a:pathLst>
              </a:custGeom>
              <a:solidFill>
                <a:srgbClr val="F2BE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29"/>
              <p:cNvSpPr/>
              <p:nvPr/>
            </p:nvSpPr>
            <p:spPr>
              <a:xfrm>
                <a:off x="6708592" y="3085648"/>
                <a:ext cx="183485" cy="196670"/>
              </a:xfrm>
              <a:custGeom>
                <a:avLst/>
                <a:gdLst/>
                <a:ahLst/>
                <a:cxnLst/>
                <a:rect l="l" t="t" r="r" b="b"/>
                <a:pathLst>
                  <a:path w="2757" h="2955" extrusionOk="0">
                    <a:moveTo>
                      <a:pt x="972" y="1"/>
                    </a:moveTo>
                    <a:cubicBezTo>
                      <a:pt x="606" y="1"/>
                      <a:pt x="308" y="128"/>
                      <a:pt x="232" y="417"/>
                    </a:cubicBezTo>
                    <a:cubicBezTo>
                      <a:pt x="0" y="1265"/>
                      <a:pt x="464" y="2772"/>
                      <a:pt x="991" y="2924"/>
                    </a:cubicBezTo>
                    <a:cubicBezTo>
                      <a:pt x="1049" y="2942"/>
                      <a:pt x="1141" y="2954"/>
                      <a:pt x="1251" y="2954"/>
                    </a:cubicBezTo>
                    <a:cubicBezTo>
                      <a:pt x="1531" y="2954"/>
                      <a:pt x="1925" y="2873"/>
                      <a:pt x="2168" y="2585"/>
                    </a:cubicBezTo>
                    <a:cubicBezTo>
                      <a:pt x="2498" y="2175"/>
                      <a:pt x="2757" y="1657"/>
                      <a:pt x="2730" y="1220"/>
                    </a:cubicBezTo>
                    <a:cubicBezTo>
                      <a:pt x="2671" y="493"/>
                      <a:pt x="1691" y="1"/>
                      <a:pt x="972" y="1"/>
                    </a:cubicBezTo>
                    <a:close/>
                  </a:path>
                </a:pathLst>
              </a:custGeom>
              <a:solidFill>
                <a:srgbClr val="F2BE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6674716" y="3011240"/>
                <a:ext cx="245313" cy="199931"/>
              </a:xfrm>
              <a:custGeom>
                <a:avLst/>
                <a:gdLst/>
                <a:ahLst/>
                <a:cxnLst/>
                <a:rect l="l" t="t" r="r" b="b"/>
                <a:pathLst>
                  <a:path w="3686" h="3004" extrusionOk="0">
                    <a:moveTo>
                      <a:pt x="1180" y="0"/>
                    </a:moveTo>
                    <a:cubicBezTo>
                      <a:pt x="896" y="0"/>
                      <a:pt x="635" y="230"/>
                      <a:pt x="402" y="367"/>
                    </a:cubicBezTo>
                    <a:cubicBezTo>
                      <a:pt x="260" y="456"/>
                      <a:pt x="135" y="581"/>
                      <a:pt x="99" y="741"/>
                    </a:cubicBezTo>
                    <a:cubicBezTo>
                      <a:pt x="1" y="1169"/>
                      <a:pt x="349" y="1758"/>
                      <a:pt x="795" y="1776"/>
                    </a:cubicBezTo>
                    <a:cubicBezTo>
                      <a:pt x="807" y="1777"/>
                      <a:pt x="818" y="1777"/>
                      <a:pt x="830" y="1777"/>
                    </a:cubicBezTo>
                    <a:cubicBezTo>
                      <a:pt x="994" y="1777"/>
                      <a:pt x="1145" y="1721"/>
                      <a:pt x="1303" y="1696"/>
                    </a:cubicBezTo>
                    <a:cubicBezTo>
                      <a:pt x="1335" y="1691"/>
                      <a:pt x="1366" y="1689"/>
                      <a:pt x="1397" y="1689"/>
                    </a:cubicBezTo>
                    <a:cubicBezTo>
                      <a:pt x="1494" y="1689"/>
                      <a:pt x="1589" y="1707"/>
                      <a:pt x="1685" y="1707"/>
                    </a:cubicBezTo>
                    <a:cubicBezTo>
                      <a:pt x="1724" y="1707"/>
                      <a:pt x="1763" y="1704"/>
                      <a:pt x="1803" y="1696"/>
                    </a:cubicBezTo>
                    <a:cubicBezTo>
                      <a:pt x="1964" y="1660"/>
                      <a:pt x="2088" y="1535"/>
                      <a:pt x="2240" y="1508"/>
                    </a:cubicBezTo>
                    <a:cubicBezTo>
                      <a:pt x="2273" y="1501"/>
                      <a:pt x="2312" y="1498"/>
                      <a:pt x="2354" y="1498"/>
                    </a:cubicBezTo>
                    <a:cubicBezTo>
                      <a:pt x="2474" y="1498"/>
                      <a:pt x="2616" y="1525"/>
                      <a:pt x="2695" y="1571"/>
                    </a:cubicBezTo>
                    <a:cubicBezTo>
                      <a:pt x="2749" y="1607"/>
                      <a:pt x="2793" y="1660"/>
                      <a:pt x="2829" y="1705"/>
                    </a:cubicBezTo>
                    <a:cubicBezTo>
                      <a:pt x="2900" y="1812"/>
                      <a:pt x="2954" y="1937"/>
                      <a:pt x="2989" y="2053"/>
                    </a:cubicBezTo>
                    <a:cubicBezTo>
                      <a:pt x="3043" y="2240"/>
                      <a:pt x="3061" y="2436"/>
                      <a:pt x="3052" y="2632"/>
                    </a:cubicBezTo>
                    <a:cubicBezTo>
                      <a:pt x="3052" y="2723"/>
                      <a:pt x="3033" y="3003"/>
                      <a:pt x="3155" y="3003"/>
                    </a:cubicBezTo>
                    <a:cubicBezTo>
                      <a:pt x="3178" y="3003"/>
                      <a:pt x="3206" y="2994"/>
                      <a:pt x="3239" y="2971"/>
                    </a:cubicBezTo>
                    <a:cubicBezTo>
                      <a:pt x="3373" y="2882"/>
                      <a:pt x="3471" y="2677"/>
                      <a:pt x="3534" y="2525"/>
                    </a:cubicBezTo>
                    <a:cubicBezTo>
                      <a:pt x="3605" y="2365"/>
                      <a:pt x="3641" y="2195"/>
                      <a:pt x="3659" y="2026"/>
                    </a:cubicBezTo>
                    <a:cubicBezTo>
                      <a:pt x="3676" y="1776"/>
                      <a:pt x="3685" y="1526"/>
                      <a:pt x="3632" y="1285"/>
                    </a:cubicBezTo>
                    <a:cubicBezTo>
                      <a:pt x="3551" y="964"/>
                      <a:pt x="3320" y="857"/>
                      <a:pt x="3123" y="634"/>
                    </a:cubicBezTo>
                    <a:cubicBezTo>
                      <a:pt x="3034" y="545"/>
                      <a:pt x="2981" y="429"/>
                      <a:pt x="2900" y="331"/>
                    </a:cubicBezTo>
                    <a:cubicBezTo>
                      <a:pt x="2753" y="143"/>
                      <a:pt x="2510" y="40"/>
                      <a:pt x="2269" y="40"/>
                    </a:cubicBezTo>
                    <a:cubicBezTo>
                      <a:pt x="2144" y="40"/>
                      <a:pt x="2020" y="68"/>
                      <a:pt x="1910" y="126"/>
                    </a:cubicBezTo>
                    <a:cubicBezTo>
                      <a:pt x="1856" y="152"/>
                      <a:pt x="1812" y="188"/>
                      <a:pt x="1758" y="197"/>
                    </a:cubicBezTo>
                    <a:cubicBezTo>
                      <a:pt x="1743" y="200"/>
                      <a:pt x="1728" y="201"/>
                      <a:pt x="1713" y="201"/>
                    </a:cubicBezTo>
                    <a:cubicBezTo>
                      <a:pt x="1550" y="201"/>
                      <a:pt x="1432" y="34"/>
                      <a:pt x="1277" y="10"/>
                    </a:cubicBezTo>
                    <a:cubicBezTo>
                      <a:pt x="1244" y="3"/>
                      <a:pt x="1212" y="0"/>
                      <a:pt x="11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6858205" y="3178026"/>
                <a:ext cx="38068" cy="55906"/>
              </a:xfrm>
              <a:custGeom>
                <a:avLst/>
                <a:gdLst/>
                <a:ahLst/>
                <a:cxnLst/>
                <a:rect l="l" t="t" r="r" b="b"/>
                <a:pathLst>
                  <a:path w="572" h="840" extrusionOk="0">
                    <a:moveTo>
                      <a:pt x="257" y="1"/>
                    </a:moveTo>
                    <a:cubicBezTo>
                      <a:pt x="252" y="1"/>
                      <a:pt x="247" y="1"/>
                      <a:pt x="241" y="2"/>
                    </a:cubicBezTo>
                    <a:cubicBezTo>
                      <a:pt x="215" y="11"/>
                      <a:pt x="188" y="28"/>
                      <a:pt x="170" y="46"/>
                    </a:cubicBezTo>
                    <a:cubicBezTo>
                      <a:pt x="108" y="91"/>
                      <a:pt x="63" y="162"/>
                      <a:pt x="45" y="242"/>
                    </a:cubicBezTo>
                    <a:lnTo>
                      <a:pt x="1" y="751"/>
                    </a:lnTo>
                    <a:cubicBezTo>
                      <a:pt x="41" y="814"/>
                      <a:pt x="98" y="839"/>
                      <a:pt x="159" y="839"/>
                    </a:cubicBezTo>
                    <a:cubicBezTo>
                      <a:pt x="260" y="839"/>
                      <a:pt x="370" y="770"/>
                      <a:pt x="420" y="697"/>
                    </a:cubicBezTo>
                    <a:cubicBezTo>
                      <a:pt x="509" y="581"/>
                      <a:pt x="571" y="394"/>
                      <a:pt x="527" y="260"/>
                    </a:cubicBezTo>
                    <a:cubicBezTo>
                      <a:pt x="500" y="198"/>
                      <a:pt x="464" y="144"/>
                      <a:pt x="411" y="91"/>
                    </a:cubicBezTo>
                    <a:cubicBezTo>
                      <a:pt x="370" y="50"/>
                      <a:pt x="321" y="1"/>
                      <a:pt x="257" y="1"/>
                    </a:cubicBezTo>
                    <a:close/>
                  </a:path>
                </a:pathLst>
              </a:custGeom>
              <a:solidFill>
                <a:srgbClr val="F2BE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6811883" y="3148675"/>
                <a:ext cx="41662" cy="15041"/>
              </a:xfrm>
              <a:custGeom>
                <a:avLst/>
                <a:gdLst/>
                <a:ahLst/>
                <a:cxnLst/>
                <a:rect l="l" t="t" r="r" b="b"/>
                <a:pathLst>
                  <a:path w="626" h="226" extrusionOk="0">
                    <a:moveTo>
                      <a:pt x="203" y="1"/>
                    </a:moveTo>
                    <a:cubicBezTo>
                      <a:pt x="141" y="1"/>
                      <a:pt x="92" y="8"/>
                      <a:pt x="72" y="14"/>
                    </a:cubicBezTo>
                    <a:cubicBezTo>
                      <a:pt x="36" y="23"/>
                      <a:pt x="1" y="121"/>
                      <a:pt x="36" y="157"/>
                    </a:cubicBezTo>
                    <a:cubicBezTo>
                      <a:pt x="39" y="160"/>
                      <a:pt x="47" y="161"/>
                      <a:pt x="60" y="161"/>
                    </a:cubicBezTo>
                    <a:cubicBezTo>
                      <a:pt x="81" y="161"/>
                      <a:pt x="116" y="158"/>
                      <a:pt x="161" y="158"/>
                    </a:cubicBezTo>
                    <a:cubicBezTo>
                      <a:pt x="240" y="158"/>
                      <a:pt x="350" y="168"/>
                      <a:pt x="473" y="220"/>
                    </a:cubicBezTo>
                    <a:cubicBezTo>
                      <a:pt x="488" y="223"/>
                      <a:pt x="503" y="225"/>
                      <a:pt x="517" y="225"/>
                    </a:cubicBezTo>
                    <a:cubicBezTo>
                      <a:pt x="537" y="225"/>
                      <a:pt x="556" y="221"/>
                      <a:pt x="572" y="211"/>
                    </a:cubicBezTo>
                    <a:cubicBezTo>
                      <a:pt x="589" y="202"/>
                      <a:pt x="607" y="193"/>
                      <a:pt x="616" y="175"/>
                    </a:cubicBezTo>
                    <a:cubicBezTo>
                      <a:pt x="625" y="157"/>
                      <a:pt x="625" y="148"/>
                      <a:pt x="616" y="130"/>
                    </a:cubicBezTo>
                    <a:cubicBezTo>
                      <a:pt x="607" y="113"/>
                      <a:pt x="589" y="95"/>
                      <a:pt x="572" y="86"/>
                    </a:cubicBezTo>
                    <a:cubicBezTo>
                      <a:pt x="450" y="19"/>
                      <a:pt x="307" y="1"/>
                      <a:pt x="2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6732950" y="3147610"/>
                <a:ext cx="40397" cy="15507"/>
              </a:xfrm>
              <a:custGeom>
                <a:avLst/>
                <a:gdLst/>
                <a:ahLst/>
                <a:cxnLst/>
                <a:rect l="l" t="t" r="r" b="b"/>
                <a:pathLst>
                  <a:path w="607" h="233" extrusionOk="0">
                    <a:moveTo>
                      <a:pt x="476" y="0"/>
                    </a:moveTo>
                    <a:cubicBezTo>
                      <a:pt x="377" y="0"/>
                      <a:pt x="193" y="20"/>
                      <a:pt x="54" y="111"/>
                    </a:cubicBezTo>
                    <a:cubicBezTo>
                      <a:pt x="36" y="120"/>
                      <a:pt x="18" y="137"/>
                      <a:pt x="9" y="155"/>
                    </a:cubicBezTo>
                    <a:cubicBezTo>
                      <a:pt x="0" y="164"/>
                      <a:pt x="9" y="182"/>
                      <a:pt x="9" y="191"/>
                    </a:cubicBezTo>
                    <a:cubicBezTo>
                      <a:pt x="18" y="209"/>
                      <a:pt x="36" y="218"/>
                      <a:pt x="54" y="227"/>
                    </a:cubicBezTo>
                    <a:cubicBezTo>
                      <a:pt x="65" y="230"/>
                      <a:pt x="77" y="232"/>
                      <a:pt x="91" y="232"/>
                    </a:cubicBezTo>
                    <a:cubicBezTo>
                      <a:pt x="110" y="232"/>
                      <a:pt x="131" y="228"/>
                      <a:pt x="152" y="218"/>
                    </a:cubicBezTo>
                    <a:cubicBezTo>
                      <a:pt x="375" y="120"/>
                      <a:pt x="562" y="155"/>
                      <a:pt x="580" y="137"/>
                    </a:cubicBezTo>
                    <a:cubicBezTo>
                      <a:pt x="607" y="102"/>
                      <a:pt x="571" y="13"/>
                      <a:pt x="535" y="4"/>
                    </a:cubicBezTo>
                    <a:cubicBezTo>
                      <a:pt x="524" y="2"/>
                      <a:pt x="503" y="0"/>
                      <a:pt x="47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Google Shape;1446;p29"/>
              <p:cNvSpPr/>
              <p:nvPr/>
            </p:nvSpPr>
            <p:spPr>
              <a:xfrm>
                <a:off x="6819670" y="3178359"/>
                <a:ext cx="13044" cy="14709"/>
              </a:xfrm>
              <a:custGeom>
                <a:avLst/>
                <a:gdLst/>
                <a:ahLst/>
                <a:cxnLst/>
                <a:rect l="l" t="t" r="r" b="b"/>
                <a:pathLst>
                  <a:path w="196" h="221" extrusionOk="0">
                    <a:moveTo>
                      <a:pt x="88" y="0"/>
                    </a:moveTo>
                    <a:cubicBezTo>
                      <a:pt x="69" y="0"/>
                      <a:pt x="47" y="6"/>
                      <a:pt x="35" y="23"/>
                    </a:cubicBezTo>
                    <a:cubicBezTo>
                      <a:pt x="1" y="92"/>
                      <a:pt x="33" y="220"/>
                      <a:pt x="116" y="220"/>
                    </a:cubicBezTo>
                    <a:cubicBezTo>
                      <a:pt x="119" y="220"/>
                      <a:pt x="122" y="220"/>
                      <a:pt x="125" y="220"/>
                    </a:cubicBezTo>
                    <a:cubicBezTo>
                      <a:pt x="196" y="211"/>
                      <a:pt x="196" y="77"/>
                      <a:pt x="151" y="23"/>
                    </a:cubicBezTo>
                    <a:cubicBezTo>
                      <a:pt x="142" y="14"/>
                      <a:pt x="133" y="6"/>
                      <a:pt x="116" y="6"/>
                    </a:cubicBezTo>
                    <a:cubicBezTo>
                      <a:pt x="109" y="2"/>
                      <a:pt x="99" y="0"/>
                      <a:pt x="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Google Shape;1447;p29"/>
              <p:cNvSpPr/>
              <p:nvPr/>
            </p:nvSpPr>
            <p:spPr>
              <a:xfrm>
                <a:off x="6751918" y="3178092"/>
                <a:ext cx="12512" cy="14975"/>
              </a:xfrm>
              <a:custGeom>
                <a:avLst/>
                <a:gdLst/>
                <a:ahLst/>
                <a:cxnLst/>
                <a:rect l="l" t="t" r="r" b="b"/>
                <a:pathLst>
                  <a:path w="188" h="225" extrusionOk="0">
                    <a:moveTo>
                      <a:pt x="85" y="1"/>
                    </a:moveTo>
                    <a:cubicBezTo>
                      <a:pt x="70" y="1"/>
                      <a:pt x="54" y="5"/>
                      <a:pt x="45" y="18"/>
                    </a:cubicBezTo>
                    <a:cubicBezTo>
                      <a:pt x="1" y="81"/>
                      <a:pt x="1" y="215"/>
                      <a:pt x="90" y="224"/>
                    </a:cubicBezTo>
                    <a:cubicBezTo>
                      <a:pt x="92" y="224"/>
                      <a:pt x="95" y="224"/>
                      <a:pt x="97" y="224"/>
                    </a:cubicBezTo>
                    <a:cubicBezTo>
                      <a:pt x="163" y="224"/>
                      <a:pt x="187" y="105"/>
                      <a:pt x="161" y="45"/>
                    </a:cubicBezTo>
                    <a:cubicBezTo>
                      <a:pt x="152" y="27"/>
                      <a:pt x="143" y="18"/>
                      <a:pt x="126" y="10"/>
                    </a:cubicBezTo>
                    <a:cubicBezTo>
                      <a:pt x="117" y="5"/>
                      <a:pt x="101" y="1"/>
                      <a:pt x="8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6781002" y="3180488"/>
                <a:ext cx="32145" cy="46988"/>
              </a:xfrm>
              <a:custGeom>
                <a:avLst/>
                <a:gdLst/>
                <a:ahLst/>
                <a:cxnLst/>
                <a:rect l="l" t="t" r="r" b="b"/>
                <a:pathLst>
                  <a:path w="483" h="706" extrusionOk="0">
                    <a:moveTo>
                      <a:pt x="99" y="0"/>
                    </a:moveTo>
                    <a:lnTo>
                      <a:pt x="99" y="0"/>
                    </a:lnTo>
                    <a:cubicBezTo>
                      <a:pt x="63" y="179"/>
                      <a:pt x="1" y="616"/>
                      <a:pt x="117" y="678"/>
                    </a:cubicBezTo>
                    <a:cubicBezTo>
                      <a:pt x="152" y="705"/>
                      <a:pt x="197" y="705"/>
                      <a:pt x="242" y="705"/>
                    </a:cubicBezTo>
                    <a:cubicBezTo>
                      <a:pt x="349" y="705"/>
                      <a:pt x="465" y="669"/>
                      <a:pt x="483" y="660"/>
                    </a:cubicBezTo>
                    <a:lnTo>
                      <a:pt x="456" y="589"/>
                    </a:lnTo>
                    <a:cubicBezTo>
                      <a:pt x="411" y="602"/>
                      <a:pt x="315" y="633"/>
                      <a:pt x="235" y="633"/>
                    </a:cubicBezTo>
                    <a:cubicBezTo>
                      <a:pt x="204" y="633"/>
                      <a:pt x="175" y="628"/>
                      <a:pt x="152" y="616"/>
                    </a:cubicBezTo>
                    <a:cubicBezTo>
                      <a:pt x="108" y="589"/>
                      <a:pt x="117" y="312"/>
                      <a:pt x="170" y="9"/>
                    </a:cubicBezTo>
                    <a:lnTo>
                      <a:pt x="99" y="0"/>
                    </a:lnTo>
                    <a:close/>
                  </a:path>
                </a:pathLst>
              </a:custGeom>
              <a:solidFill>
                <a:srgbClr val="DD816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6779804" y="3239855"/>
                <a:ext cx="39266" cy="22163"/>
              </a:xfrm>
              <a:custGeom>
                <a:avLst/>
                <a:gdLst/>
                <a:ahLst/>
                <a:cxnLst/>
                <a:rect l="l" t="t" r="r" b="b"/>
                <a:pathLst>
                  <a:path w="590" h="333" extrusionOk="0">
                    <a:moveTo>
                      <a:pt x="590" y="0"/>
                    </a:moveTo>
                    <a:lnTo>
                      <a:pt x="1" y="36"/>
                    </a:lnTo>
                    <a:cubicBezTo>
                      <a:pt x="10" y="235"/>
                      <a:pt x="139" y="333"/>
                      <a:pt x="275" y="333"/>
                    </a:cubicBezTo>
                    <a:cubicBezTo>
                      <a:pt x="420" y="333"/>
                      <a:pt x="571" y="221"/>
                      <a:pt x="59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6655149" y="3435792"/>
                <a:ext cx="283846" cy="184091"/>
              </a:xfrm>
              <a:custGeom>
                <a:avLst/>
                <a:gdLst/>
                <a:ahLst/>
                <a:cxnLst/>
                <a:rect l="l" t="t" r="r" b="b"/>
                <a:pathLst>
                  <a:path w="4265" h="2766" extrusionOk="0">
                    <a:moveTo>
                      <a:pt x="125" y="0"/>
                    </a:moveTo>
                    <a:lnTo>
                      <a:pt x="1" y="45"/>
                    </a:lnTo>
                    <a:lnTo>
                      <a:pt x="36" y="348"/>
                    </a:lnTo>
                    <a:lnTo>
                      <a:pt x="340" y="2471"/>
                    </a:lnTo>
                    <a:lnTo>
                      <a:pt x="3908" y="2766"/>
                    </a:lnTo>
                    <a:lnTo>
                      <a:pt x="4265" y="125"/>
                    </a:lnTo>
                    <a:lnTo>
                      <a:pt x="4095" y="0"/>
                    </a:lnTo>
                    <a:lnTo>
                      <a:pt x="2133" y="892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29"/>
              <p:cNvSpPr/>
              <p:nvPr/>
            </p:nvSpPr>
            <p:spPr>
              <a:xfrm>
                <a:off x="6807158" y="3438454"/>
                <a:ext cx="137764" cy="247385"/>
              </a:xfrm>
              <a:custGeom>
                <a:avLst/>
                <a:gdLst/>
                <a:ahLst/>
                <a:cxnLst/>
                <a:rect l="l" t="t" r="r" b="b"/>
                <a:pathLst>
                  <a:path w="2070" h="3717" extrusionOk="0">
                    <a:moveTo>
                      <a:pt x="2013" y="0"/>
                    </a:moveTo>
                    <a:cubicBezTo>
                      <a:pt x="2005" y="0"/>
                      <a:pt x="1998" y="2"/>
                      <a:pt x="1990" y="5"/>
                    </a:cubicBezTo>
                    <a:lnTo>
                      <a:pt x="0" y="897"/>
                    </a:lnTo>
                    <a:lnTo>
                      <a:pt x="18" y="3716"/>
                    </a:lnTo>
                    <a:lnTo>
                      <a:pt x="1713" y="2770"/>
                    </a:lnTo>
                    <a:cubicBezTo>
                      <a:pt x="1731" y="2761"/>
                      <a:pt x="1749" y="2735"/>
                      <a:pt x="1749" y="2717"/>
                    </a:cubicBezTo>
                    <a:lnTo>
                      <a:pt x="2070" y="67"/>
                    </a:lnTo>
                    <a:cubicBezTo>
                      <a:pt x="2070" y="31"/>
                      <a:pt x="2046" y="0"/>
                      <a:pt x="20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Google Shape;1452;p29"/>
              <p:cNvSpPr/>
              <p:nvPr/>
            </p:nvSpPr>
            <p:spPr>
              <a:xfrm>
                <a:off x="6649825" y="3438454"/>
                <a:ext cx="137764" cy="247385"/>
              </a:xfrm>
              <a:custGeom>
                <a:avLst/>
                <a:gdLst/>
                <a:ahLst/>
                <a:cxnLst/>
                <a:rect l="l" t="t" r="r" b="b"/>
                <a:pathLst>
                  <a:path w="2070" h="3717" extrusionOk="0">
                    <a:moveTo>
                      <a:pt x="57" y="0"/>
                    </a:moveTo>
                    <a:cubicBezTo>
                      <a:pt x="24" y="0"/>
                      <a:pt x="0" y="31"/>
                      <a:pt x="0" y="67"/>
                    </a:cubicBezTo>
                    <a:lnTo>
                      <a:pt x="321" y="2717"/>
                    </a:lnTo>
                    <a:cubicBezTo>
                      <a:pt x="321" y="2735"/>
                      <a:pt x="339" y="2761"/>
                      <a:pt x="357" y="2770"/>
                    </a:cubicBezTo>
                    <a:lnTo>
                      <a:pt x="2052" y="3716"/>
                    </a:lnTo>
                    <a:lnTo>
                      <a:pt x="2070" y="897"/>
                    </a:lnTo>
                    <a:lnTo>
                      <a:pt x="81" y="5"/>
                    </a:lnTo>
                    <a:cubicBezTo>
                      <a:pt x="72" y="2"/>
                      <a:pt x="65" y="0"/>
                      <a:pt x="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6786393" y="3498087"/>
                <a:ext cx="22029" cy="187752"/>
              </a:xfrm>
              <a:custGeom>
                <a:avLst/>
                <a:gdLst/>
                <a:ahLst/>
                <a:cxnLst/>
                <a:rect l="l" t="t" r="r" b="b"/>
                <a:pathLst>
                  <a:path w="331" h="2821" extrusionOk="0">
                    <a:moveTo>
                      <a:pt x="18" y="1"/>
                    </a:moveTo>
                    <a:lnTo>
                      <a:pt x="0" y="2820"/>
                    </a:lnTo>
                    <a:lnTo>
                      <a:pt x="330" y="2820"/>
                    </a:lnTo>
                    <a:lnTo>
                      <a:pt x="31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6823797" y="3465475"/>
                <a:ext cx="102158" cy="96838"/>
              </a:xfrm>
              <a:custGeom>
                <a:avLst/>
                <a:gdLst/>
                <a:ahLst/>
                <a:cxnLst/>
                <a:rect l="l" t="t" r="r" b="b"/>
                <a:pathLst>
                  <a:path w="1535" h="1455" extrusionOk="0">
                    <a:moveTo>
                      <a:pt x="1535" y="0"/>
                    </a:moveTo>
                    <a:lnTo>
                      <a:pt x="0" y="687"/>
                    </a:lnTo>
                    <a:lnTo>
                      <a:pt x="0" y="1454"/>
                    </a:lnTo>
                    <a:lnTo>
                      <a:pt x="1454" y="821"/>
                    </a:lnTo>
                    <a:lnTo>
                      <a:pt x="153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6766760" y="3249372"/>
                <a:ext cx="93307" cy="39201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589" extrusionOk="0">
                    <a:moveTo>
                      <a:pt x="1348" y="0"/>
                    </a:moveTo>
                    <a:cubicBezTo>
                      <a:pt x="1339" y="0"/>
                      <a:pt x="1009" y="473"/>
                      <a:pt x="607" y="509"/>
                    </a:cubicBezTo>
                    <a:cubicBezTo>
                      <a:pt x="564" y="513"/>
                      <a:pt x="523" y="514"/>
                      <a:pt x="485" y="514"/>
                    </a:cubicBezTo>
                    <a:cubicBezTo>
                      <a:pt x="181" y="514"/>
                      <a:pt x="54" y="402"/>
                      <a:pt x="54" y="402"/>
                    </a:cubicBezTo>
                    <a:lnTo>
                      <a:pt x="1" y="455"/>
                    </a:lnTo>
                    <a:cubicBezTo>
                      <a:pt x="10" y="464"/>
                      <a:pt x="152" y="589"/>
                      <a:pt x="482" y="589"/>
                    </a:cubicBezTo>
                    <a:cubicBezTo>
                      <a:pt x="518" y="589"/>
                      <a:pt x="572" y="589"/>
                      <a:pt x="616" y="580"/>
                    </a:cubicBezTo>
                    <a:cubicBezTo>
                      <a:pt x="1044" y="544"/>
                      <a:pt x="1392" y="63"/>
                      <a:pt x="1401" y="45"/>
                    </a:cubicBezTo>
                    <a:lnTo>
                      <a:pt x="1348" y="0"/>
                    </a:lnTo>
                    <a:close/>
                  </a:path>
                </a:pathLst>
              </a:custGeom>
              <a:solidFill>
                <a:srgbClr val="DD816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Google Shape;1456;p29"/>
              <p:cNvSpPr/>
              <p:nvPr/>
            </p:nvSpPr>
            <p:spPr>
              <a:xfrm>
                <a:off x="6860002" y="3542212"/>
                <a:ext cx="97433" cy="123992"/>
              </a:xfrm>
              <a:custGeom>
                <a:avLst/>
                <a:gdLst/>
                <a:ahLst/>
                <a:cxnLst/>
                <a:rect l="l" t="t" r="r" b="b"/>
                <a:pathLst>
                  <a:path w="1464" h="1863" extrusionOk="0">
                    <a:moveTo>
                      <a:pt x="591" y="1"/>
                    </a:moveTo>
                    <a:cubicBezTo>
                      <a:pt x="583" y="1"/>
                      <a:pt x="577" y="3"/>
                      <a:pt x="571" y="7"/>
                    </a:cubicBezTo>
                    <a:cubicBezTo>
                      <a:pt x="500" y="70"/>
                      <a:pt x="857" y="533"/>
                      <a:pt x="919" y="774"/>
                    </a:cubicBezTo>
                    <a:cubicBezTo>
                      <a:pt x="866" y="658"/>
                      <a:pt x="750" y="542"/>
                      <a:pt x="669" y="400"/>
                    </a:cubicBezTo>
                    <a:cubicBezTo>
                      <a:pt x="544" y="190"/>
                      <a:pt x="418" y="5"/>
                      <a:pt x="359" y="5"/>
                    </a:cubicBezTo>
                    <a:cubicBezTo>
                      <a:pt x="355" y="5"/>
                      <a:pt x="351" y="5"/>
                      <a:pt x="348" y="7"/>
                    </a:cubicBezTo>
                    <a:cubicBezTo>
                      <a:pt x="268" y="52"/>
                      <a:pt x="393" y="364"/>
                      <a:pt x="482" y="507"/>
                    </a:cubicBezTo>
                    <a:cubicBezTo>
                      <a:pt x="580" y="667"/>
                      <a:pt x="678" y="765"/>
                      <a:pt x="776" y="935"/>
                    </a:cubicBezTo>
                    <a:cubicBezTo>
                      <a:pt x="652" y="810"/>
                      <a:pt x="562" y="712"/>
                      <a:pt x="455" y="560"/>
                    </a:cubicBezTo>
                    <a:cubicBezTo>
                      <a:pt x="379" y="459"/>
                      <a:pt x="240" y="191"/>
                      <a:pt x="180" y="191"/>
                    </a:cubicBezTo>
                    <a:cubicBezTo>
                      <a:pt x="176" y="191"/>
                      <a:pt x="173" y="192"/>
                      <a:pt x="170" y="194"/>
                    </a:cubicBezTo>
                    <a:cubicBezTo>
                      <a:pt x="116" y="239"/>
                      <a:pt x="179" y="489"/>
                      <a:pt x="241" y="596"/>
                    </a:cubicBezTo>
                    <a:cubicBezTo>
                      <a:pt x="348" y="765"/>
                      <a:pt x="455" y="908"/>
                      <a:pt x="562" y="1069"/>
                    </a:cubicBezTo>
                    <a:cubicBezTo>
                      <a:pt x="405" y="994"/>
                      <a:pt x="201" y="643"/>
                      <a:pt x="102" y="643"/>
                    </a:cubicBezTo>
                    <a:cubicBezTo>
                      <a:pt x="94" y="643"/>
                      <a:pt x="87" y="645"/>
                      <a:pt x="81" y="649"/>
                    </a:cubicBezTo>
                    <a:cubicBezTo>
                      <a:pt x="0" y="721"/>
                      <a:pt x="259" y="1069"/>
                      <a:pt x="384" y="1220"/>
                    </a:cubicBezTo>
                    <a:cubicBezTo>
                      <a:pt x="571" y="1452"/>
                      <a:pt x="785" y="1666"/>
                      <a:pt x="1017" y="1863"/>
                    </a:cubicBezTo>
                    <a:lnTo>
                      <a:pt x="1463" y="1559"/>
                    </a:lnTo>
                    <a:cubicBezTo>
                      <a:pt x="1463" y="1051"/>
                      <a:pt x="1347" y="632"/>
                      <a:pt x="1062" y="275"/>
                    </a:cubicBezTo>
                    <a:lnTo>
                      <a:pt x="1026" y="560"/>
                    </a:lnTo>
                    <a:cubicBezTo>
                      <a:pt x="951" y="369"/>
                      <a:pt x="691" y="1"/>
                      <a:pt x="591" y="1"/>
                    </a:cubicBezTo>
                    <a:close/>
                  </a:path>
                </a:pathLst>
              </a:custGeom>
              <a:solidFill>
                <a:srgbClr val="F2BE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29"/>
              <p:cNvSpPr/>
              <p:nvPr/>
            </p:nvSpPr>
            <p:spPr>
              <a:xfrm>
                <a:off x="6925291" y="3664939"/>
                <a:ext cx="219756" cy="276736"/>
              </a:xfrm>
              <a:custGeom>
                <a:avLst/>
                <a:gdLst/>
                <a:ahLst/>
                <a:cxnLst/>
                <a:rect l="l" t="t" r="r" b="b"/>
                <a:pathLst>
                  <a:path w="3302" h="4158" extrusionOk="0">
                    <a:moveTo>
                      <a:pt x="72" y="1"/>
                    </a:moveTo>
                    <a:lnTo>
                      <a:pt x="1" y="28"/>
                    </a:lnTo>
                    <a:cubicBezTo>
                      <a:pt x="1615" y="3605"/>
                      <a:pt x="3212" y="4140"/>
                      <a:pt x="3275" y="4158"/>
                    </a:cubicBezTo>
                    <a:lnTo>
                      <a:pt x="3301" y="4087"/>
                    </a:lnTo>
                    <a:cubicBezTo>
                      <a:pt x="3284" y="4087"/>
                      <a:pt x="1669" y="3542"/>
                      <a:pt x="7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6956172" y="3643575"/>
                <a:ext cx="235197" cy="146155"/>
              </a:xfrm>
              <a:custGeom>
                <a:avLst/>
                <a:gdLst/>
                <a:ahLst/>
                <a:cxnLst/>
                <a:rect l="l" t="t" r="r" b="b"/>
                <a:pathLst>
                  <a:path w="3534" h="2196" extrusionOk="0">
                    <a:moveTo>
                      <a:pt x="36" y="1"/>
                    </a:moveTo>
                    <a:lnTo>
                      <a:pt x="0" y="63"/>
                    </a:lnTo>
                    <a:cubicBezTo>
                      <a:pt x="27" y="81"/>
                      <a:pt x="2516" y="1232"/>
                      <a:pt x="3480" y="2195"/>
                    </a:cubicBezTo>
                    <a:lnTo>
                      <a:pt x="3533" y="2142"/>
                    </a:lnTo>
                    <a:cubicBezTo>
                      <a:pt x="2561" y="1169"/>
                      <a:pt x="54" y="10"/>
                      <a:pt x="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7033974" y="3512995"/>
                <a:ext cx="74872" cy="213176"/>
              </a:xfrm>
              <a:custGeom>
                <a:avLst/>
                <a:gdLst/>
                <a:ahLst/>
                <a:cxnLst/>
                <a:rect l="l" t="t" r="r" b="b"/>
                <a:pathLst>
                  <a:path w="1125" h="3203" extrusionOk="0">
                    <a:moveTo>
                      <a:pt x="63" y="0"/>
                    </a:moveTo>
                    <a:lnTo>
                      <a:pt x="0" y="36"/>
                    </a:lnTo>
                    <a:cubicBezTo>
                      <a:pt x="518" y="928"/>
                      <a:pt x="1044" y="3185"/>
                      <a:pt x="1053" y="3203"/>
                    </a:cubicBezTo>
                    <a:lnTo>
                      <a:pt x="1124" y="3185"/>
                    </a:lnTo>
                    <a:cubicBezTo>
                      <a:pt x="1115" y="3167"/>
                      <a:pt x="589" y="901"/>
                      <a:pt x="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Google Shape;1460;p29"/>
              <p:cNvSpPr/>
              <p:nvPr/>
            </p:nvSpPr>
            <p:spPr>
              <a:xfrm>
                <a:off x="6615949" y="3542212"/>
                <a:ext cx="97433" cy="123992"/>
              </a:xfrm>
              <a:custGeom>
                <a:avLst/>
                <a:gdLst/>
                <a:ahLst/>
                <a:cxnLst/>
                <a:rect l="l" t="t" r="r" b="b"/>
                <a:pathLst>
                  <a:path w="1464" h="1863" extrusionOk="0">
                    <a:moveTo>
                      <a:pt x="875" y="1"/>
                    </a:moveTo>
                    <a:cubicBezTo>
                      <a:pt x="780" y="1"/>
                      <a:pt x="513" y="369"/>
                      <a:pt x="438" y="560"/>
                    </a:cubicBezTo>
                    <a:lnTo>
                      <a:pt x="411" y="275"/>
                    </a:lnTo>
                    <a:cubicBezTo>
                      <a:pt x="117" y="632"/>
                      <a:pt x="1" y="1051"/>
                      <a:pt x="10" y="1559"/>
                    </a:cubicBezTo>
                    <a:lnTo>
                      <a:pt x="447" y="1863"/>
                    </a:lnTo>
                    <a:cubicBezTo>
                      <a:pt x="679" y="1666"/>
                      <a:pt x="893" y="1452"/>
                      <a:pt x="1080" y="1220"/>
                    </a:cubicBezTo>
                    <a:cubicBezTo>
                      <a:pt x="1205" y="1069"/>
                      <a:pt x="1464" y="721"/>
                      <a:pt x="1383" y="649"/>
                    </a:cubicBezTo>
                    <a:cubicBezTo>
                      <a:pt x="1378" y="645"/>
                      <a:pt x="1371" y="643"/>
                      <a:pt x="1364" y="643"/>
                    </a:cubicBezTo>
                    <a:cubicBezTo>
                      <a:pt x="1271" y="643"/>
                      <a:pt x="1067" y="994"/>
                      <a:pt x="902" y="1069"/>
                    </a:cubicBezTo>
                    <a:cubicBezTo>
                      <a:pt x="1009" y="908"/>
                      <a:pt x="1116" y="765"/>
                      <a:pt x="1223" y="596"/>
                    </a:cubicBezTo>
                    <a:cubicBezTo>
                      <a:pt x="1294" y="489"/>
                      <a:pt x="1357" y="239"/>
                      <a:pt x="1303" y="194"/>
                    </a:cubicBezTo>
                    <a:cubicBezTo>
                      <a:pt x="1300" y="192"/>
                      <a:pt x="1297" y="191"/>
                      <a:pt x="1293" y="191"/>
                    </a:cubicBezTo>
                    <a:cubicBezTo>
                      <a:pt x="1232" y="191"/>
                      <a:pt x="1085" y="459"/>
                      <a:pt x="1009" y="560"/>
                    </a:cubicBezTo>
                    <a:cubicBezTo>
                      <a:pt x="902" y="712"/>
                      <a:pt x="821" y="810"/>
                      <a:pt x="697" y="935"/>
                    </a:cubicBezTo>
                    <a:cubicBezTo>
                      <a:pt x="795" y="765"/>
                      <a:pt x="893" y="667"/>
                      <a:pt x="991" y="507"/>
                    </a:cubicBezTo>
                    <a:cubicBezTo>
                      <a:pt x="1071" y="364"/>
                      <a:pt x="1205" y="52"/>
                      <a:pt x="1116" y="7"/>
                    </a:cubicBezTo>
                    <a:cubicBezTo>
                      <a:pt x="1113" y="5"/>
                      <a:pt x="1110" y="5"/>
                      <a:pt x="1107" y="5"/>
                    </a:cubicBezTo>
                    <a:cubicBezTo>
                      <a:pt x="1055" y="5"/>
                      <a:pt x="929" y="190"/>
                      <a:pt x="804" y="400"/>
                    </a:cubicBezTo>
                    <a:cubicBezTo>
                      <a:pt x="714" y="542"/>
                      <a:pt x="598" y="658"/>
                      <a:pt x="545" y="774"/>
                    </a:cubicBezTo>
                    <a:cubicBezTo>
                      <a:pt x="607" y="533"/>
                      <a:pt x="964" y="70"/>
                      <a:pt x="893" y="7"/>
                    </a:cubicBezTo>
                    <a:cubicBezTo>
                      <a:pt x="888" y="3"/>
                      <a:pt x="882" y="1"/>
                      <a:pt x="875" y="1"/>
                    </a:cubicBezTo>
                    <a:close/>
                  </a:path>
                </a:pathLst>
              </a:custGeom>
              <a:solidFill>
                <a:srgbClr val="F2BE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Google Shape;1461;p29"/>
              <p:cNvSpPr/>
              <p:nvPr/>
            </p:nvSpPr>
            <p:spPr>
              <a:xfrm>
                <a:off x="6428932" y="3664939"/>
                <a:ext cx="219157" cy="276736"/>
              </a:xfrm>
              <a:custGeom>
                <a:avLst/>
                <a:gdLst/>
                <a:ahLst/>
                <a:cxnLst/>
                <a:rect l="l" t="t" r="r" b="b"/>
                <a:pathLst>
                  <a:path w="3293" h="4158" extrusionOk="0">
                    <a:moveTo>
                      <a:pt x="3230" y="1"/>
                    </a:moveTo>
                    <a:cubicBezTo>
                      <a:pt x="1624" y="3542"/>
                      <a:pt x="10" y="4087"/>
                      <a:pt x="1" y="4087"/>
                    </a:cubicBezTo>
                    <a:lnTo>
                      <a:pt x="18" y="4158"/>
                    </a:lnTo>
                    <a:cubicBezTo>
                      <a:pt x="90" y="4140"/>
                      <a:pt x="1678" y="3605"/>
                      <a:pt x="3292" y="28"/>
                    </a:cubicBezTo>
                    <a:lnTo>
                      <a:pt x="323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29"/>
              <p:cNvSpPr/>
              <p:nvPr/>
            </p:nvSpPr>
            <p:spPr>
              <a:xfrm>
                <a:off x="6382611" y="3643575"/>
                <a:ext cx="234598" cy="146155"/>
              </a:xfrm>
              <a:custGeom>
                <a:avLst/>
                <a:gdLst/>
                <a:ahLst/>
                <a:cxnLst/>
                <a:rect l="l" t="t" r="r" b="b"/>
                <a:pathLst>
                  <a:path w="3525" h="2196" extrusionOk="0">
                    <a:moveTo>
                      <a:pt x="3498" y="1"/>
                    </a:moveTo>
                    <a:cubicBezTo>
                      <a:pt x="3471" y="10"/>
                      <a:pt x="973" y="1169"/>
                      <a:pt x="1" y="2142"/>
                    </a:cubicBezTo>
                    <a:lnTo>
                      <a:pt x="54" y="2195"/>
                    </a:lnTo>
                    <a:cubicBezTo>
                      <a:pt x="1018" y="1232"/>
                      <a:pt x="3507" y="81"/>
                      <a:pt x="3525" y="63"/>
                    </a:cubicBezTo>
                    <a:lnTo>
                      <a:pt x="349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6549461" y="3514725"/>
                <a:ext cx="54706" cy="16392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2463" extrusionOk="0">
                    <a:moveTo>
                      <a:pt x="759" y="1"/>
                    </a:moveTo>
                    <a:cubicBezTo>
                      <a:pt x="277" y="1125"/>
                      <a:pt x="1" y="2427"/>
                      <a:pt x="1" y="2445"/>
                    </a:cubicBezTo>
                    <a:lnTo>
                      <a:pt x="72" y="2463"/>
                    </a:lnTo>
                    <a:cubicBezTo>
                      <a:pt x="72" y="2445"/>
                      <a:pt x="348" y="1152"/>
                      <a:pt x="821" y="36"/>
                    </a:cubicBezTo>
                    <a:lnTo>
                      <a:pt x="75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64" name="Google Shape;1464;p29"/>
          <p:cNvGrpSpPr/>
          <p:nvPr/>
        </p:nvGrpSpPr>
        <p:grpSpPr>
          <a:xfrm>
            <a:off x="5160873" y="281048"/>
            <a:ext cx="2533802" cy="1512017"/>
            <a:chOff x="5359848" y="509229"/>
            <a:chExt cx="2275733" cy="1358017"/>
          </a:xfrm>
        </p:grpSpPr>
        <p:sp>
          <p:nvSpPr>
            <p:cNvPr id="1465" name="Google Shape;1465;p29"/>
            <p:cNvSpPr/>
            <p:nvPr/>
          </p:nvSpPr>
          <p:spPr>
            <a:xfrm>
              <a:off x="5359848" y="509229"/>
              <a:ext cx="1928745" cy="488181"/>
            </a:xfrm>
            <a:custGeom>
              <a:avLst/>
              <a:gdLst/>
              <a:ahLst/>
              <a:cxnLst/>
              <a:rect l="l" t="t" r="r" b="b"/>
              <a:pathLst>
                <a:path w="23646" h="5985" extrusionOk="0">
                  <a:moveTo>
                    <a:pt x="1542" y="0"/>
                  </a:moveTo>
                  <a:cubicBezTo>
                    <a:pt x="690" y="0"/>
                    <a:pt x="0" y="690"/>
                    <a:pt x="0" y="1542"/>
                  </a:cubicBezTo>
                  <a:lnTo>
                    <a:pt x="0" y="4447"/>
                  </a:lnTo>
                  <a:cubicBezTo>
                    <a:pt x="0" y="5295"/>
                    <a:pt x="690" y="5984"/>
                    <a:pt x="1542" y="5984"/>
                  </a:cubicBezTo>
                  <a:lnTo>
                    <a:pt x="22108" y="5984"/>
                  </a:lnTo>
                  <a:cubicBezTo>
                    <a:pt x="22956" y="5984"/>
                    <a:pt x="23645" y="5295"/>
                    <a:pt x="23645" y="4447"/>
                  </a:cubicBezTo>
                  <a:lnTo>
                    <a:pt x="23645" y="1542"/>
                  </a:lnTo>
                  <a:cubicBezTo>
                    <a:pt x="23645" y="690"/>
                    <a:pt x="22956" y="0"/>
                    <a:pt x="2210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29"/>
            <p:cNvSpPr/>
            <p:nvPr/>
          </p:nvSpPr>
          <p:spPr>
            <a:xfrm>
              <a:off x="5359848" y="835906"/>
              <a:ext cx="1928745" cy="161504"/>
            </a:xfrm>
            <a:custGeom>
              <a:avLst/>
              <a:gdLst/>
              <a:ahLst/>
              <a:cxnLst/>
              <a:rect l="l" t="t" r="r" b="b"/>
              <a:pathLst>
                <a:path w="23646" h="1980" extrusionOk="0">
                  <a:moveTo>
                    <a:pt x="0" y="1"/>
                  </a:moveTo>
                  <a:lnTo>
                    <a:pt x="0" y="1217"/>
                  </a:lnTo>
                  <a:cubicBezTo>
                    <a:pt x="0" y="1641"/>
                    <a:pt x="343" y="1979"/>
                    <a:pt x="763" y="1979"/>
                  </a:cubicBezTo>
                  <a:lnTo>
                    <a:pt x="22883" y="1979"/>
                  </a:lnTo>
                  <a:cubicBezTo>
                    <a:pt x="23307" y="1979"/>
                    <a:pt x="23645" y="1641"/>
                    <a:pt x="23645" y="1217"/>
                  </a:cubicBezTo>
                  <a:lnTo>
                    <a:pt x="23645" y="1"/>
                  </a:lnTo>
                  <a:cubicBezTo>
                    <a:pt x="23645" y="425"/>
                    <a:pt x="23307" y="767"/>
                    <a:pt x="22883" y="767"/>
                  </a:cubicBezTo>
                  <a:lnTo>
                    <a:pt x="763" y="767"/>
                  </a:lnTo>
                  <a:cubicBezTo>
                    <a:pt x="343" y="767"/>
                    <a:pt x="0" y="425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29"/>
            <p:cNvSpPr/>
            <p:nvPr/>
          </p:nvSpPr>
          <p:spPr>
            <a:xfrm>
              <a:off x="5421350" y="822285"/>
              <a:ext cx="1805741" cy="27651"/>
            </a:xfrm>
            <a:custGeom>
              <a:avLst/>
              <a:gdLst/>
              <a:ahLst/>
              <a:cxnLst/>
              <a:rect l="l" t="t" r="r" b="b"/>
              <a:pathLst>
                <a:path w="22138" h="339" extrusionOk="0">
                  <a:moveTo>
                    <a:pt x="0" y="0"/>
                  </a:moveTo>
                  <a:lnTo>
                    <a:pt x="0" y="339"/>
                  </a:lnTo>
                  <a:lnTo>
                    <a:pt x="22138" y="339"/>
                  </a:lnTo>
                  <a:lnTo>
                    <a:pt x="221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29"/>
            <p:cNvSpPr/>
            <p:nvPr/>
          </p:nvSpPr>
          <p:spPr>
            <a:xfrm>
              <a:off x="5421350" y="760457"/>
              <a:ext cx="1805741" cy="27651"/>
            </a:xfrm>
            <a:custGeom>
              <a:avLst/>
              <a:gdLst/>
              <a:ahLst/>
              <a:cxnLst/>
              <a:rect l="l" t="t" r="r" b="b"/>
              <a:pathLst>
                <a:path w="22138" h="339" extrusionOk="0">
                  <a:moveTo>
                    <a:pt x="0" y="0"/>
                  </a:moveTo>
                  <a:lnTo>
                    <a:pt x="0" y="339"/>
                  </a:lnTo>
                  <a:lnTo>
                    <a:pt x="22138" y="339"/>
                  </a:lnTo>
                  <a:lnTo>
                    <a:pt x="221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29"/>
            <p:cNvSpPr/>
            <p:nvPr/>
          </p:nvSpPr>
          <p:spPr>
            <a:xfrm>
              <a:off x="5421350" y="698955"/>
              <a:ext cx="1805741" cy="27651"/>
            </a:xfrm>
            <a:custGeom>
              <a:avLst/>
              <a:gdLst/>
              <a:ahLst/>
              <a:cxnLst/>
              <a:rect l="l" t="t" r="r" b="b"/>
              <a:pathLst>
                <a:path w="22138" h="339" extrusionOk="0">
                  <a:moveTo>
                    <a:pt x="0" y="0"/>
                  </a:moveTo>
                  <a:lnTo>
                    <a:pt x="0" y="339"/>
                  </a:lnTo>
                  <a:lnTo>
                    <a:pt x="22138" y="339"/>
                  </a:lnTo>
                  <a:lnTo>
                    <a:pt x="221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29"/>
            <p:cNvSpPr/>
            <p:nvPr/>
          </p:nvSpPr>
          <p:spPr>
            <a:xfrm>
              <a:off x="6003417" y="571791"/>
              <a:ext cx="641936" cy="27651"/>
            </a:xfrm>
            <a:custGeom>
              <a:avLst/>
              <a:gdLst/>
              <a:ahLst/>
              <a:cxnLst/>
              <a:rect l="l" t="t" r="r" b="b"/>
              <a:pathLst>
                <a:path w="7870" h="339" extrusionOk="0">
                  <a:moveTo>
                    <a:pt x="168" y="0"/>
                  </a:moveTo>
                  <a:cubicBezTo>
                    <a:pt x="73" y="0"/>
                    <a:pt x="1" y="73"/>
                    <a:pt x="1" y="167"/>
                  </a:cubicBezTo>
                  <a:cubicBezTo>
                    <a:pt x="1" y="261"/>
                    <a:pt x="73" y="339"/>
                    <a:pt x="168" y="339"/>
                  </a:cubicBezTo>
                  <a:lnTo>
                    <a:pt x="7698" y="339"/>
                  </a:lnTo>
                  <a:cubicBezTo>
                    <a:pt x="7792" y="339"/>
                    <a:pt x="7870" y="261"/>
                    <a:pt x="7870" y="167"/>
                  </a:cubicBezTo>
                  <a:cubicBezTo>
                    <a:pt x="7870" y="73"/>
                    <a:pt x="7792" y="0"/>
                    <a:pt x="769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29"/>
            <p:cNvSpPr/>
            <p:nvPr/>
          </p:nvSpPr>
          <p:spPr>
            <a:xfrm>
              <a:off x="7162737" y="542834"/>
              <a:ext cx="47228" cy="25857"/>
            </a:xfrm>
            <a:custGeom>
              <a:avLst/>
              <a:gdLst/>
              <a:ahLst/>
              <a:cxnLst/>
              <a:rect l="l" t="t" r="r" b="b"/>
              <a:pathLst>
                <a:path w="579" h="317" extrusionOk="0">
                  <a:moveTo>
                    <a:pt x="541" y="1"/>
                  </a:moveTo>
                  <a:cubicBezTo>
                    <a:pt x="536" y="1"/>
                    <a:pt x="532" y="2"/>
                    <a:pt x="527" y="4"/>
                  </a:cubicBezTo>
                  <a:lnTo>
                    <a:pt x="26" y="252"/>
                  </a:lnTo>
                  <a:cubicBezTo>
                    <a:pt x="9" y="261"/>
                    <a:pt x="0" y="278"/>
                    <a:pt x="9" y="295"/>
                  </a:cubicBezTo>
                  <a:cubicBezTo>
                    <a:pt x="18" y="308"/>
                    <a:pt x="26" y="317"/>
                    <a:pt x="39" y="317"/>
                  </a:cubicBezTo>
                  <a:cubicBezTo>
                    <a:pt x="43" y="317"/>
                    <a:pt x="52" y="312"/>
                    <a:pt x="56" y="312"/>
                  </a:cubicBezTo>
                  <a:lnTo>
                    <a:pt x="557" y="64"/>
                  </a:lnTo>
                  <a:cubicBezTo>
                    <a:pt x="570" y="55"/>
                    <a:pt x="579" y="34"/>
                    <a:pt x="570" y="21"/>
                  </a:cubicBezTo>
                  <a:cubicBezTo>
                    <a:pt x="564" y="9"/>
                    <a:pt x="553" y="1"/>
                    <a:pt x="5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29"/>
            <p:cNvSpPr/>
            <p:nvPr/>
          </p:nvSpPr>
          <p:spPr>
            <a:xfrm>
              <a:off x="7156456" y="570730"/>
              <a:ext cx="51795" cy="27651"/>
            </a:xfrm>
            <a:custGeom>
              <a:avLst/>
              <a:gdLst/>
              <a:ahLst/>
              <a:cxnLst/>
              <a:rect l="l" t="t" r="r" b="b"/>
              <a:pathLst>
                <a:path w="635" h="339" extrusionOk="0">
                  <a:moveTo>
                    <a:pt x="601" y="0"/>
                  </a:moveTo>
                  <a:cubicBezTo>
                    <a:pt x="595" y="0"/>
                    <a:pt x="589" y="2"/>
                    <a:pt x="583" y="5"/>
                  </a:cubicBezTo>
                  <a:lnTo>
                    <a:pt x="26" y="274"/>
                  </a:lnTo>
                  <a:cubicBezTo>
                    <a:pt x="9" y="283"/>
                    <a:pt x="0" y="300"/>
                    <a:pt x="9" y="317"/>
                  </a:cubicBezTo>
                  <a:cubicBezTo>
                    <a:pt x="13" y="330"/>
                    <a:pt x="26" y="339"/>
                    <a:pt x="39" y="339"/>
                  </a:cubicBezTo>
                  <a:cubicBezTo>
                    <a:pt x="43" y="339"/>
                    <a:pt x="47" y="334"/>
                    <a:pt x="52" y="334"/>
                  </a:cubicBezTo>
                  <a:lnTo>
                    <a:pt x="613" y="65"/>
                  </a:lnTo>
                  <a:cubicBezTo>
                    <a:pt x="630" y="56"/>
                    <a:pt x="634" y="35"/>
                    <a:pt x="630" y="17"/>
                  </a:cubicBezTo>
                  <a:cubicBezTo>
                    <a:pt x="624" y="6"/>
                    <a:pt x="613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29"/>
            <p:cNvSpPr/>
            <p:nvPr/>
          </p:nvSpPr>
          <p:spPr>
            <a:xfrm>
              <a:off x="5586932" y="913885"/>
              <a:ext cx="47228" cy="25857"/>
            </a:xfrm>
            <a:custGeom>
              <a:avLst/>
              <a:gdLst/>
              <a:ahLst/>
              <a:cxnLst/>
              <a:rect l="l" t="t" r="r" b="b"/>
              <a:pathLst>
                <a:path w="579" h="317" extrusionOk="0">
                  <a:moveTo>
                    <a:pt x="538" y="1"/>
                  </a:moveTo>
                  <a:cubicBezTo>
                    <a:pt x="533" y="1"/>
                    <a:pt x="528" y="2"/>
                    <a:pt x="523" y="4"/>
                  </a:cubicBezTo>
                  <a:lnTo>
                    <a:pt x="26" y="252"/>
                  </a:lnTo>
                  <a:cubicBezTo>
                    <a:pt x="9" y="261"/>
                    <a:pt x="1" y="282"/>
                    <a:pt x="9" y="300"/>
                  </a:cubicBezTo>
                  <a:cubicBezTo>
                    <a:pt x="14" y="308"/>
                    <a:pt x="26" y="317"/>
                    <a:pt x="39" y="317"/>
                  </a:cubicBezTo>
                  <a:cubicBezTo>
                    <a:pt x="44" y="317"/>
                    <a:pt x="48" y="317"/>
                    <a:pt x="52" y="312"/>
                  </a:cubicBezTo>
                  <a:lnTo>
                    <a:pt x="553" y="64"/>
                  </a:lnTo>
                  <a:cubicBezTo>
                    <a:pt x="570" y="55"/>
                    <a:pt x="579" y="38"/>
                    <a:pt x="570" y="21"/>
                  </a:cubicBezTo>
                  <a:cubicBezTo>
                    <a:pt x="564" y="9"/>
                    <a:pt x="551" y="1"/>
                    <a:pt x="5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29"/>
            <p:cNvSpPr/>
            <p:nvPr/>
          </p:nvSpPr>
          <p:spPr>
            <a:xfrm>
              <a:off x="5580652" y="941863"/>
              <a:ext cx="51795" cy="27570"/>
            </a:xfrm>
            <a:custGeom>
              <a:avLst/>
              <a:gdLst/>
              <a:ahLst/>
              <a:cxnLst/>
              <a:rect l="l" t="t" r="r" b="b"/>
              <a:pathLst>
                <a:path w="635" h="338" extrusionOk="0">
                  <a:moveTo>
                    <a:pt x="597" y="0"/>
                  </a:moveTo>
                  <a:cubicBezTo>
                    <a:pt x="592" y="0"/>
                    <a:pt x="588" y="1"/>
                    <a:pt x="583" y="4"/>
                  </a:cubicBezTo>
                  <a:lnTo>
                    <a:pt x="22" y="274"/>
                  </a:lnTo>
                  <a:cubicBezTo>
                    <a:pt x="9" y="282"/>
                    <a:pt x="1" y="304"/>
                    <a:pt x="9" y="321"/>
                  </a:cubicBezTo>
                  <a:cubicBezTo>
                    <a:pt x="13" y="329"/>
                    <a:pt x="26" y="338"/>
                    <a:pt x="39" y="338"/>
                  </a:cubicBezTo>
                  <a:cubicBezTo>
                    <a:pt x="43" y="338"/>
                    <a:pt x="48" y="338"/>
                    <a:pt x="52" y="334"/>
                  </a:cubicBezTo>
                  <a:lnTo>
                    <a:pt x="613" y="64"/>
                  </a:lnTo>
                  <a:cubicBezTo>
                    <a:pt x="630" y="55"/>
                    <a:pt x="635" y="34"/>
                    <a:pt x="626" y="21"/>
                  </a:cubicBezTo>
                  <a:cubicBezTo>
                    <a:pt x="620" y="8"/>
                    <a:pt x="609" y="0"/>
                    <a:pt x="5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9"/>
            <p:cNvSpPr/>
            <p:nvPr/>
          </p:nvSpPr>
          <p:spPr>
            <a:xfrm>
              <a:off x="5465397" y="822285"/>
              <a:ext cx="2170185" cy="1044961"/>
            </a:xfrm>
            <a:custGeom>
              <a:avLst/>
              <a:gdLst/>
              <a:ahLst/>
              <a:cxnLst/>
              <a:rect l="l" t="t" r="r" b="b"/>
              <a:pathLst>
                <a:path w="26606" h="12811" extrusionOk="0">
                  <a:moveTo>
                    <a:pt x="681" y="0"/>
                  </a:moveTo>
                  <a:cubicBezTo>
                    <a:pt x="681" y="0"/>
                    <a:pt x="0" y="3029"/>
                    <a:pt x="3131" y="4181"/>
                  </a:cubicBezTo>
                  <a:cubicBezTo>
                    <a:pt x="6258" y="5333"/>
                    <a:pt x="8503" y="6644"/>
                    <a:pt x="8948" y="8790"/>
                  </a:cubicBezTo>
                  <a:cubicBezTo>
                    <a:pt x="9301" y="10474"/>
                    <a:pt x="12290" y="12810"/>
                    <a:pt x="16574" y="12810"/>
                  </a:cubicBezTo>
                  <a:cubicBezTo>
                    <a:pt x="17749" y="12810"/>
                    <a:pt x="19022" y="12634"/>
                    <a:pt x="20364" y="12221"/>
                  </a:cubicBezTo>
                  <a:cubicBezTo>
                    <a:pt x="26605" y="10302"/>
                    <a:pt x="25770" y="7677"/>
                    <a:pt x="23067" y="6404"/>
                  </a:cubicBezTo>
                  <a:cubicBezTo>
                    <a:pt x="20364" y="5136"/>
                    <a:pt x="21520" y="3457"/>
                    <a:pt x="21598" y="2686"/>
                  </a:cubicBezTo>
                  <a:cubicBezTo>
                    <a:pt x="21679" y="1915"/>
                    <a:pt x="21195" y="159"/>
                    <a:pt x="20480" y="0"/>
                  </a:cubicBezTo>
                  <a:close/>
                </a:path>
              </a:pathLst>
            </a:custGeom>
            <a:solidFill>
              <a:srgbClr val="FFFFFF">
                <a:alpha val="22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9"/>
            <p:cNvSpPr/>
            <p:nvPr/>
          </p:nvSpPr>
          <p:spPr>
            <a:xfrm>
              <a:off x="5421350" y="585413"/>
              <a:ext cx="58729" cy="23818"/>
            </a:xfrm>
            <a:custGeom>
              <a:avLst/>
              <a:gdLst/>
              <a:ahLst/>
              <a:cxnLst/>
              <a:rect l="l" t="t" r="r" b="b"/>
              <a:pathLst>
                <a:path w="720" h="292" extrusionOk="0">
                  <a:moveTo>
                    <a:pt x="0" y="0"/>
                  </a:moveTo>
                  <a:lnTo>
                    <a:pt x="0" y="292"/>
                  </a:lnTo>
                  <a:lnTo>
                    <a:pt x="720" y="292"/>
                  </a:lnTo>
                  <a:lnTo>
                    <a:pt x="720" y="0"/>
                  </a:lnTo>
                  <a:close/>
                </a:path>
              </a:pathLst>
            </a:custGeom>
            <a:solidFill>
              <a:srgbClr val="E2F2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9"/>
            <p:cNvSpPr/>
            <p:nvPr/>
          </p:nvSpPr>
          <p:spPr>
            <a:xfrm>
              <a:off x="5515642" y="585413"/>
              <a:ext cx="58484" cy="23818"/>
            </a:xfrm>
            <a:custGeom>
              <a:avLst/>
              <a:gdLst/>
              <a:ahLst/>
              <a:cxnLst/>
              <a:rect l="l" t="t" r="r" b="b"/>
              <a:pathLst>
                <a:path w="717" h="292" extrusionOk="0">
                  <a:moveTo>
                    <a:pt x="1" y="0"/>
                  </a:moveTo>
                  <a:lnTo>
                    <a:pt x="1" y="292"/>
                  </a:lnTo>
                  <a:lnTo>
                    <a:pt x="716" y="292"/>
                  </a:lnTo>
                  <a:lnTo>
                    <a:pt x="716" y="0"/>
                  </a:lnTo>
                  <a:close/>
                </a:path>
              </a:pathLst>
            </a:custGeom>
            <a:solidFill>
              <a:srgbClr val="E2F2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29"/>
            <p:cNvSpPr/>
            <p:nvPr/>
          </p:nvSpPr>
          <p:spPr>
            <a:xfrm>
              <a:off x="5716951" y="585413"/>
              <a:ext cx="58402" cy="23818"/>
            </a:xfrm>
            <a:custGeom>
              <a:avLst/>
              <a:gdLst/>
              <a:ahLst/>
              <a:cxnLst/>
              <a:rect l="l" t="t" r="r" b="b"/>
              <a:pathLst>
                <a:path w="716" h="292" extrusionOk="0">
                  <a:moveTo>
                    <a:pt x="0" y="0"/>
                  </a:moveTo>
                  <a:lnTo>
                    <a:pt x="0" y="292"/>
                  </a:lnTo>
                  <a:lnTo>
                    <a:pt x="716" y="292"/>
                  </a:lnTo>
                  <a:lnTo>
                    <a:pt x="7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29"/>
            <p:cNvSpPr/>
            <p:nvPr/>
          </p:nvSpPr>
          <p:spPr>
            <a:xfrm>
              <a:off x="5904557" y="816657"/>
              <a:ext cx="190134" cy="181488"/>
            </a:xfrm>
            <a:custGeom>
              <a:avLst/>
              <a:gdLst/>
              <a:ahLst/>
              <a:cxnLst/>
              <a:rect l="l" t="t" r="r" b="b"/>
              <a:pathLst>
                <a:path w="2331" h="2225" extrusionOk="0">
                  <a:moveTo>
                    <a:pt x="2031" y="0"/>
                  </a:moveTo>
                  <a:cubicBezTo>
                    <a:pt x="2028" y="0"/>
                    <a:pt x="2025" y="1"/>
                    <a:pt x="2022" y="1"/>
                  </a:cubicBezTo>
                  <a:cubicBezTo>
                    <a:pt x="1984" y="9"/>
                    <a:pt x="1962" y="44"/>
                    <a:pt x="1967" y="82"/>
                  </a:cubicBezTo>
                  <a:cubicBezTo>
                    <a:pt x="1971" y="91"/>
                    <a:pt x="2189" y="1205"/>
                    <a:pt x="1740" y="1770"/>
                  </a:cubicBezTo>
                  <a:cubicBezTo>
                    <a:pt x="1572" y="1976"/>
                    <a:pt x="1337" y="2083"/>
                    <a:pt x="1033" y="2087"/>
                  </a:cubicBezTo>
                  <a:cubicBezTo>
                    <a:pt x="998" y="2087"/>
                    <a:pt x="227" y="2070"/>
                    <a:pt x="150" y="1350"/>
                  </a:cubicBezTo>
                  <a:cubicBezTo>
                    <a:pt x="138" y="1222"/>
                    <a:pt x="185" y="1102"/>
                    <a:pt x="275" y="1025"/>
                  </a:cubicBezTo>
                  <a:cubicBezTo>
                    <a:pt x="338" y="970"/>
                    <a:pt x="413" y="943"/>
                    <a:pt x="500" y="943"/>
                  </a:cubicBezTo>
                  <a:cubicBezTo>
                    <a:pt x="591" y="943"/>
                    <a:pt x="694" y="972"/>
                    <a:pt x="810" y="1029"/>
                  </a:cubicBezTo>
                  <a:cubicBezTo>
                    <a:pt x="819" y="1034"/>
                    <a:pt x="829" y="1037"/>
                    <a:pt x="839" y="1037"/>
                  </a:cubicBezTo>
                  <a:cubicBezTo>
                    <a:pt x="863" y="1037"/>
                    <a:pt x="888" y="1023"/>
                    <a:pt x="900" y="999"/>
                  </a:cubicBezTo>
                  <a:cubicBezTo>
                    <a:pt x="917" y="969"/>
                    <a:pt x="900" y="926"/>
                    <a:pt x="870" y="909"/>
                  </a:cubicBezTo>
                  <a:cubicBezTo>
                    <a:pt x="724" y="837"/>
                    <a:pt x="602" y="810"/>
                    <a:pt x="501" y="810"/>
                  </a:cubicBezTo>
                  <a:cubicBezTo>
                    <a:pt x="360" y="810"/>
                    <a:pt x="259" y="862"/>
                    <a:pt x="189" y="922"/>
                  </a:cubicBezTo>
                  <a:cubicBezTo>
                    <a:pt x="65" y="1025"/>
                    <a:pt x="0" y="1192"/>
                    <a:pt x="18" y="1363"/>
                  </a:cubicBezTo>
                  <a:cubicBezTo>
                    <a:pt x="108" y="2203"/>
                    <a:pt x="1020" y="2224"/>
                    <a:pt x="1033" y="2224"/>
                  </a:cubicBezTo>
                  <a:cubicBezTo>
                    <a:pt x="1380" y="2215"/>
                    <a:pt x="1654" y="2091"/>
                    <a:pt x="1842" y="1851"/>
                  </a:cubicBezTo>
                  <a:cubicBezTo>
                    <a:pt x="2331" y="1243"/>
                    <a:pt x="2108" y="104"/>
                    <a:pt x="2099" y="57"/>
                  </a:cubicBezTo>
                  <a:cubicBezTo>
                    <a:pt x="2092" y="21"/>
                    <a:pt x="2062" y="0"/>
                    <a:pt x="20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29"/>
            <p:cNvSpPr/>
            <p:nvPr/>
          </p:nvSpPr>
          <p:spPr>
            <a:xfrm>
              <a:off x="6045342" y="820898"/>
              <a:ext cx="152450" cy="312811"/>
            </a:xfrm>
            <a:custGeom>
              <a:avLst/>
              <a:gdLst/>
              <a:ahLst/>
              <a:cxnLst/>
              <a:rect l="l" t="t" r="r" b="b"/>
              <a:pathLst>
                <a:path w="1869" h="3835" extrusionOk="0">
                  <a:moveTo>
                    <a:pt x="1615" y="1"/>
                  </a:moveTo>
                  <a:cubicBezTo>
                    <a:pt x="1608" y="1"/>
                    <a:pt x="1601" y="2"/>
                    <a:pt x="1594" y="5"/>
                  </a:cubicBezTo>
                  <a:cubicBezTo>
                    <a:pt x="1560" y="13"/>
                    <a:pt x="1538" y="52"/>
                    <a:pt x="1551" y="86"/>
                  </a:cubicBezTo>
                  <a:cubicBezTo>
                    <a:pt x="1551" y="95"/>
                    <a:pt x="1731" y="660"/>
                    <a:pt x="1633" y="1384"/>
                  </a:cubicBezTo>
                  <a:cubicBezTo>
                    <a:pt x="1500" y="2356"/>
                    <a:pt x="964" y="3136"/>
                    <a:pt x="39" y="3710"/>
                  </a:cubicBezTo>
                  <a:cubicBezTo>
                    <a:pt x="9" y="3727"/>
                    <a:pt x="1" y="3770"/>
                    <a:pt x="18" y="3800"/>
                  </a:cubicBezTo>
                  <a:cubicBezTo>
                    <a:pt x="31" y="3821"/>
                    <a:pt x="52" y="3834"/>
                    <a:pt x="74" y="3834"/>
                  </a:cubicBezTo>
                  <a:cubicBezTo>
                    <a:pt x="86" y="3834"/>
                    <a:pt x="99" y="3830"/>
                    <a:pt x="112" y="3821"/>
                  </a:cubicBezTo>
                  <a:cubicBezTo>
                    <a:pt x="1311" y="3080"/>
                    <a:pt x="1676" y="2095"/>
                    <a:pt x="1766" y="1397"/>
                  </a:cubicBezTo>
                  <a:cubicBezTo>
                    <a:pt x="1868" y="643"/>
                    <a:pt x="1688" y="69"/>
                    <a:pt x="1680" y="47"/>
                  </a:cubicBezTo>
                  <a:cubicBezTo>
                    <a:pt x="1670" y="20"/>
                    <a:pt x="1643" y="1"/>
                    <a:pt x="16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29"/>
            <p:cNvSpPr/>
            <p:nvPr/>
          </p:nvSpPr>
          <p:spPr>
            <a:xfrm>
              <a:off x="6188249" y="820816"/>
              <a:ext cx="116478" cy="377168"/>
            </a:xfrm>
            <a:custGeom>
              <a:avLst/>
              <a:gdLst/>
              <a:ahLst/>
              <a:cxnLst/>
              <a:rect l="l" t="t" r="r" b="b"/>
              <a:pathLst>
                <a:path w="1428" h="4624" extrusionOk="0">
                  <a:moveTo>
                    <a:pt x="1070" y="1"/>
                  </a:moveTo>
                  <a:cubicBezTo>
                    <a:pt x="1068" y="1"/>
                    <a:pt x="1065" y="1"/>
                    <a:pt x="1063" y="1"/>
                  </a:cubicBezTo>
                  <a:cubicBezTo>
                    <a:pt x="1024" y="6"/>
                    <a:pt x="999" y="36"/>
                    <a:pt x="1003" y="74"/>
                  </a:cubicBezTo>
                  <a:cubicBezTo>
                    <a:pt x="1007" y="104"/>
                    <a:pt x="1290" y="3133"/>
                    <a:pt x="26" y="4512"/>
                  </a:cubicBezTo>
                  <a:cubicBezTo>
                    <a:pt x="1" y="4538"/>
                    <a:pt x="5" y="4580"/>
                    <a:pt x="31" y="4606"/>
                  </a:cubicBezTo>
                  <a:cubicBezTo>
                    <a:pt x="43" y="4619"/>
                    <a:pt x="61" y="4623"/>
                    <a:pt x="78" y="4623"/>
                  </a:cubicBezTo>
                  <a:cubicBezTo>
                    <a:pt x="95" y="4623"/>
                    <a:pt x="112" y="4615"/>
                    <a:pt x="125" y="4602"/>
                  </a:cubicBezTo>
                  <a:cubicBezTo>
                    <a:pt x="1427" y="3180"/>
                    <a:pt x="1149" y="190"/>
                    <a:pt x="1136" y="61"/>
                  </a:cubicBezTo>
                  <a:cubicBezTo>
                    <a:pt x="1132" y="26"/>
                    <a:pt x="1102" y="1"/>
                    <a:pt x="107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29"/>
            <p:cNvSpPr/>
            <p:nvPr/>
          </p:nvSpPr>
          <p:spPr>
            <a:xfrm>
              <a:off x="6553753" y="816657"/>
              <a:ext cx="190460" cy="181488"/>
            </a:xfrm>
            <a:custGeom>
              <a:avLst/>
              <a:gdLst/>
              <a:ahLst/>
              <a:cxnLst/>
              <a:rect l="l" t="t" r="r" b="b"/>
              <a:pathLst>
                <a:path w="2335" h="2225" extrusionOk="0">
                  <a:moveTo>
                    <a:pt x="303" y="0"/>
                  </a:moveTo>
                  <a:cubicBezTo>
                    <a:pt x="269" y="0"/>
                    <a:pt x="239" y="21"/>
                    <a:pt x="232" y="57"/>
                  </a:cubicBezTo>
                  <a:cubicBezTo>
                    <a:pt x="223" y="104"/>
                    <a:pt x="0" y="1243"/>
                    <a:pt x="489" y="1851"/>
                  </a:cubicBezTo>
                  <a:cubicBezTo>
                    <a:pt x="681" y="2091"/>
                    <a:pt x="951" y="2215"/>
                    <a:pt x="1302" y="2224"/>
                  </a:cubicBezTo>
                  <a:cubicBezTo>
                    <a:pt x="1311" y="2224"/>
                    <a:pt x="2228" y="2203"/>
                    <a:pt x="2313" y="1363"/>
                  </a:cubicBezTo>
                  <a:cubicBezTo>
                    <a:pt x="2335" y="1192"/>
                    <a:pt x="2270" y="1025"/>
                    <a:pt x="2146" y="922"/>
                  </a:cubicBezTo>
                  <a:cubicBezTo>
                    <a:pt x="2077" y="862"/>
                    <a:pt x="1975" y="810"/>
                    <a:pt x="1835" y="810"/>
                  </a:cubicBezTo>
                  <a:cubicBezTo>
                    <a:pt x="1733" y="810"/>
                    <a:pt x="1611" y="837"/>
                    <a:pt x="1465" y="909"/>
                  </a:cubicBezTo>
                  <a:cubicBezTo>
                    <a:pt x="1431" y="926"/>
                    <a:pt x="1418" y="969"/>
                    <a:pt x="1435" y="999"/>
                  </a:cubicBezTo>
                  <a:cubicBezTo>
                    <a:pt x="1447" y="1023"/>
                    <a:pt x="1470" y="1037"/>
                    <a:pt x="1494" y="1037"/>
                  </a:cubicBezTo>
                  <a:cubicBezTo>
                    <a:pt x="1504" y="1037"/>
                    <a:pt x="1515" y="1034"/>
                    <a:pt x="1525" y="1029"/>
                  </a:cubicBezTo>
                  <a:cubicBezTo>
                    <a:pt x="1641" y="972"/>
                    <a:pt x="1744" y="943"/>
                    <a:pt x="1835" y="943"/>
                  </a:cubicBezTo>
                  <a:cubicBezTo>
                    <a:pt x="1922" y="943"/>
                    <a:pt x="1998" y="970"/>
                    <a:pt x="2061" y="1025"/>
                  </a:cubicBezTo>
                  <a:cubicBezTo>
                    <a:pt x="2151" y="1102"/>
                    <a:pt x="2193" y="1222"/>
                    <a:pt x="2181" y="1350"/>
                  </a:cubicBezTo>
                  <a:cubicBezTo>
                    <a:pt x="2108" y="2070"/>
                    <a:pt x="1332" y="2087"/>
                    <a:pt x="1302" y="2087"/>
                  </a:cubicBezTo>
                  <a:cubicBezTo>
                    <a:pt x="998" y="2083"/>
                    <a:pt x="758" y="1976"/>
                    <a:pt x="596" y="1770"/>
                  </a:cubicBezTo>
                  <a:cubicBezTo>
                    <a:pt x="146" y="1209"/>
                    <a:pt x="364" y="91"/>
                    <a:pt x="364" y="82"/>
                  </a:cubicBezTo>
                  <a:cubicBezTo>
                    <a:pt x="373" y="44"/>
                    <a:pt x="347" y="9"/>
                    <a:pt x="313" y="1"/>
                  </a:cubicBezTo>
                  <a:cubicBezTo>
                    <a:pt x="310" y="1"/>
                    <a:pt x="306" y="0"/>
                    <a:pt x="30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29"/>
            <p:cNvSpPr/>
            <p:nvPr/>
          </p:nvSpPr>
          <p:spPr>
            <a:xfrm>
              <a:off x="6450978" y="820898"/>
              <a:ext cx="152450" cy="312811"/>
            </a:xfrm>
            <a:custGeom>
              <a:avLst/>
              <a:gdLst/>
              <a:ahLst/>
              <a:cxnLst/>
              <a:rect l="l" t="t" r="r" b="b"/>
              <a:pathLst>
                <a:path w="1869" h="3835" extrusionOk="0">
                  <a:moveTo>
                    <a:pt x="250" y="1"/>
                  </a:moveTo>
                  <a:cubicBezTo>
                    <a:pt x="222" y="1"/>
                    <a:pt x="196" y="20"/>
                    <a:pt x="189" y="47"/>
                  </a:cubicBezTo>
                  <a:cubicBezTo>
                    <a:pt x="181" y="69"/>
                    <a:pt x="1" y="643"/>
                    <a:pt x="99" y="1397"/>
                  </a:cubicBezTo>
                  <a:cubicBezTo>
                    <a:pt x="194" y="2095"/>
                    <a:pt x="558" y="3080"/>
                    <a:pt x="1757" y="3821"/>
                  </a:cubicBezTo>
                  <a:cubicBezTo>
                    <a:pt x="1766" y="3830"/>
                    <a:pt x="1779" y="3834"/>
                    <a:pt x="1791" y="3834"/>
                  </a:cubicBezTo>
                  <a:cubicBezTo>
                    <a:pt x="1813" y="3834"/>
                    <a:pt x="1834" y="3821"/>
                    <a:pt x="1847" y="3800"/>
                  </a:cubicBezTo>
                  <a:cubicBezTo>
                    <a:pt x="1868" y="3770"/>
                    <a:pt x="1860" y="3727"/>
                    <a:pt x="1826" y="3710"/>
                  </a:cubicBezTo>
                  <a:cubicBezTo>
                    <a:pt x="900" y="3136"/>
                    <a:pt x="365" y="2356"/>
                    <a:pt x="232" y="1384"/>
                  </a:cubicBezTo>
                  <a:cubicBezTo>
                    <a:pt x="134" y="660"/>
                    <a:pt x="314" y="95"/>
                    <a:pt x="314" y="86"/>
                  </a:cubicBezTo>
                  <a:cubicBezTo>
                    <a:pt x="326" y="52"/>
                    <a:pt x="309" y="13"/>
                    <a:pt x="271" y="5"/>
                  </a:cubicBezTo>
                  <a:cubicBezTo>
                    <a:pt x="264" y="2"/>
                    <a:pt x="257" y="1"/>
                    <a:pt x="25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29"/>
            <p:cNvSpPr/>
            <p:nvPr/>
          </p:nvSpPr>
          <p:spPr>
            <a:xfrm>
              <a:off x="6343717" y="820816"/>
              <a:ext cx="116478" cy="377168"/>
            </a:xfrm>
            <a:custGeom>
              <a:avLst/>
              <a:gdLst/>
              <a:ahLst/>
              <a:cxnLst/>
              <a:rect l="l" t="t" r="r" b="b"/>
              <a:pathLst>
                <a:path w="1428" h="4624" extrusionOk="0">
                  <a:moveTo>
                    <a:pt x="361" y="1"/>
                  </a:moveTo>
                  <a:cubicBezTo>
                    <a:pt x="326" y="1"/>
                    <a:pt x="296" y="26"/>
                    <a:pt x="292" y="61"/>
                  </a:cubicBezTo>
                  <a:cubicBezTo>
                    <a:pt x="284" y="190"/>
                    <a:pt x="1" y="3180"/>
                    <a:pt x="1303" y="4602"/>
                  </a:cubicBezTo>
                  <a:cubicBezTo>
                    <a:pt x="1316" y="4615"/>
                    <a:pt x="1337" y="4623"/>
                    <a:pt x="1354" y="4623"/>
                  </a:cubicBezTo>
                  <a:cubicBezTo>
                    <a:pt x="1372" y="4623"/>
                    <a:pt x="1384" y="4619"/>
                    <a:pt x="1397" y="4606"/>
                  </a:cubicBezTo>
                  <a:cubicBezTo>
                    <a:pt x="1427" y="4580"/>
                    <a:pt x="1427" y="4538"/>
                    <a:pt x="1402" y="4512"/>
                  </a:cubicBezTo>
                  <a:cubicBezTo>
                    <a:pt x="142" y="3133"/>
                    <a:pt x="425" y="104"/>
                    <a:pt x="429" y="74"/>
                  </a:cubicBezTo>
                  <a:cubicBezTo>
                    <a:pt x="429" y="36"/>
                    <a:pt x="403" y="6"/>
                    <a:pt x="369" y="1"/>
                  </a:cubicBezTo>
                  <a:cubicBezTo>
                    <a:pt x="366" y="1"/>
                    <a:pt x="364" y="1"/>
                    <a:pt x="36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92" name="Google Shape;1492;p30"/>
          <p:cNvSpPr txBox="1">
            <a:spLocks noGrp="1"/>
          </p:cNvSpPr>
          <p:nvPr>
            <p:ph type="subTitle" idx="2"/>
          </p:nvPr>
        </p:nvSpPr>
        <p:spPr>
          <a:xfrm>
            <a:off x="965200" y="1367680"/>
            <a:ext cx="7213600" cy="31044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95300" indent="-342900" algn="just"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goal of this system is to provide a simple and user-friendly platform where customers can easily request Air-Con services.</a:t>
            </a:r>
          </a:p>
          <a:p>
            <a:pPr marL="495300" indent="-342900" algn="just"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Technicians can manage jobs efficiently and complete work faster.</a:t>
            </a:r>
          </a:p>
          <a:p>
            <a:pPr marL="495300" indent="-342900" algn="just"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Administrators can monitor and control all operations from one centralized system.</a:t>
            </a:r>
          </a:p>
          <a:p>
            <a:pPr marL="171450" indent="-171450" algn="just">
              <a:buSzPct val="100000"/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Google Shape;1351;p29"/>
          <p:cNvSpPr txBox="1">
            <a:spLocks noGrp="1"/>
          </p:cNvSpPr>
          <p:nvPr>
            <p:ph type="title"/>
          </p:nvPr>
        </p:nvSpPr>
        <p:spPr>
          <a:xfrm>
            <a:off x="713225" y="2599900"/>
            <a:ext cx="3981600" cy="89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Scope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52" name="Google Shape;1352;p29"/>
          <p:cNvSpPr txBox="1">
            <a:spLocks noGrp="1"/>
          </p:cNvSpPr>
          <p:nvPr>
            <p:ph type="title" idx="2"/>
          </p:nvPr>
        </p:nvSpPr>
        <p:spPr>
          <a:xfrm>
            <a:off x="713225" y="1475500"/>
            <a:ext cx="1332600" cy="101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53" name="Google Shape;1353;p29"/>
          <p:cNvSpPr/>
          <p:nvPr/>
        </p:nvSpPr>
        <p:spPr>
          <a:xfrm>
            <a:off x="4572125" y="4297182"/>
            <a:ext cx="4717248" cy="10810"/>
          </a:xfrm>
          <a:custGeom>
            <a:avLst/>
            <a:gdLst/>
            <a:ahLst/>
            <a:cxnLst/>
            <a:rect l="l" t="t" r="r" b="b"/>
            <a:pathLst>
              <a:path w="63710" h="146" extrusionOk="0">
                <a:moveTo>
                  <a:pt x="1" y="0"/>
                </a:moveTo>
                <a:lnTo>
                  <a:pt x="1" y="146"/>
                </a:lnTo>
                <a:lnTo>
                  <a:pt x="63710" y="146"/>
                </a:lnTo>
                <a:lnTo>
                  <a:pt x="6371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54" name="Google Shape;1354;p29"/>
          <p:cNvGrpSpPr/>
          <p:nvPr/>
        </p:nvGrpSpPr>
        <p:grpSpPr>
          <a:xfrm>
            <a:off x="5288076" y="1273563"/>
            <a:ext cx="3188647" cy="3251963"/>
            <a:chOff x="5386476" y="1593719"/>
            <a:chExt cx="3188647" cy="3251963"/>
          </a:xfrm>
        </p:grpSpPr>
        <p:grpSp>
          <p:nvGrpSpPr>
            <p:cNvPr id="1355" name="Google Shape;1355;p29"/>
            <p:cNvGrpSpPr/>
            <p:nvPr/>
          </p:nvGrpSpPr>
          <p:grpSpPr>
            <a:xfrm>
              <a:off x="5386476" y="1593719"/>
              <a:ext cx="2998426" cy="2395111"/>
              <a:chOff x="5386476" y="1593719"/>
              <a:chExt cx="2998426" cy="2395111"/>
            </a:xfrm>
          </p:grpSpPr>
          <p:sp>
            <p:nvSpPr>
              <p:cNvPr id="1356" name="Google Shape;1356;p29"/>
              <p:cNvSpPr/>
              <p:nvPr/>
            </p:nvSpPr>
            <p:spPr>
              <a:xfrm>
                <a:off x="5453900" y="1593725"/>
                <a:ext cx="2898025" cy="2395105"/>
              </a:xfrm>
              <a:custGeom>
                <a:avLst/>
                <a:gdLst/>
                <a:ahLst/>
                <a:cxnLst/>
                <a:rect l="l" t="t" r="r" b="b"/>
                <a:pathLst>
                  <a:path w="20966" h="10082" extrusionOk="0">
                    <a:moveTo>
                      <a:pt x="1" y="1"/>
                    </a:moveTo>
                    <a:lnTo>
                      <a:pt x="1" y="10081"/>
                    </a:lnTo>
                    <a:lnTo>
                      <a:pt x="20965" y="10081"/>
                    </a:lnTo>
                    <a:lnTo>
                      <a:pt x="2096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Google Shape;1357;p29"/>
              <p:cNvSpPr/>
              <p:nvPr/>
            </p:nvSpPr>
            <p:spPr>
              <a:xfrm>
                <a:off x="5425776" y="2034173"/>
                <a:ext cx="2926120" cy="20141"/>
              </a:xfrm>
              <a:custGeom>
                <a:avLst/>
                <a:gdLst/>
                <a:ahLst/>
                <a:cxnLst/>
                <a:rect l="l" t="t" r="r" b="b"/>
                <a:pathLst>
                  <a:path w="20921" h="144" extrusionOk="0">
                    <a:moveTo>
                      <a:pt x="0" y="1"/>
                    </a:moveTo>
                    <a:lnTo>
                      <a:pt x="0" y="143"/>
                    </a:lnTo>
                    <a:lnTo>
                      <a:pt x="20920" y="143"/>
                    </a:lnTo>
                    <a:lnTo>
                      <a:pt x="2092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Google Shape;1358;p29"/>
              <p:cNvSpPr/>
              <p:nvPr/>
            </p:nvSpPr>
            <p:spPr>
              <a:xfrm>
                <a:off x="5425776" y="2543285"/>
                <a:ext cx="2926120" cy="20141"/>
              </a:xfrm>
              <a:custGeom>
                <a:avLst/>
                <a:gdLst/>
                <a:ahLst/>
                <a:cxnLst/>
                <a:rect l="l" t="t" r="r" b="b"/>
                <a:pathLst>
                  <a:path w="20921" h="144" extrusionOk="0">
                    <a:moveTo>
                      <a:pt x="0" y="0"/>
                    </a:moveTo>
                    <a:lnTo>
                      <a:pt x="0" y="143"/>
                    </a:lnTo>
                    <a:lnTo>
                      <a:pt x="20920" y="143"/>
                    </a:lnTo>
                    <a:lnTo>
                      <a:pt x="2092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Google Shape;1359;p29"/>
              <p:cNvSpPr/>
              <p:nvPr/>
            </p:nvSpPr>
            <p:spPr>
              <a:xfrm>
                <a:off x="5976000" y="1593719"/>
                <a:ext cx="21399" cy="2208923"/>
              </a:xfrm>
              <a:custGeom>
                <a:avLst/>
                <a:gdLst/>
                <a:ahLst/>
                <a:cxnLst/>
                <a:rect l="l" t="t" r="r" b="b"/>
                <a:pathLst>
                  <a:path w="153" h="10082" extrusionOk="0">
                    <a:moveTo>
                      <a:pt x="0" y="1"/>
                    </a:moveTo>
                    <a:lnTo>
                      <a:pt x="0" y="10081"/>
                    </a:lnTo>
                    <a:lnTo>
                      <a:pt x="152" y="10081"/>
                    </a:lnTo>
                    <a:lnTo>
                      <a:pt x="15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Google Shape;1360;p29"/>
              <p:cNvSpPr/>
              <p:nvPr/>
            </p:nvSpPr>
            <p:spPr>
              <a:xfrm>
                <a:off x="6875622" y="1593719"/>
                <a:ext cx="20141" cy="2208923"/>
              </a:xfrm>
              <a:custGeom>
                <a:avLst/>
                <a:gdLst/>
                <a:ahLst/>
                <a:cxnLst/>
                <a:rect l="l" t="t" r="r" b="b"/>
                <a:pathLst>
                  <a:path w="144" h="10082" extrusionOk="0">
                    <a:moveTo>
                      <a:pt x="0" y="1"/>
                    </a:moveTo>
                    <a:lnTo>
                      <a:pt x="0" y="10081"/>
                    </a:lnTo>
                    <a:lnTo>
                      <a:pt x="143" y="10081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29"/>
              <p:cNvSpPr/>
              <p:nvPr/>
            </p:nvSpPr>
            <p:spPr>
              <a:xfrm>
                <a:off x="7773984" y="1593719"/>
                <a:ext cx="20141" cy="2208923"/>
              </a:xfrm>
              <a:custGeom>
                <a:avLst/>
                <a:gdLst/>
                <a:ahLst/>
                <a:cxnLst/>
                <a:rect l="l" t="t" r="r" b="b"/>
                <a:pathLst>
                  <a:path w="144" h="10082" extrusionOk="0">
                    <a:moveTo>
                      <a:pt x="1" y="1"/>
                    </a:moveTo>
                    <a:lnTo>
                      <a:pt x="1" y="10081"/>
                    </a:lnTo>
                    <a:lnTo>
                      <a:pt x="143" y="10081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29"/>
              <p:cNvSpPr/>
              <p:nvPr/>
            </p:nvSpPr>
            <p:spPr>
              <a:xfrm>
                <a:off x="5386476" y="1594547"/>
                <a:ext cx="2998426" cy="62520"/>
              </a:xfrm>
              <a:custGeom>
                <a:avLst/>
                <a:gdLst/>
                <a:ahLst/>
                <a:cxnLst/>
                <a:rect l="l" t="t" r="r" b="b"/>
                <a:pathLst>
                  <a:path w="21438" h="447" extrusionOk="0">
                    <a:moveTo>
                      <a:pt x="1" y="0"/>
                    </a:moveTo>
                    <a:lnTo>
                      <a:pt x="1" y="446"/>
                    </a:lnTo>
                    <a:lnTo>
                      <a:pt x="21438" y="446"/>
                    </a:lnTo>
                    <a:lnTo>
                      <a:pt x="2143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29"/>
              <p:cNvSpPr/>
              <p:nvPr/>
            </p:nvSpPr>
            <p:spPr>
              <a:xfrm>
                <a:off x="5425776" y="3047110"/>
                <a:ext cx="2926116" cy="20141"/>
              </a:xfrm>
              <a:custGeom>
                <a:avLst/>
                <a:gdLst/>
                <a:ahLst/>
                <a:cxnLst/>
                <a:rect l="l" t="t" r="r" b="b"/>
                <a:pathLst>
                  <a:path w="20921" h="144" extrusionOk="0">
                    <a:moveTo>
                      <a:pt x="0" y="0"/>
                    </a:moveTo>
                    <a:lnTo>
                      <a:pt x="0" y="143"/>
                    </a:lnTo>
                    <a:lnTo>
                      <a:pt x="20920" y="143"/>
                    </a:lnTo>
                    <a:lnTo>
                      <a:pt x="2092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29"/>
              <p:cNvSpPr/>
              <p:nvPr/>
            </p:nvSpPr>
            <p:spPr>
              <a:xfrm>
                <a:off x="5425776" y="3543585"/>
                <a:ext cx="2926116" cy="20141"/>
              </a:xfrm>
              <a:custGeom>
                <a:avLst/>
                <a:gdLst/>
                <a:ahLst/>
                <a:cxnLst/>
                <a:rect l="l" t="t" r="r" b="b"/>
                <a:pathLst>
                  <a:path w="20921" h="144" extrusionOk="0">
                    <a:moveTo>
                      <a:pt x="0" y="0"/>
                    </a:moveTo>
                    <a:lnTo>
                      <a:pt x="0" y="143"/>
                    </a:lnTo>
                    <a:lnTo>
                      <a:pt x="20920" y="143"/>
                    </a:lnTo>
                    <a:lnTo>
                      <a:pt x="2092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65" name="Google Shape;1365;p29"/>
              <p:cNvGrpSpPr/>
              <p:nvPr/>
            </p:nvGrpSpPr>
            <p:grpSpPr>
              <a:xfrm>
                <a:off x="5427687" y="1655822"/>
                <a:ext cx="2928607" cy="2332938"/>
                <a:chOff x="5427670" y="1723702"/>
                <a:chExt cx="2928607" cy="2164337"/>
              </a:xfrm>
            </p:grpSpPr>
            <p:grpSp>
              <p:nvGrpSpPr>
                <p:cNvPr id="1366" name="Google Shape;1366;p29"/>
                <p:cNvGrpSpPr/>
                <p:nvPr/>
              </p:nvGrpSpPr>
              <p:grpSpPr>
                <a:xfrm>
                  <a:off x="5427670" y="1723702"/>
                  <a:ext cx="538182" cy="2164337"/>
                  <a:chOff x="4507845" y="2437152"/>
                  <a:chExt cx="538182" cy="2164337"/>
                </a:xfrm>
              </p:grpSpPr>
              <p:sp>
                <p:nvSpPr>
                  <p:cNvPr id="1367" name="Google Shape;1367;p29"/>
                  <p:cNvSpPr/>
                  <p:nvPr/>
                </p:nvSpPr>
                <p:spPr>
                  <a:xfrm>
                    <a:off x="4507845" y="2437152"/>
                    <a:ext cx="538182" cy="21609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49" h="38342" extrusionOk="0">
                        <a:moveTo>
                          <a:pt x="0" y="0"/>
                        </a:moveTo>
                        <a:lnTo>
                          <a:pt x="0" y="38342"/>
                        </a:lnTo>
                        <a:lnTo>
                          <a:pt x="9548" y="38342"/>
                        </a:lnTo>
                        <a:lnTo>
                          <a:pt x="9548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68" name="Google Shape;1368;p29"/>
                  <p:cNvSpPr/>
                  <p:nvPr/>
                </p:nvSpPr>
                <p:spPr>
                  <a:xfrm>
                    <a:off x="4570123" y="2450171"/>
                    <a:ext cx="26602" cy="21513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2" h="38171" extrusionOk="0">
                        <a:moveTo>
                          <a:pt x="0" y="0"/>
                        </a:moveTo>
                        <a:lnTo>
                          <a:pt x="0" y="38171"/>
                        </a:lnTo>
                        <a:lnTo>
                          <a:pt x="471" y="38171"/>
                        </a:lnTo>
                        <a:lnTo>
                          <a:pt x="471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69" name="Google Shape;1369;p29"/>
                  <p:cNvSpPr/>
                  <p:nvPr/>
                </p:nvSpPr>
                <p:spPr>
                  <a:xfrm>
                    <a:off x="4698792" y="2450171"/>
                    <a:ext cx="26827" cy="21513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6" h="38171" extrusionOk="0">
                        <a:moveTo>
                          <a:pt x="0" y="0"/>
                        </a:moveTo>
                        <a:lnTo>
                          <a:pt x="0" y="38171"/>
                        </a:lnTo>
                        <a:lnTo>
                          <a:pt x="476" y="38171"/>
                        </a:lnTo>
                        <a:lnTo>
                          <a:pt x="476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70" name="Google Shape;1370;p29"/>
                  <p:cNvSpPr/>
                  <p:nvPr/>
                </p:nvSpPr>
                <p:spPr>
                  <a:xfrm>
                    <a:off x="4827461" y="2450171"/>
                    <a:ext cx="26827" cy="21513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6" h="38171" extrusionOk="0">
                        <a:moveTo>
                          <a:pt x="0" y="0"/>
                        </a:moveTo>
                        <a:lnTo>
                          <a:pt x="0" y="38171"/>
                        </a:lnTo>
                        <a:lnTo>
                          <a:pt x="476" y="38171"/>
                        </a:lnTo>
                        <a:lnTo>
                          <a:pt x="476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71" name="Google Shape;1371;p29"/>
                  <p:cNvSpPr/>
                  <p:nvPr/>
                </p:nvSpPr>
                <p:spPr>
                  <a:xfrm>
                    <a:off x="4956130" y="2450171"/>
                    <a:ext cx="26884" cy="21513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7" h="38171" extrusionOk="0">
                        <a:moveTo>
                          <a:pt x="1" y="0"/>
                        </a:moveTo>
                        <a:lnTo>
                          <a:pt x="1" y="38171"/>
                        </a:lnTo>
                        <a:lnTo>
                          <a:pt x="476" y="38171"/>
                        </a:lnTo>
                        <a:lnTo>
                          <a:pt x="476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372" name="Google Shape;1372;p29"/>
                <p:cNvGrpSpPr/>
                <p:nvPr/>
              </p:nvGrpSpPr>
              <p:grpSpPr>
                <a:xfrm>
                  <a:off x="7818095" y="1723702"/>
                  <a:ext cx="538182" cy="2164337"/>
                  <a:chOff x="4507845" y="2437152"/>
                  <a:chExt cx="538182" cy="2164337"/>
                </a:xfrm>
              </p:grpSpPr>
              <p:sp>
                <p:nvSpPr>
                  <p:cNvPr id="1373" name="Google Shape;1373;p29"/>
                  <p:cNvSpPr/>
                  <p:nvPr/>
                </p:nvSpPr>
                <p:spPr>
                  <a:xfrm>
                    <a:off x="4507845" y="2437152"/>
                    <a:ext cx="538182" cy="21609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49" h="38342" extrusionOk="0">
                        <a:moveTo>
                          <a:pt x="0" y="0"/>
                        </a:moveTo>
                        <a:lnTo>
                          <a:pt x="0" y="38342"/>
                        </a:lnTo>
                        <a:lnTo>
                          <a:pt x="9548" y="38342"/>
                        </a:lnTo>
                        <a:lnTo>
                          <a:pt x="9548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74" name="Google Shape;1374;p29"/>
                  <p:cNvSpPr/>
                  <p:nvPr/>
                </p:nvSpPr>
                <p:spPr>
                  <a:xfrm>
                    <a:off x="4570123" y="2450171"/>
                    <a:ext cx="26602" cy="21513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2" h="38171" extrusionOk="0">
                        <a:moveTo>
                          <a:pt x="0" y="0"/>
                        </a:moveTo>
                        <a:lnTo>
                          <a:pt x="0" y="38171"/>
                        </a:lnTo>
                        <a:lnTo>
                          <a:pt x="471" y="38171"/>
                        </a:lnTo>
                        <a:lnTo>
                          <a:pt x="471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75" name="Google Shape;1375;p29"/>
                  <p:cNvSpPr/>
                  <p:nvPr/>
                </p:nvSpPr>
                <p:spPr>
                  <a:xfrm>
                    <a:off x="4698792" y="2450171"/>
                    <a:ext cx="26827" cy="21513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6" h="38171" extrusionOk="0">
                        <a:moveTo>
                          <a:pt x="0" y="0"/>
                        </a:moveTo>
                        <a:lnTo>
                          <a:pt x="0" y="38171"/>
                        </a:lnTo>
                        <a:lnTo>
                          <a:pt x="476" y="38171"/>
                        </a:lnTo>
                        <a:lnTo>
                          <a:pt x="476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76" name="Google Shape;1376;p29"/>
                  <p:cNvSpPr/>
                  <p:nvPr/>
                </p:nvSpPr>
                <p:spPr>
                  <a:xfrm>
                    <a:off x="4827461" y="2450171"/>
                    <a:ext cx="26827" cy="21513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6" h="38171" extrusionOk="0">
                        <a:moveTo>
                          <a:pt x="0" y="0"/>
                        </a:moveTo>
                        <a:lnTo>
                          <a:pt x="0" y="38171"/>
                        </a:lnTo>
                        <a:lnTo>
                          <a:pt x="476" y="38171"/>
                        </a:lnTo>
                        <a:lnTo>
                          <a:pt x="476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77" name="Google Shape;1377;p29"/>
                  <p:cNvSpPr/>
                  <p:nvPr/>
                </p:nvSpPr>
                <p:spPr>
                  <a:xfrm>
                    <a:off x="4956130" y="2450171"/>
                    <a:ext cx="26884" cy="21513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7" h="38171" extrusionOk="0">
                        <a:moveTo>
                          <a:pt x="1" y="0"/>
                        </a:moveTo>
                        <a:lnTo>
                          <a:pt x="1" y="38171"/>
                        </a:lnTo>
                        <a:lnTo>
                          <a:pt x="476" y="38171"/>
                        </a:lnTo>
                        <a:lnTo>
                          <a:pt x="476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1378" name="Google Shape;1378;p29"/>
            <p:cNvGrpSpPr/>
            <p:nvPr/>
          </p:nvGrpSpPr>
          <p:grpSpPr>
            <a:xfrm>
              <a:off x="5410606" y="3268879"/>
              <a:ext cx="1140912" cy="1324320"/>
              <a:chOff x="5294125" y="884300"/>
              <a:chExt cx="399675" cy="463925"/>
            </a:xfrm>
          </p:grpSpPr>
          <p:sp>
            <p:nvSpPr>
              <p:cNvPr id="1379" name="Google Shape;1379;p29"/>
              <p:cNvSpPr/>
              <p:nvPr/>
            </p:nvSpPr>
            <p:spPr>
              <a:xfrm>
                <a:off x="5472100" y="901250"/>
                <a:ext cx="6950" cy="170200"/>
              </a:xfrm>
              <a:custGeom>
                <a:avLst/>
                <a:gdLst/>
                <a:ahLst/>
                <a:cxnLst/>
                <a:rect l="l" t="t" r="r" b="b"/>
                <a:pathLst>
                  <a:path w="278" h="6808" extrusionOk="0">
                    <a:moveTo>
                      <a:pt x="0" y="0"/>
                    </a:moveTo>
                    <a:lnTo>
                      <a:pt x="0" y="6807"/>
                    </a:lnTo>
                    <a:lnTo>
                      <a:pt x="277" y="6807"/>
                    </a:lnTo>
                    <a:lnTo>
                      <a:pt x="27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Google Shape;1380;p29"/>
              <p:cNvSpPr/>
              <p:nvPr/>
            </p:nvSpPr>
            <p:spPr>
              <a:xfrm>
                <a:off x="5412550" y="884300"/>
                <a:ext cx="126025" cy="80750"/>
              </a:xfrm>
              <a:custGeom>
                <a:avLst/>
                <a:gdLst/>
                <a:ahLst/>
                <a:cxnLst/>
                <a:rect l="l" t="t" r="r" b="b"/>
                <a:pathLst>
                  <a:path w="5041" h="3230" extrusionOk="0">
                    <a:moveTo>
                      <a:pt x="1044" y="0"/>
                    </a:moveTo>
                    <a:lnTo>
                      <a:pt x="1" y="3230"/>
                    </a:lnTo>
                    <a:lnTo>
                      <a:pt x="5041" y="3230"/>
                    </a:lnTo>
                    <a:lnTo>
                      <a:pt x="39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Google Shape;1381;p29"/>
              <p:cNvSpPr/>
              <p:nvPr/>
            </p:nvSpPr>
            <p:spPr>
              <a:xfrm>
                <a:off x="5378875" y="1055800"/>
                <a:ext cx="148325" cy="39950"/>
              </a:xfrm>
              <a:custGeom>
                <a:avLst/>
                <a:gdLst/>
                <a:ahLst/>
                <a:cxnLst/>
                <a:rect l="l" t="t" r="r" b="b"/>
                <a:pathLst>
                  <a:path w="5933" h="1598" extrusionOk="0">
                    <a:moveTo>
                      <a:pt x="0" y="1"/>
                    </a:moveTo>
                    <a:lnTo>
                      <a:pt x="0" y="1597"/>
                    </a:lnTo>
                    <a:lnTo>
                      <a:pt x="5933" y="1597"/>
                    </a:lnTo>
                    <a:lnTo>
                      <a:pt x="593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Google Shape;1382;p29"/>
              <p:cNvSpPr/>
              <p:nvPr/>
            </p:nvSpPr>
            <p:spPr>
              <a:xfrm>
                <a:off x="5492850" y="1055800"/>
                <a:ext cx="17200" cy="39950"/>
              </a:xfrm>
              <a:custGeom>
                <a:avLst/>
                <a:gdLst/>
                <a:ahLst/>
                <a:cxnLst/>
                <a:rect l="l" t="t" r="r" b="b"/>
                <a:pathLst>
                  <a:path w="688" h="1598" extrusionOk="0">
                    <a:moveTo>
                      <a:pt x="0" y="1"/>
                    </a:moveTo>
                    <a:lnTo>
                      <a:pt x="0" y="1597"/>
                    </a:lnTo>
                    <a:lnTo>
                      <a:pt x="687" y="1597"/>
                    </a:lnTo>
                    <a:lnTo>
                      <a:pt x="68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Google Shape;1383;p29"/>
              <p:cNvSpPr/>
              <p:nvPr/>
            </p:nvSpPr>
            <p:spPr>
              <a:xfrm>
                <a:off x="5390250" y="1095725"/>
                <a:ext cx="153700" cy="31025"/>
              </a:xfrm>
              <a:custGeom>
                <a:avLst/>
                <a:gdLst/>
                <a:ahLst/>
                <a:cxnLst/>
                <a:rect l="l" t="t" r="r" b="b"/>
                <a:pathLst>
                  <a:path w="6148" h="1241" extrusionOk="0">
                    <a:moveTo>
                      <a:pt x="0" y="0"/>
                    </a:moveTo>
                    <a:lnTo>
                      <a:pt x="0" y="1241"/>
                    </a:lnTo>
                    <a:lnTo>
                      <a:pt x="6147" y="1241"/>
                    </a:lnTo>
                    <a:lnTo>
                      <a:pt x="614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Google Shape;1384;p29"/>
              <p:cNvSpPr/>
              <p:nvPr/>
            </p:nvSpPr>
            <p:spPr>
              <a:xfrm>
                <a:off x="5406525" y="1095725"/>
                <a:ext cx="14750" cy="31025"/>
              </a:xfrm>
              <a:custGeom>
                <a:avLst/>
                <a:gdLst/>
                <a:ahLst/>
                <a:cxnLst/>
                <a:rect l="l" t="t" r="r" b="b"/>
                <a:pathLst>
                  <a:path w="590" h="1241" extrusionOk="0">
                    <a:moveTo>
                      <a:pt x="1" y="0"/>
                    </a:moveTo>
                    <a:lnTo>
                      <a:pt x="1" y="1241"/>
                    </a:lnTo>
                    <a:lnTo>
                      <a:pt x="589" y="1241"/>
                    </a:lnTo>
                    <a:lnTo>
                      <a:pt x="58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Google Shape;1385;p29"/>
              <p:cNvSpPr/>
              <p:nvPr/>
            </p:nvSpPr>
            <p:spPr>
              <a:xfrm>
                <a:off x="5428600" y="1095725"/>
                <a:ext cx="10300" cy="31025"/>
              </a:xfrm>
              <a:custGeom>
                <a:avLst/>
                <a:gdLst/>
                <a:ahLst/>
                <a:cxnLst/>
                <a:rect l="l" t="t" r="r" b="b"/>
                <a:pathLst>
                  <a:path w="412" h="1241" extrusionOk="0">
                    <a:moveTo>
                      <a:pt x="1" y="0"/>
                    </a:moveTo>
                    <a:lnTo>
                      <a:pt x="1" y="1241"/>
                    </a:lnTo>
                    <a:lnTo>
                      <a:pt x="411" y="1241"/>
                    </a:lnTo>
                    <a:lnTo>
                      <a:pt x="41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Google Shape;1386;p29"/>
              <p:cNvSpPr/>
              <p:nvPr/>
            </p:nvSpPr>
            <p:spPr>
              <a:xfrm>
                <a:off x="5299700" y="1138550"/>
                <a:ext cx="53100" cy="209675"/>
              </a:xfrm>
              <a:custGeom>
                <a:avLst/>
                <a:gdLst/>
                <a:ahLst/>
                <a:cxnLst/>
                <a:rect l="l" t="t" r="r" b="b"/>
                <a:pathLst>
                  <a:path w="2124" h="8387" extrusionOk="0">
                    <a:moveTo>
                      <a:pt x="866" y="0"/>
                    </a:moveTo>
                    <a:lnTo>
                      <a:pt x="9" y="8110"/>
                    </a:lnTo>
                    <a:cubicBezTo>
                      <a:pt x="1" y="8181"/>
                      <a:pt x="18" y="8252"/>
                      <a:pt x="63" y="8306"/>
                    </a:cubicBezTo>
                    <a:cubicBezTo>
                      <a:pt x="108" y="8359"/>
                      <a:pt x="179" y="8386"/>
                      <a:pt x="250" y="8386"/>
                    </a:cubicBezTo>
                    <a:cubicBezTo>
                      <a:pt x="357" y="8386"/>
                      <a:pt x="455" y="8315"/>
                      <a:pt x="482" y="8199"/>
                    </a:cubicBezTo>
                    <a:lnTo>
                      <a:pt x="2124" y="27"/>
                    </a:lnTo>
                    <a:lnTo>
                      <a:pt x="1981" y="0"/>
                    </a:lnTo>
                    <a:lnTo>
                      <a:pt x="340" y="8172"/>
                    </a:lnTo>
                    <a:cubicBezTo>
                      <a:pt x="328" y="8211"/>
                      <a:pt x="285" y="8236"/>
                      <a:pt x="244" y="8236"/>
                    </a:cubicBezTo>
                    <a:cubicBezTo>
                      <a:pt x="219" y="8236"/>
                      <a:pt x="196" y="8228"/>
                      <a:pt x="179" y="8208"/>
                    </a:cubicBezTo>
                    <a:cubicBezTo>
                      <a:pt x="161" y="8190"/>
                      <a:pt x="152" y="8163"/>
                      <a:pt x="161" y="8127"/>
                    </a:cubicBezTo>
                    <a:lnTo>
                      <a:pt x="1018" y="18"/>
                    </a:lnTo>
                    <a:lnTo>
                      <a:pt x="86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Google Shape;1387;p29"/>
              <p:cNvSpPr/>
              <p:nvPr/>
            </p:nvSpPr>
            <p:spPr>
              <a:xfrm>
                <a:off x="5634900" y="1138550"/>
                <a:ext cx="53125" cy="209675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8387" extrusionOk="0">
                    <a:moveTo>
                      <a:pt x="144" y="0"/>
                    </a:moveTo>
                    <a:lnTo>
                      <a:pt x="1" y="27"/>
                    </a:lnTo>
                    <a:lnTo>
                      <a:pt x="1642" y="8208"/>
                    </a:lnTo>
                    <a:cubicBezTo>
                      <a:pt x="1669" y="8315"/>
                      <a:pt x="1767" y="8386"/>
                      <a:pt x="1874" y="8386"/>
                    </a:cubicBezTo>
                    <a:cubicBezTo>
                      <a:pt x="1946" y="8386"/>
                      <a:pt x="2017" y="8359"/>
                      <a:pt x="2062" y="8306"/>
                    </a:cubicBezTo>
                    <a:cubicBezTo>
                      <a:pt x="2106" y="8252"/>
                      <a:pt x="2124" y="8181"/>
                      <a:pt x="2115" y="8110"/>
                    </a:cubicBezTo>
                    <a:lnTo>
                      <a:pt x="1259" y="0"/>
                    </a:lnTo>
                    <a:lnTo>
                      <a:pt x="1116" y="18"/>
                    </a:lnTo>
                    <a:lnTo>
                      <a:pt x="1972" y="8136"/>
                    </a:lnTo>
                    <a:cubicBezTo>
                      <a:pt x="1972" y="8163"/>
                      <a:pt x="1963" y="8190"/>
                      <a:pt x="1946" y="8208"/>
                    </a:cubicBezTo>
                    <a:cubicBezTo>
                      <a:pt x="1929" y="8228"/>
                      <a:pt x="1905" y="8236"/>
                      <a:pt x="1881" y="8236"/>
                    </a:cubicBezTo>
                    <a:cubicBezTo>
                      <a:pt x="1840" y="8236"/>
                      <a:pt x="1800" y="8211"/>
                      <a:pt x="1794" y="8172"/>
                    </a:cubicBezTo>
                    <a:lnTo>
                      <a:pt x="14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Google Shape;1388;p29"/>
              <p:cNvSpPr/>
              <p:nvPr/>
            </p:nvSpPr>
            <p:spPr>
              <a:xfrm>
                <a:off x="5294125" y="1126725"/>
                <a:ext cx="399675" cy="16300"/>
              </a:xfrm>
              <a:custGeom>
                <a:avLst/>
                <a:gdLst/>
                <a:ahLst/>
                <a:cxnLst/>
                <a:rect l="l" t="t" r="r" b="b"/>
                <a:pathLst>
                  <a:path w="15987" h="652" extrusionOk="0">
                    <a:moveTo>
                      <a:pt x="0" y="1"/>
                    </a:moveTo>
                    <a:lnTo>
                      <a:pt x="0" y="652"/>
                    </a:lnTo>
                    <a:lnTo>
                      <a:pt x="15987" y="652"/>
                    </a:lnTo>
                    <a:lnTo>
                      <a:pt x="1598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Google Shape;1389;p29"/>
              <p:cNvSpPr/>
              <p:nvPr/>
            </p:nvSpPr>
            <p:spPr>
              <a:xfrm>
                <a:off x="5313750" y="1065175"/>
                <a:ext cx="47525" cy="57775"/>
              </a:xfrm>
              <a:custGeom>
                <a:avLst/>
                <a:gdLst/>
                <a:ahLst/>
                <a:cxnLst/>
                <a:rect l="l" t="t" r="r" b="b"/>
                <a:pathLst>
                  <a:path w="1901" h="2311" extrusionOk="0">
                    <a:moveTo>
                      <a:pt x="1892" y="0"/>
                    </a:moveTo>
                    <a:lnTo>
                      <a:pt x="1" y="9"/>
                    </a:lnTo>
                    <a:lnTo>
                      <a:pt x="9" y="1651"/>
                    </a:lnTo>
                    <a:cubicBezTo>
                      <a:pt x="9" y="2016"/>
                      <a:pt x="313" y="2311"/>
                      <a:pt x="679" y="2311"/>
                    </a:cubicBezTo>
                    <a:lnTo>
                      <a:pt x="1241" y="2311"/>
                    </a:lnTo>
                    <a:cubicBezTo>
                      <a:pt x="1606" y="2302"/>
                      <a:pt x="1901" y="2008"/>
                      <a:pt x="1901" y="1642"/>
                    </a:cubicBezTo>
                    <a:lnTo>
                      <a:pt x="189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Google Shape;1390;p29"/>
              <p:cNvSpPr/>
              <p:nvPr/>
            </p:nvSpPr>
            <p:spPr>
              <a:xfrm>
                <a:off x="5326025" y="1120250"/>
                <a:ext cx="23000" cy="6500"/>
              </a:xfrm>
              <a:custGeom>
                <a:avLst/>
                <a:gdLst/>
                <a:ahLst/>
                <a:cxnLst/>
                <a:rect l="l" t="t" r="r" b="b"/>
                <a:pathLst>
                  <a:path w="920" h="260" extrusionOk="0">
                    <a:moveTo>
                      <a:pt x="0" y="1"/>
                    </a:moveTo>
                    <a:lnTo>
                      <a:pt x="0" y="260"/>
                    </a:lnTo>
                    <a:lnTo>
                      <a:pt x="919" y="260"/>
                    </a:lnTo>
                    <a:lnTo>
                      <a:pt x="91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Google Shape;1391;p29"/>
              <p:cNvSpPr/>
              <p:nvPr/>
            </p:nvSpPr>
            <p:spPr>
              <a:xfrm>
                <a:off x="5297250" y="1072300"/>
                <a:ext cx="40400" cy="43525"/>
              </a:xfrm>
              <a:custGeom>
                <a:avLst/>
                <a:gdLst/>
                <a:ahLst/>
                <a:cxnLst/>
                <a:rect l="l" t="t" r="r" b="b"/>
                <a:pathLst>
                  <a:path w="1616" h="1741" extrusionOk="0">
                    <a:moveTo>
                      <a:pt x="1312" y="295"/>
                    </a:moveTo>
                    <a:lnTo>
                      <a:pt x="1312" y="1446"/>
                    </a:lnTo>
                    <a:lnTo>
                      <a:pt x="509" y="1446"/>
                    </a:lnTo>
                    <a:cubicBezTo>
                      <a:pt x="393" y="1446"/>
                      <a:pt x="304" y="1348"/>
                      <a:pt x="304" y="1241"/>
                    </a:cubicBezTo>
                    <a:lnTo>
                      <a:pt x="304" y="509"/>
                    </a:lnTo>
                    <a:cubicBezTo>
                      <a:pt x="304" y="393"/>
                      <a:pt x="393" y="295"/>
                      <a:pt x="509" y="295"/>
                    </a:cubicBezTo>
                    <a:close/>
                    <a:moveTo>
                      <a:pt x="509" y="1"/>
                    </a:moveTo>
                    <a:cubicBezTo>
                      <a:pt x="232" y="1"/>
                      <a:pt x="0" y="224"/>
                      <a:pt x="0" y="509"/>
                    </a:cubicBezTo>
                    <a:lnTo>
                      <a:pt x="0" y="1241"/>
                    </a:lnTo>
                    <a:cubicBezTo>
                      <a:pt x="0" y="1517"/>
                      <a:pt x="232" y="1740"/>
                      <a:pt x="509" y="1740"/>
                    </a:cubicBezTo>
                    <a:lnTo>
                      <a:pt x="1615" y="1740"/>
                    </a:lnTo>
                    <a:lnTo>
                      <a:pt x="1615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92" name="Google Shape;1392;p29"/>
            <p:cNvGrpSpPr/>
            <p:nvPr/>
          </p:nvGrpSpPr>
          <p:grpSpPr>
            <a:xfrm>
              <a:off x="7565804" y="2778051"/>
              <a:ext cx="1009319" cy="1816776"/>
              <a:chOff x="7062459" y="2881725"/>
              <a:chExt cx="854414" cy="1537946"/>
            </a:xfrm>
          </p:grpSpPr>
          <p:sp>
            <p:nvSpPr>
              <p:cNvPr id="1393" name="Google Shape;1393;p29"/>
              <p:cNvSpPr/>
              <p:nvPr/>
            </p:nvSpPr>
            <p:spPr>
              <a:xfrm>
                <a:off x="7062459" y="3466939"/>
                <a:ext cx="308804" cy="291378"/>
              </a:xfrm>
              <a:custGeom>
                <a:avLst/>
                <a:gdLst/>
                <a:ahLst/>
                <a:cxnLst/>
                <a:rect l="l" t="t" r="r" b="b"/>
                <a:pathLst>
                  <a:path w="4640" h="4378" extrusionOk="0">
                    <a:moveTo>
                      <a:pt x="1133" y="1"/>
                    </a:moveTo>
                    <a:cubicBezTo>
                      <a:pt x="895" y="1"/>
                      <a:pt x="653" y="48"/>
                      <a:pt x="455" y="192"/>
                    </a:cubicBezTo>
                    <a:cubicBezTo>
                      <a:pt x="152" y="415"/>
                      <a:pt x="36" y="826"/>
                      <a:pt x="18" y="1209"/>
                    </a:cubicBezTo>
                    <a:cubicBezTo>
                      <a:pt x="0" y="1540"/>
                      <a:pt x="45" y="1887"/>
                      <a:pt x="170" y="2200"/>
                    </a:cubicBezTo>
                    <a:cubicBezTo>
                      <a:pt x="500" y="3029"/>
                      <a:pt x="1401" y="4037"/>
                      <a:pt x="2284" y="4296"/>
                    </a:cubicBezTo>
                    <a:cubicBezTo>
                      <a:pt x="2471" y="4353"/>
                      <a:pt x="2664" y="4378"/>
                      <a:pt x="2857" y="4378"/>
                    </a:cubicBezTo>
                    <a:cubicBezTo>
                      <a:pt x="3329" y="4378"/>
                      <a:pt x="3808" y="4232"/>
                      <a:pt x="4238" y="4055"/>
                    </a:cubicBezTo>
                    <a:cubicBezTo>
                      <a:pt x="4639" y="3547"/>
                      <a:pt x="4639" y="2806"/>
                      <a:pt x="4363" y="2209"/>
                    </a:cubicBezTo>
                    <a:cubicBezTo>
                      <a:pt x="4095" y="1620"/>
                      <a:pt x="3604" y="1165"/>
                      <a:pt x="3078" y="781"/>
                    </a:cubicBezTo>
                    <a:cubicBezTo>
                      <a:pt x="2534" y="389"/>
                      <a:pt x="1927" y="50"/>
                      <a:pt x="1258" y="5"/>
                    </a:cubicBezTo>
                    <a:cubicBezTo>
                      <a:pt x="1217" y="2"/>
                      <a:pt x="1175" y="1"/>
                      <a:pt x="113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Google Shape;1394;p29"/>
              <p:cNvSpPr/>
              <p:nvPr/>
            </p:nvSpPr>
            <p:spPr>
              <a:xfrm>
                <a:off x="7574258" y="3216162"/>
                <a:ext cx="291567" cy="377034"/>
              </a:xfrm>
              <a:custGeom>
                <a:avLst/>
                <a:gdLst/>
                <a:ahLst/>
                <a:cxnLst/>
                <a:rect l="l" t="t" r="r" b="b"/>
                <a:pathLst>
                  <a:path w="4381" h="5665" extrusionOk="0">
                    <a:moveTo>
                      <a:pt x="2908" y="1"/>
                    </a:moveTo>
                    <a:cubicBezTo>
                      <a:pt x="2556" y="1"/>
                      <a:pt x="2195" y="139"/>
                      <a:pt x="1909" y="347"/>
                    </a:cubicBezTo>
                    <a:cubicBezTo>
                      <a:pt x="910" y="1079"/>
                      <a:pt x="250" y="2355"/>
                      <a:pt x="98" y="3541"/>
                    </a:cubicBezTo>
                    <a:cubicBezTo>
                      <a:pt x="0" y="4317"/>
                      <a:pt x="223" y="5165"/>
                      <a:pt x="839" y="5655"/>
                    </a:cubicBezTo>
                    <a:cubicBezTo>
                      <a:pt x="895" y="5661"/>
                      <a:pt x="950" y="5664"/>
                      <a:pt x="1005" y="5664"/>
                    </a:cubicBezTo>
                    <a:cubicBezTo>
                      <a:pt x="1596" y="5664"/>
                      <a:pt x="2118" y="5323"/>
                      <a:pt x="2543" y="4915"/>
                    </a:cubicBezTo>
                    <a:cubicBezTo>
                      <a:pt x="3301" y="4175"/>
                      <a:pt x="4050" y="3256"/>
                      <a:pt x="4238" y="2194"/>
                    </a:cubicBezTo>
                    <a:cubicBezTo>
                      <a:pt x="4381" y="1382"/>
                      <a:pt x="4122" y="276"/>
                      <a:pt x="3203" y="35"/>
                    </a:cubicBezTo>
                    <a:cubicBezTo>
                      <a:pt x="3107" y="12"/>
                      <a:pt x="3008" y="1"/>
                      <a:pt x="290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Google Shape;1395;p29"/>
              <p:cNvSpPr/>
              <p:nvPr/>
            </p:nvSpPr>
            <p:spPr>
              <a:xfrm>
                <a:off x="7450734" y="2881725"/>
                <a:ext cx="304078" cy="436068"/>
              </a:xfrm>
              <a:custGeom>
                <a:avLst/>
                <a:gdLst/>
                <a:ahLst/>
                <a:cxnLst/>
                <a:rect l="l" t="t" r="r" b="b"/>
                <a:pathLst>
                  <a:path w="4569" h="6552" extrusionOk="0">
                    <a:moveTo>
                      <a:pt x="3276" y="1"/>
                    </a:moveTo>
                    <a:cubicBezTo>
                      <a:pt x="3070" y="1"/>
                      <a:pt x="2857" y="45"/>
                      <a:pt x="2668" y="118"/>
                    </a:cubicBezTo>
                    <a:cubicBezTo>
                      <a:pt x="1856" y="448"/>
                      <a:pt x="1116" y="1215"/>
                      <a:pt x="723" y="1911"/>
                    </a:cubicBezTo>
                    <a:cubicBezTo>
                      <a:pt x="1" y="3205"/>
                      <a:pt x="45" y="4784"/>
                      <a:pt x="652" y="6042"/>
                    </a:cubicBezTo>
                    <a:cubicBezTo>
                      <a:pt x="759" y="6265"/>
                      <a:pt x="1098" y="6479"/>
                      <a:pt x="1357" y="6550"/>
                    </a:cubicBezTo>
                    <a:cubicBezTo>
                      <a:pt x="1382" y="6551"/>
                      <a:pt x="1408" y="6551"/>
                      <a:pt x="1433" y="6551"/>
                    </a:cubicBezTo>
                    <a:cubicBezTo>
                      <a:pt x="2072" y="6551"/>
                      <a:pt x="2544" y="6336"/>
                      <a:pt x="2802" y="6104"/>
                    </a:cubicBezTo>
                    <a:cubicBezTo>
                      <a:pt x="2927" y="5997"/>
                      <a:pt x="3043" y="5881"/>
                      <a:pt x="3150" y="5756"/>
                    </a:cubicBezTo>
                    <a:cubicBezTo>
                      <a:pt x="3864" y="4971"/>
                      <a:pt x="4310" y="3999"/>
                      <a:pt x="4470" y="3008"/>
                    </a:cubicBezTo>
                    <a:cubicBezTo>
                      <a:pt x="4559" y="2518"/>
                      <a:pt x="4568" y="2009"/>
                      <a:pt x="4488" y="1519"/>
                    </a:cubicBezTo>
                    <a:cubicBezTo>
                      <a:pt x="4417" y="1073"/>
                      <a:pt x="4310" y="457"/>
                      <a:pt x="3881" y="172"/>
                    </a:cubicBezTo>
                    <a:cubicBezTo>
                      <a:pt x="3711" y="51"/>
                      <a:pt x="3497" y="1"/>
                      <a:pt x="327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Google Shape;1396;p29"/>
              <p:cNvSpPr/>
              <p:nvPr/>
            </p:nvSpPr>
            <p:spPr>
              <a:xfrm>
                <a:off x="7662709" y="3522978"/>
                <a:ext cx="254164" cy="221761"/>
              </a:xfrm>
              <a:custGeom>
                <a:avLst/>
                <a:gdLst/>
                <a:ahLst/>
                <a:cxnLst/>
                <a:rect l="l" t="t" r="r" b="b"/>
                <a:pathLst>
                  <a:path w="3819" h="3332" extrusionOk="0">
                    <a:moveTo>
                      <a:pt x="2849" y="0"/>
                    </a:moveTo>
                    <a:cubicBezTo>
                      <a:pt x="2416" y="0"/>
                      <a:pt x="1937" y="147"/>
                      <a:pt x="1580" y="341"/>
                    </a:cubicBezTo>
                    <a:cubicBezTo>
                      <a:pt x="768" y="796"/>
                      <a:pt x="206" y="1670"/>
                      <a:pt x="36" y="2562"/>
                    </a:cubicBezTo>
                    <a:cubicBezTo>
                      <a:pt x="1" y="2714"/>
                      <a:pt x="81" y="2946"/>
                      <a:pt x="179" y="3071"/>
                    </a:cubicBezTo>
                    <a:cubicBezTo>
                      <a:pt x="438" y="3264"/>
                      <a:pt x="696" y="3331"/>
                      <a:pt x="899" y="3331"/>
                    </a:cubicBezTo>
                    <a:cubicBezTo>
                      <a:pt x="948" y="3331"/>
                      <a:pt x="994" y="3327"/>
                      <a:pt x="1035" y="3320"/>
                    </a:cubicBezTo>
                    <a:cubicBezTo>
                      <a:pt x="1133" y="3302"/>
                      <a:pt x="1232" y="3276"/>
                      <a:pt x="1321" y="3249"/>
                    </a:cubicBezTo>
                    <a:cubicBezTo>
                      <a:pt x="1954" y="3062"/>
                      <a:pt x="2525" y="2678"/>
                      <a:pt x="2962" y="2196"/>
                    </a:cubicBezTo>
                    <a:cubicBezTo>
                      <a:pt x="3185" y="1964"/>
                      <a:pt x="3373" y="1688"/>
                      <a:pt x="3515" y="1402"/>
                    </a:cubicBezTo>
                    <a:cubicBezTo>
                      <a:pt x="3649" y="1135"/>
                      <a:pt x="3819" y="760"/>
                      <a:pt x="3721" y="466"/>
                    </a:cubicBezTo>
                    <a:cubicBezTo>
                      <a:pt x="3649" y="225"/>
                      <a:pt x="3408" y="73"/>
                      <a:pt x="3159" y="28"/>
                    </a:cubicBezTo>
                    <a:cubicBezTo>
                      <a:pt x="3060" y="9"/>
                      <a:pt x="2956" y="0"/>
                      <a:pt x="284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Google Shape;1397;p29"/>
              <p:cNvSpPr/>
              <p:nvPr/>
            </p:nvSpPr>
            <p:spPr>
              <a:xfrm>
                <a:off x="7119429" y="3126845"/>
                <a:ext cx="328437" cy="353873"/>
              </a:xfrm>
              <a:custGeom>
                <a:avLst/>
                <a:gdLst/>
                <a:ahLst/>
                <a:cxnLst/>
                <a:rect l="l" t="t" r="r" b="b"/>
                <a:pathLst>
                  <a:path w="4935" h="5317" extrusionOk="0">
                    <a:moveTo>
                      <a:pt x="1509" y="0"/>
                    </a:moveTo>
                    <a:cubicBezTo>
                      <a:pt x="1046" y="0"/>
                      <a:pt x="605" y="152"/>
                      <a:pt x="304" y="539"/>
                    </a:cubicBezTo>
                    <a:cubicBezTo>
                      <a:pt x="1" y="940"/>
                      <a:pt x="81" y="1520"/>
                      <a:pt x="242" y="2002"/>
                    </a:cubicBezTo>
                    <a:cubicBezTo>
                      <a:pt x="652" y="3206"/>
                      <a:pt x="1482" y="4268"/>
                      <a:pt x="2570" y="4955"/>
                    </a:cubicBezTo>
                    <a:cubicBezTo>
                      <a:pt x="2894" y="5160"/>
                      <a:pt x="3306" y="5316"/>
                      <a:pt x="3695" y="5316"/>
                    </a:cubicBezTo>
                    <a:cubicBezTo>
                      <a:pt x="4067" y="5316"/>
                      <a:pt x="4418" y="5173"/>
                      <a:pt x="4649" y="4794"/>
                    </a:cubicBezTo>
                    <a:cubicBezTo>
                      <a:pt x="4934" y="4312"/>
                      <a:pt x="4738" y="3554"/>
                      <a:pt x="4622" y="3037"/>
                    </a:cubicBezTo>
                    <a:cubicBezTo>
                      <a:pt x="4488" y="2430"/>
                      <a:pt x="4256" y="1841"/>
                      <a:pt x="3899" y="1342"/>
                    </a:cubicBezTo>
                    <a:cubicBezTo>
                      <a:pt x="3667" y="1011"/>
                      <a:pt x="3382" y="717"/>
                      <a:pt x="3034" y="485"/>
                    </a:cubicBezTo>
                    <a:cubicBezTo>
                      <a:pt x="2621" y="206"/>
                      <a:pt x="2050" y="0"/>
                      <a:pt x="150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Google Shape;1398;p29"/>
              <p:cNvSpPr/>
              <p:nvPr/>
            </p:nvSpPr>
            <p:spPr>
              <a:xfrm>
                <a:off x="7236431" y="3197127"/>
                <a:ext cx="227410" cy="732105"/>
              </a:xfrm>
              <a:custGeom>
                <a:avLst/>
                <a:gdLst/>
                <a:ahLst/>
                <a:cxnLst/>
                <a:rect l="l" t="t" r="r" b="b"/>
                <a:pathLst>
                  <a:path w="3417" h="11000" extrusionOk="0">
                    <a:moveTo>
                      <a:pt x="72" y="0"/>
                    </a:moveTo>
                    <a:lnTo>
                      <a:pt x="0" y="89"/>
                    </a:lnTo>
                    <a:cubicBezTo>
                      <a:pt x="1445" y="1258"/>
                      <a:pt x="2382" y="3649"/>
                      <a:pt x="2775" y="5486"/>
                    </a:cubicBezTo>
                    <a:cubicBezTo>
                      <a:pt x="3167" y="7297"/>
                      <a:pt x="3239" y="9180"/>
                      <a:pt x="3310" y="11000"/>
                    </a:cubicBezTo>
                    <a:lnTo>
                      <a:pt x="3417" y="11000"/>
                    </a:lnTo>
                    <a:cubicBezTo>
                      <a:pt x="3355" y="9171"/>
                      <a:pt x="3274" y="7280"/>
                      <a:pt x="2891" y="5460"/>
                    </a:cubicBezTo>
                    <a:cubicBezTo>
                      <a:pt x="2489" y="3604"/>
                      <a:pt x="1544" y="1195"/>
                      <a:pt x="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Google Shape;1399;p29"/>
              <p:cNvSpPr/>
              <p:nvPr/>
            </p:nvSpPr>
            <p:spPr>
              <a:xfrm>
                <a:off x="7537454" y="3340219"/>
                <a:ext cx="214366" cy="689976"/>
              </a:xfrm>
              <a:custGeom>
                <a:avLst/>
                <a:gdLst/>
                <a:ahLst/>
                <a:cxnLst/>
                <a:rect l="l" t="t" r="r" b="b"/>
                <a:pathLst>
                  <a:path w="3221" h="10367" extrusionOk="0">
                    <a:moveTo>
                      <a:pt x="3131" y="0"/>
                    </a:moveTo>
                    <a:cubicBezTo>
                      <a:pt x="1695" y="1972"/>
                      <a:pt x="27" y="5861"/>
                      <a:pt x="0" y="10366"/>
                    </a:cubicBezTo>
                    <a:lnTo>
                      <a:pt x="116" y="10366"/>
                    </a:lnTo>
                    <a:cubicBezTo>
                      <a:pt x="134" y="5888"/>
                      <a:pt x="1802" y="2016"/>
                      <a:pt x="3221" y="62"/>
                    </a:cubicBezTo>
                    <a:lnTo>
                      <a:pt x="313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Google Shape;1400;p29"/>
              <p:cNvSpPr/>
              <p:nvPr/>
            </p:nvSpPr>
            <p:spPr>
              <a:xfrm>
                <a:off x="7501249" y="2963188"/>
                <a:ext cx="150276" cy="1042651"/>
              </a:xfrm>
              <a:custGeom>
                <a:avLst/>
                <a:gdLst/>
                <a:ahLst/>
                <a:cxnLst/>
                <a:rect l="l" t="t" r="r" b="b"/>
                <a:pathLst>
                  <a:path w="2258" h="15666" extrusionOk="0">
                    <a:moveTo>
                      <a:pt x="2159" y="0"/>
                    </a:moveTo>
                    <a:cubicBezTo>
                      <a:pt x="0" y="4568"/>
                      <a:pt x="36" y="9251"/>
                      <a:pt x="80" y="14684"/>
                    </a:cubicBezTo>
                    <a:lnTo>
                      <a:pt x="89" y="15665"/>
                    </a:lnTo>
                    <a:lnTo>
                      <a:pt x="205" y="15665"/>
                    </a:lnTo>
                    <a:lnTo>
                      <a:pt x="196" y="14684"/>
                    </a:lnTo>
                    <a:cubicBezTo>
                      <a:pt x="152" y="9269"/>
                      <a:pt x="116" y="4586"/>
                      <a:pt x="2257" y="45"/>
                    </a:cubicBezTo>
                    <a:lnTo>
                      <a:pt x="215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Google Shape;1401;p29"/>
              <p:cNvSpPr/>
              <p:nvPr/>
            </p:nvSpPr>
            <p:spPr>
              <a:xfrm>
                <a:off x="7148513" y="3554525"/>
                <a:ext cx="281517" cy="467948"/>
              </a:xfrm>
              <a:custGeom>
                <a:avLst/>
                <a:gdLst/>
                <a:ahLst/>
                <a:cxnLst/>
                <a:rect l="l" t="t" r="r" b="b"/>
                <a:pathLst>
                  <a:path w="4230" h="7031" extrusionOk="0">
                    <a:moveTo>
                      <a:pt x="54" y="0"/>
                    </a:moveTo>
                    <a:lnTo>
                      <a:pt x="1" y="99"/>
                    </a:lnTo>
                    <a:cubicBezTo>
                      <a:pt x="2508" y="1374"/>
                      <a:pt x="4114" y="4229"/>
                      <a:pt x="3908" y="7021"/>
                    </a:cubicBezTo>
                    <a:lnTo>
                      <a:pt x="4024" y="7030"/>
                    </a:lnTo>
                    <a:cubicBezTo>
                      <a:pt x="4229" y="4193"/>
                      <a:pt x="2597" y="1303"/>
                      <a:pt x="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Google Shape;1402;p29"/>
              <p:cNvSpPr/>
              <p:nvPr/>
            </p:nvSpPr>
            <p:spPr>
              <a:xfrm>
                <a:off x="7546372" y="3604973"/>
                <a:ext cx="255894" cy="464953"/>
              </a:xfrm>
              <a:custGeom>
                <a:avLst/>
                <a:gdLst/>
                <a:ahLst/>
                <a:cxnLst/>
                <a:rect l="l" t="t" r="r" b="b"/>
                <a:pathLst>
                  <a:path w="3845" h="6986" extrusionOk="0">
                    <a:moveTo>
                      <a:pt x="3800" y="1"/>
                    </a:moveTo>
                    <a:cubicBezTo>
                      <a:pt x="1240" y="1214"/>
                      <a:pt x="152" y="4515"/>
                      <a:pt x="0" y="6977"/>
                    </a:cubicBezTo>
                    <a:lnTo>
                      <a:pt x="116" y="6986"/>
                    </a:lnTo>
                    <a:cubicBezTo>
                      <a:pt x="268" y="4550"/>
                      <a:pt x="1338" y="1294"/>
                      <a:pt x="3845" y="99"/>
                    </a:cubicBezTo>
                    <a:lnTo>
                      <a:pt x="3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29"/>
              <p:cNvSpPr/>
              <p:nvPr/>
            </p:nvSpPr>
            <p:spPr>
              <a:xfrm>
                <a:off x="7277361" y="3878113"/>
                <a:ext cx="476849" cy="541558"/>
              </a:xfrm>
              <a:custGeom>
                <a:avLst/>
                <a:gdLst/>
                <a:ahLst/>
                <a:cxnLst/>
                <a:rect l="l" t="t" r="r" b="b"/>
                <a:pathLst>
                  <a:path w="7165" h="8137" extrusionOk="0">
                    <a:moveTo>
                      <a:pt x="1" y="0"/>
                    </a:moveTo>
                    <a:lnTo>
                      <a:pt x="1" y="2043"/>
                    </a:lnTo>
                    <a:cubicBezTo>
                      <a:pt x="1" y="7342"/>
                      <a:pt x="1705" y="8136"/>
                      <a:pt x="1705" y="8136"/>
                    </a:cubicBezTo>
                    <a:lnTo>
                      <a:pt x="5460" y="8136"/>
                    </a:lnTo>
                    <a:cubicBezTo>
                      <a:pt x="5460" y="8136"/>
                      <a:pt x="7164" y="7342"/>
                      <a:pt x="7164" y="2043"/>
                    </a:cubicBezTo>
                    <a:lnTo>
                      <a:pt x="716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04" name="Google Shape;1404;p29"/>
            <p:cNvGrpSpPr/>
            <p:nvPr/>
          </p:nvGrpSpPr>
          <p:grpSpPr>
            <a:xfrm>
              <a:off x="6538214" y="4628582"/>
              <a:ext cx="830058" cy="159799"/>
              <a:chOff x="6538214" y="4628582"/>
              <a:chExt cx="830058" cy="159799"/>
            </a:xfrm>
          </p:grpSpPr>
          <p:sp>
            <p:nvSpPr>
              <p:cNvPr id="1405" name="Google Shape;1405;p29"/>
              <p:cNvSpPr/>
              <p:nvPr/>
            </p:nvSpPr>
            <p:spPr>
              <a:xfrm>
                <a:off x="6538214" y="4718830"/>
                <a:ext cx="343211" cy="51114"/>
              </a:xfrm>
              <a:custGeom>
                <a:avLst/>
                <a:gdLst/>
                <a:ahLst/>
                <a:cxnLst/>
                <a:rect l="l" t="t" r="r" b="b"/>
                <a:pathLst>
                  <a:path w="5157" h="768" extrusionOk="0">
                    <a:moveTo>
                      <a:pt x="0" y="1"/>
                    </a:moveTo>
                    <a:lnTo>
                      <a:pt x="0" y="768"/>
                    </a:lnTo>
                    <a:lnTo>
                      <a:pt x="5156" y="768"/>
                    </a:lnTo>
                    <a:lnTo>
                      <a:pt x="515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Google Shape;1406;p29"/>
              <p:cNvSpPr/>
              <p:nvPr/>
            </p:nvSpPr>
            <p:spPr>
              <a:xfrm>
                <a:off x="6577347" y="4718830"/>
                <a:ext cx="18502" cy="5111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768" extrusionOk="0">
                    <a:moveTo>
                      <a:pt x="1" y="1"/>
                    </a:moveTo>
                    <a:lnTo>
                      <a:pt x="1" y="768"/>
                    </a:lnTo>
                    <a:lnTo>
                      <a:pt x="277" y="768"/>
                    </a:lnTo>
                    <a:lnTo>
                      <a:pt x="27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Google Shape;1407;p29"/>
              <p:cNvSpPr/>
              <p:nvPr/>
            </p:nvSpPr>
            <p:spPr>
              <a:xfrm>
                <a:off x="6839237" y="4718830"/>
                <a:ext cx="18435" cy="51114"/>
              </a:xfrm>
              <a:custGeom>
                <a:avLst/>
                <a:gdLst/>
                <a:ahLst/>
                <a:cxnLst/>
                <a:rect l="l" t="t" r="r" b="b"/>
                <a:pathLst>
                  <a:path w="277" h="768" extrusionOk="0">
                    <a:moveTo>
                      <a:pt x="0" y="1"/>
                    </a:moveTo>
                    <a:lnTo>
                      <a:pt x="0" y="768"/>
                    </a:lnTo>
                    <a:lnTo>
                      <a:pt x="277" y="768"/>
                    </a:lnTo>
                    <a:lnTo>
                      <a:pt x="27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29"/>
              <p:cNvSpPr/>
              <p:nvPr/>
            </p:nvSpPr>
            <p:spPr>
              <a:xfrm>
                <a:off x="6608827" y="4718830"/>
                <a:ext cx="8985" cy="51114"/>
              </a:xfrm>
              <a:custGeom>
                <a:avLst/>
                <a:gdLst/>
                <a:ahLst/>
                <a:cxnLst/>
                <a:rect l="l" t="t" r="r" b="b"/>
                <a:pathLst>
                  <a:path w="135" h="768" extrusionOk="0">
                    <a:moveTo>
                      <a:pt x="1" y="1"/>
                    </a:moveTo>
                    <a:lnTo>
                      <a:pt x="1" y="768"/>
                    </a:lnTo>
                    <a:lnTo>
                      <a:pt x="134" y="768"/>
                    </a:lnTo>
                    <a:lnTo>
                      <a:pt x="13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29"/>
              <p:cNvSpPr/>
              <p:nvPr/>
            </p:nvSpPr>
            <p:spPr>
              <a:xfrm>
                <a:off x="6881366" y="4648748"/>
                <a:ext cx="137830" cy="121197"/>
              </a:xfrm>
              <a:custGeom>
                <a:avLst/>
                <a:gdLst/>
                <a:ahLst/>
                <a:cxnLst/>
                <a:rect l="l" t="t" r="r" b="b"/>
                <a:pathLst>
                  <a:path w="2071" h="1821" extrusionOk="0">
                    <a:moveTo>
                      <a:pt x="2070" y="1"/>
                    </a:moveTo>
                    <a:lnTo>
                      <a:pt x="0" y="1054"/>
                    </a:lnTo>
                    <a:lnTo>
                      <a:pt x="0" y="1821"/>
                    </a:lnTo>
                    <a:lnTo>
                      <a:pt x="2070" y="768"/>
                    </a:lnTo>
                    <a:lnTo>
                      <a:pt x="207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29"/>
              <p:cNvSpPr/>
              <p:nvPr/>
            </p:nvSpPr>
            <p:spPr>
              <a:xfrm>
                <a:off x="6881366" y="4661260"/>
                <a:ext cx="137830" cy="96239"/>
              </a:xfrm>
              <a:custGeom>
                <a:avLst/>
                <a:gdLst/>
                <a:ahLst/>
                <a:cxnLst/>
                <a:rect l="l" t="t" r="r" b="b"/>
                <a:pathLst>
                  <a:path w="2071" h="1446" extrusionOk="0">
                    <a:moveTo>
                      <a:pt x="2070" y="0"/>
                    </a:moveTo>
                    <a:lnTo>
                      <a:pt x="0" y="1053"/>
                    </a:lnTo>
                    <a:lnTo>
                      <a:pt x="0" y="1445"/>
                    </a:lnTo>
                    <a:lnTo>
                      <a:pt x="2070" y="393"/>
                    </a:lnTo>
                    <a:lnTo>
                      <a:pt x="207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Google Shape;1411;p29"/>
              <p:cNvSpPr/>
              <p:nvPr/>
            </p:nvSpPr>
            <p:spPr>
              <a:xfrm>
                <a:off x="6538214" y="4648748"/>
                <a:ext cx="480975" cy="70149"/>
              </a:xfrm>
              <a:custGeom>
                <a:avLst/>
                <a:gdLst/>
                <a:ahLst/>
                <a:cxnLst/>
                <a:rect l="l" t="t" r="r" b="b"/>
                <a:pathLst>
                  <a:path w="7227" h="1054" extrusionOk="0">
                    <a:moveTo>
                      <a:pt x="2070" y="1"/>
                    </a:moveTo>
                    <a:lnTo>
                      <a:pt x="0" y="1054"/>
                    </a:lnTo>
                    <a:lnTo>
                      <a:pt x="5156" y="1054"/>
                    </a:lnTo>
                    <a:lnTo>
                      <a:pt x="722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Google Shape;1412;p29"/>
              <p:cNvSpPr/>
              <p:nvPr/>
            </p:nvSpPr>
            <p:spPr>
              <a:xfrm>
                <a:off x="6809487" y="4659463"/>
                <a:ext cx="156265" cy="48186"/>
              </a:xfrm>
              <a:custGeom>
                <a:avLst/>
                <a:gdLst/>
                <a:ahLst/>
                <a:cxnLst/>
                <a:rect l="l" t="t" r="r" b="b"/>
                <a:pathLst>
                  <a:path w="2348" h="724" extrusionOk="0">
                    <a:moveTo>
                      <a:pt x="1411" y="0"/>
                    </a:moveTo>
                    <a:lnTo>
                      <a:pt x="1" y="723"/>
                    </a:lnTo>
                    <a:lnTo>
                      <a:pt x="929" y="723"/>
                    </a:lnTo>
                    <a:lnTo>
                      <a:pt x="234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Google Shape;1413;p29"/>
              <p:cNvSpPr/>
              <p:nvPr/>
            </p:nvSpPr>
            <p:spPr>
              <a:xfrm>
                <a:off x="6762633" y="4659463"/>
                <a:ext cx="113472" cy="48186"/>
              </a:xfrm>
              <a:custGeom>
                <a:avLst/>
                <a:gdLst/>
                <a:ahLst/>
                <a:cxnLst/>
                <a:rect l="l" t="t" r="r" b="b"/>
                <a:pathLst>
                  <a:path w="1705" h="724" extrusionOk="0">
                    <a:moveTo>
                      <a:pt x="1410" y="0"/>
                    </a:moveTo>
                    <a:lnTo>
                      <a:pt x="0" y="723"/>
                    </a:lnTo>
                    <a:lnTo>
                      <a:pt x="286" y="723"/>
                    </a:lnTo>
                    <a:lnTo>
                      <a:pt x="170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29"/>
              <p:cNvSpPr/>
              <p:nvPr/>
            </p:nvSpPr>
            <p:spPr>
              <a:xfrm>
                <a:off x="6931215" y="4692741"/>
                <a:ext cx="311798" cy="95640"/>
              </a:xfrm>
              <a:custGeom>
                <a:avLst/>
                <a:gdLst/>
                <a:ahLst/>
                <a:cxnLst/>
                <a:rect l="l" t="t" r="r" b="b"/>
                <a:pathLst>
                  <a:path w="4685" h="1437" extrusionOk="0">
                    <a:moveTo>
                      <a:pt x="1" y="0"/>
                    </a:moveTo>
                    <a:lnTo>
                      <a:pt x="1" y="1436"/>
                    </a:lnTo>
                    <a:lnTo>
                      <a:pt x="4684" y="1436"/>
                    </a:lnTo>
                    <a:lnTo>
                      <a:pt x="468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29"/>
              <p:cNvSpPr/>
              <p:nvPr/>
            </p:nvSpPr>
            <p:spPr>
              <a:xfrm>
                <a:off x="7204352" y="4692741"/>
                <a:ext cx="16705" cy="95640"/>
              </a:xfrm>
              <a:custGeom>
                <a:avLst/>
                <a:gdLst/>
                <a:ahLst/>
                <a:cxnLst/>
                <a:rect l="l" t="t" r="r" b="b"/>
                <a:pathLst>
                  <a:path w="251" h="1437" extrusionOk="0">
                    <a:moveTo>
                      <a:pt x="0" y="0"/>
                    </a:moveTo>
                    <a:lnTo>
                      <a:pt x="0" y="1436"/>
                    </a:lnTo>
                    <a:lnTo>
                      <a:pt x="250" y="1436"/>
                    </a:lnTo>
                    <a:lnTo>
                      <a:pt x="25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29"/>
              <p:cNvSpPr/>
              <p:nvPr/>
            </p:nvSpPr>
            <p:spPr>
              <a:xfrm>
                <a:off x="6995373" y="4692741"/>
                <a:ext cx="8386" cy="95640"/>
              </a:xfrm>
              <a:custGeom>
                <a:avLst/>
                <a:gdLst/>
                <a:ahLst/>
                <a:cxnLst/>
                <a:rect l="l" t="t" r="r" b="b"/>
                <a:pathLst>
                  <a:path w="126" h="1437" extrusionOk="0">
                    <a:moveTo>
                      <a:pt x="0" y="0"/>
                    </a:moveTo>
                    <a:lnTo>
                      <a:pt x="0" y="1436"/>
                    </a:lnTo>
                    <a:lnTo>
                      <a:pt x="125" y="1436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29"/>
              <p:cNvSpPr/>
              <p:nvPr/>
            </p:nvSpPr>
            <p:spPr>
              <a:xfrm>
                <a:off x="7242953" y="4628582"/>
                <a:ext cx="125318" cy="159799"/>
              </a:xfrm>
              <a:custGeom>
                <a:avLst/>
                <a:gdLst/>
                <a:ahLst/>
                <a:cxnLst/>
                <a:rect l="l" t="t" r="r" b="b"/>
                <a:pathLst>
                  <a:path w="1883" h="2401" extrusionOk="0">
                    <a:moveTo>
                      <a:pt x="1883" y="1"/>
                    </a:moveTo>
                    <a:lnTo>
                      <a:pt x="0" y="964"/>
                    </a:lnTo>
                    <a:lnTo>
                      <a:pt x="0" y="2400"/>
                    </a:lnTo>
                    <a:lnTo>
                      <a:pt x="1883" y="1446"/>
                    </a:lnTo>
                    <a:lnTo>
                      <a:pt x="188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Google Shape;1418;p29"/>
              <p:cNvSpPr/>
              <p:nvPr/>
            </p:nvSpPr>
            <p:spPr>
              <a:xfrm>
                <a:off x="7242953" y="4640429"/>
                <a:ext cx="125318" cy="136637"/>
              </a:xfrm>
              <a:custGeom>
                <a:avLst/>
                <a:gdLst/>
                <a:ahLst/>
                <a:cxnLst/>
                <a:rect l="l" t="t" r="r" b="b"/>
                <a:pathLst>
                  <a:path w="1883" h="2053" extrusionOk="0">
                    <a:moveTo>
                      <a:pt x="1883" y="1"/>
                    </a:moveTo>
                    <a:lnTo>
                      <a:pt x="0" y="956"/>
                    </a:lnTo>
                    <a:lnTo>
                      <a:pt x="0" y="2053"/>
                    </a:lnTo>
                    <a:lnTo>
                      <a:pt x="1883" y="1089"/>
                    </a:lnTo>
                    <a:lnTo>
                      <a:pt x="188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Google Shape;1419;p29"/>
              <p:cNvSpPr/>
              <p:nvPr/>
            </p:nvSpPr>
            <p:spPr>
              <a:xfrm>
                <a:off x="6931215" y="4628582"/>
                <a:ext cx="437050" cy="64226"/>
              </a:xfrm>
              <a:custGeom>
                <a:avLst/>
                <a:gdLst/>
                <a:ahLst/>
                <a:cxnLst/>
                <a:rect l="l" t="t" r="r" b="b"/>
                <a:pathLst>
                  <a:path w="6567" h="965" extrusionOk="0">
                    <a:moveTo>
                      <a:pt x="1883" y="1"/>
                    </a:moveTo>
                    <a:lnTo>
                      <a:pt x="1" y="964"/>
                    </a:lnTo>
                    <a:lnTo>
                      <a:pt x="4684" y="964"/>
                    </a:lnTo>
                    <a:lnTo>
                      <a:pt x="656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Google Shape;1420;p29"/>
              <p:cNvSpPr/>
              <p:nvPr/>
            </p:nvSpPr>
            <p:spPr>
              <a:xfrm>
                <a:off x="7003692" y="4638698"/>
                <a:ext cx="145484" cy="43993"/>
              </a:xfrm>
              <a:custGeom>
                <a:avLst/>
                <a:gdLst/>
                <a:ahLst/>
                <a:cxnLst/>
                <a:rect l="l" t="t" r="r" b="b"/>
                <a:pathLst>
                  <a:path w="2186" h="661" extrusionOk="0">
                    <a:moveTo>
                      <a:pt x="1285" y="0"/>
                    </a:moveTo>
                    <a:lnTo>
                      <a:pt x="0" y="660"/>
                    </a:lnTo>
                    <a:lnTo>
                      <a:pt x="901" y="660"/>
                    </a:lnTo>
                    <a:lnTo>
                      <a:pt x="218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21" name="Google Shape;1421;p29"/>
            <p:cNvGrpSpPr/>
            <p:nvPr/>
          </p:nvGrpSpPr>
          <p:grpSpPr>
            <a:xfrm>
              <a:off x="6268844" y="4687811"/>
              <a:ext cx="202130" cy="157871"/>
              <a:chOff x="6209238" y="4667184"/>
              <a:chExt cx="171108" cy="133642"/>
            </a:xfrm>
          </p:grpSpPr>
          <p:sp>
            <p:nvSpPr>
              <p:cNvPr id="1422" name="Google Shape;1422;p29"/>
              <p:cNvSpPr/>
              <p:nvPr/>
            </p:nvSpPr>
            <p:spPr>
              <a:xfrm>
                <a:off x="6209238" y="4667184"/>
                <a:ext cx="133105" cy="125323"/>
              </a:xfrm>
              <a:custGeom>
                <a:avLst/>
                <a:gdLst/>
                <a:ahLst/>
                <a:cxnLst/>
                <a:rect l="l" t="t" r="r" b="b"/>
                <a:pathLst>
                  <a:path w="2000" h="1883" extrusionOk="0">
                    <a:moveTo>
                      <a:pt x="10" y="0"/>
                    </a:moveTo>
                    <a:lnTo>
                      <a:pt x="10" y="1330"/>
                    </a:lnTo>
                    <a:cubicBezTo>
                      <a:pt x="1" y="1633"/>
                      <a:pt x="251" y="1874"/>
                      <a:pt x="545" y="1883"/>
                    </a:cubicBezTo>
                    <a:lnTo>
                      <a:pt x="1446" y="1883"/>
                    </a:lnTo>
                    <a:cubicBezTo>
                      <a:pt x="1749" y="1883"/>
                      <a:pt x="1999" y="1642"/>
                      <a:pt x="1999" y="1339"/>
                    </a:cubicBezTo>
                    <a:lnTo>
                      <a:pt x="199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6235992" y="4786516"/>
                <a:ext cx="80196" cy="14309"/>
              </a:xfrm>
              <a:custGeom>
                <a:avLst/>
                <a:gdLst/>
                <a:ahLst/>
                <a:cxnLst/>
                <a:rect l="l" t="t" r="r" b="b"/>
                <a:pathLst>
                  <a:path w="1205" h="215" extrusionOk="0">
                    <a:moveTo>
                      <a:pt x="0" y="1"/>
                    </a:moveTo>
                    <a:lnTo>
                      <a:pt x="0" y="215"/>
                    </a:lnTo>
                    <a:lnTo>
                      <a:pt x="1205" y="215"/>
                    </a:lnTo>
                    <a:lnTo>
                      <a:pt x="1205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6289435" y="4680827"/>
                <a:ext cx="90911" cy="98036"/>
              </a:xfrm>
              <a:custGeom>
                <a:avLst/>
                <a:gdLst/>
                <a:ahLst/>
                <a:cxnLst/>
                <a:rect l="l" t="t" r="r" b="b"/>
                <a:pathLst>
                  <a:path w="1366" h="1473" extrusionOk="0">
                    <a:moveTo>
                      <a:pt x="928" y="295"/>
                    </a:moveTo>
                    <a:cubicBezTo>
                      <a:pt x="999" y="295"/>
                      <a:pt x="1062" y="357"/>
                      <a:pt x="1062" y="438"/>
                    </a:cubicBezTo>
                    <a:lnTo>
                      <a:pt x="1062" y="1035"/>
                    </a:lnTo>
                    <a:cubicBezTo>
                      <a:pt x="1062" y="1107"/>
                      <a:pt x="999" y="1169"/>
                      <a:pt x="928" y="1169"/>
                    </a:cubicBezTo>
                    <a:lnTo>
                      <a:pt x="295" y="1169"/>
                    </a:lnTo>
                    <a:lnTo>
                      <a:pt x="295" y="295"/>
                    </a:lnTo>
                    <a:close/>
                    <a:moveTo>
                      <a:pt x="0" y="1"/>
                    </a:moveTo>
                    <a:lnTo>
                      <a:pt x="0" y="1473"/>
                    </a:lnTo>
                    <a:lnTo>
                      <a:pt x="928" y="1473"/>
                    </a:lnTo>
                    <a:cubicBezTo>
                      <a:pt x="1169" y="1473"/>
                      <a:pt x="1365" y="1276"/>
                      <a:pt x="1365" y="1035"/>
                    </a:cubicBezTo>
                    <a:lnTo>
                      <a:pt x="1365" y="438"/>
                    </a:lnTo>
                    <a:cubicBezTo>
                      <a:pt x="1365" y="197"/>
                      <a:pt x="1169" y="1"/>
                      <a:pt x="92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25" name="Google Shape;1425;p29"/>
            <p:cNvGrpSpPr/>
            <p:nvPr/>
          </p:nvGrpSpPr>
          <p:grpSpPr>
            <a:xfrm>
              <a:off x="5965842" y="2731645"/>
              <a:ext cx="1905712" cy="1887618"/>
              <a:chOff x="5952739" y="3011240"/>
              <a:chExt cx="1613233" cy="1597916"/>
            </a:xfrm>
          </p:grpSpPr>
          <p:sp>
            <p:nvSpPr>
              <p:cNvPr id="1426" name="Google Shape;1426;p29"/>
              <p:cNvSpPr/>
              <p:nvPr/>
            </p:nvSpPr>
            <p:spPr>
              <a:xfrm>
                <a:off x="5952739" y="3488237"/>
                <a:ext cx="1613233" cy="1120919"/>
              </a:xfrm>
              <a:custGeom>
                <a:avLst/>
                <a:gdLst/>
                <a:ahLst/>
                <a:cxnLst/>
                <a:rect l="l" t="t" r="r" b="b"/>
                <a:pathLst>
                  <a:path w="24240" h="16842" extrusionOk="0">
                    <a:moveTo>
                      <a:pt x="14225" y="1"/>
                    </a:moveTo>
                    <a:cubicBezTo>
                      <a:pt x="14024" y="1"/>
                      <a:pt x="13823" y="17"/>
                      <a:pt x="13623" y="51"/>
                    </a:cubicBezTo>
                    <a:cubicBezTo>
                      <a:pt x="12160" y="310"/>
                      <a:pt x="11027" y="1487"/>
                      <a:pt x="10189" y="2709"/>
                    </a:cubicBezTo>
                    <a:cubicBezTo>
                      <a:pt x="9341" y="3940"/>
                      <a:pt x="8672" y="5305"/>
                      <a:pt x="7584" y="6322"/>
                    </a:cubicBezTo>
                    <a:lnTo>
                      <a:pt x="2633" y="11702"/>
                    </a:lnTo>
                    <a:cubicBezTo>
                      <a:pt x="2178" y="12121"/>
                      <a:pt x="536" y="13548"/>
                      <a:pt x="349" y="14628"/>
                    </a:cubicBezTo>
                    <a:cubicBezTo>
                      <a:pt x="1" y="16617"/>
                      <a:pt x="1972" y="16840"/>
                      <a:pt x="5924" y="16840"/>
                    </a:cubicBezTo>
                    <a:cubicBezTo>
                      <a:pt x="6701" y="16840"/>
                      <a:pt x="7559" y="16841"/>
                      <a:pt x="8477" y="16841"/>
                    </a:cubicBezTo>
                    <a:cubicBezTo>
                      <a:pt x="10313" y="16841"/>
                      <a:pt x="12386" y="16837"/>
                      <a:pt x="14515" y="16813"/>
                    </a:cubicBezTo>
                    <a:cubicBezTo>
                      <a:pt x="17210" y="16778"/>
                      <a:pt x="20466" y="16590"/>
                      <a:pt x="22491" y="15877"/>
                    </a:cubicBezTo>
                    <a:cubicBezTo>
                      <a:pt x="23160" y="15636"/>
                      <a:pt x="23740" y="15118"/>
                      <a:pt x="24025" y="14467"/>
                    </a:cubicBezTo>
                    <a:cubicBezTo>
                      <a:pt x="24230" y="13994"/>
                      <a:pt x="24239" y="13459"/>
                      <a:pt x="24186" y="12942"/>
                    </a:cubicBezTo>
                    <a:cubicBezTo>
                      <a:pt x="23981" y="11033"/>
                      <a:pt x="23115" y="9115"/>
                      <a:pt x="22232" y="7429"/>
                    </a:cubicBezTo>
                    <a:cubicBezTo>
                      <a:pt x="21322" y="5707"/>
                      <a:pt x="20145" y="4110"/>
                      <a:pt x="18842" y="2656"/>
                    </a:cubicBezTo>
                    <a:cubicBezTo>
                      <a:pt x="18164" y="1898"/>
                      <a:pt x="17424" y="1175"/>
                      <a:pt x="16549" y="666"/>
                    </a:cubicBezTo>
                    <a:cubicBezTo>
                      <a:pt x="15843" y="259"/>
                      <a:pt x="15033" y="1"/>
                      <a:pt x="1422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5952739" y="3488037"/>
                <a:ext cx="1569308" cy="1121052"/>
              </a:xfrm>
              <a:custGeom>
                <a:avLst/>
                <a:gdLst/>
                <a:ahLst/>
                <a:cxnLst/>
                <a:rect l="l" t="t" r="r" b="b"/>
                <a:pathLst>
                  <a:path w="23580" h="16844" extrusionOk="0">
                    <a:moveTo>
                      <a:pt x="14236" y="1"/>
                    </a:moveTo>
                    <a:cubicBezTo>
                      <a:pt x="14031" y="1"/>
                      <a:pt x="13826" y="18"/>
                      <a:pt x="13623" y="54"/>
                    </a:cubicBezTo>
                    <a:cubicBezTo>
                      <a:pt x="12160" y="313"/>
                      <a:pt x="11027" y="1490"/>
                      <a:pt x="10189" y="2712"/>
                    </a:cubicBezTo>
                    <a:cubicBezTo>
                      <a:pt x="9341" y="3943"/>
                      <a:pt x="8672" y="5308"/>
                      <a:pt x="7584" y="6325"/>
                    </a:cubicBezTo>
                    <a:lnTo>
                      <a:pt x="2633" y="11705"/>
                    </a:lnTo>
                    <a:cubicBezTo>
                      <a:pt x="2178" y="12124"/>
                      <a:pt x="536" y="13551"/>
                      <a:pt x="349" y="14631"/>
                    </a:cubicBezTo>
                    <a:cubicBezTo>
                      <a:pt x="1" y="16620"/>
                      <a:pt x="1972" y="16843"/>
                      <a:pt x="5924" y="16843"/>
                    </a:cubicBezTo>
                    <a:lnTo>
                      <a:pt x="8619" y="16843"/>
                    </a:lnTo>
                    <a:lnTo>
                      <a:pt x="10180" y="16299"/>
                    </a:lnTo>
                    <a:cubicBezTo>
                      <a:pt x="10940" y="16035"/>
                      <a:pt x="11727" y="15772"/>
                      <a:pt x="12523" y="15772"/>
                    </a:cubicBezTo>
                    <a:cubicBezTo>
                      <a:pt x="12643" y="15772"/>
                      <a:pt x="12763" y="15778"/>
                      <a:pt x="12883" y="15791"/>
                    </a:cubicBezTo>
                    <a:cubicBezTo>
                      <a:pt x="13445" y="15862"/>
                      <a:pt x="13936" y="16130"/>
                      <a:pt x="14507" y="16147"/>
                    </a:cubicBezTo>
                    <a:cubicBezTo>
                      <a:pt x="15167" y="16165"/>
                      <a:pt x="15836" y="16192"/>
                      <a:pt x="16505" y="16210"/>
                    </a:cubicBezTo>
                    <a:cubicBezTo>
                      <a:pt x="16549" y="16210"/>
                      <a:pt x="16585" y="16210"/>
                      <a:pt x="16621" y="16192"/>
                    </a:cubicBezTo>
                    <a:cubicBezTo>
                      <a:pt x="16701" y="16130"/>
                      <a:pt x="16612" y="16005"/>
                      <a:pt x="16567" y="15906"/>
                    </a:cubicBezTo>
                    <a:cubicBezTo>
                      <a:pt x="16469" y="15728"/>
                      <a:pt x="16549" y="15496"/>
                      <a:pt x="16692" y="15353"/>
                    </a:cubicBezTo>
                    <a:cubicBezTo>
                      <a:pt x="16844" y="15220"/>
                      <a:pt x="17040" y="15148"/>
                      <a:pt x="17227" y="15077"/>
                    </a:cubicBezTo>
                    <a:cubicBezTo>
                      <a:pt x="18994" y="14461"/>
                      <a:pt x="20716" y="13694"/>
                      <a:pt x="22250" y="12632"/>
                    </a:cubicBezTo>
                    <a:cubicBezTo>
                      <a:pt x="22660" y="12356"/>
                      <a:pt x="23071" y="12035"/>
                      <a:pt x="23312" y="11598"/>
                    </a:cubicBezTo>
                    <a:cubicBezTo>
                      <a:pt x="23552" y="11161"/>
                      <a:pt x="23579" y="10563"/>
                      <a:pt x="23249" y="10188"/>
                    </a:cubicBezTo>
                    <a:cubicBezTo>
                      <a:pt x="22866" y="9751"/>
                      <a:pt x="22196" y="9760"/>
                      <a:pt x="21617" y="9689"/>
                    </a:cubicBezTo>
                    <a:cubicBezTo>
                      <a:pt x="21028" y="9608"/>
                      <a:pt x="20466" y="9412"/>
                      <a:pt x="19957" y="9118"/>
                    </a:cubicBezTo>
                    <a:cubicBezTo>
                      <a:pt x="19815" y="9028"/>
                      <a:pt x="19663" y="8930"/>
                      <a:pt x="19592" y="8779"/>
                    </a:cubicBezTo>
                    <a:cubicBezTo>
                      <a:pt x="19476" y="8538"/>
                      <a:pt x="19583" y="8243"/>
                      <a:pt x="19708" y="8002"/>
                    </a:cubicBezTo>
                    <a:cubicBezTo>
                      <a:pt x="19939" y="7530"/>
                      <a:pt x="20216" y="7075"/>
                      <a:pt x="20403" y="6584"/>
                    </a:cubicBezTo>
                    <a:cubicBezTo>
                      <a:pt x="20591" y="6093"/>
                      <a:pt x="20671" y="5540"/>
                      <a:pt x="20501" y="5041"/>
                    </a:cubicBezTo>
                    <a:cubicBezTo>
                      <a:pt x="20421" y="4818"/>
                      <a:pt x="20341" y="4595"/>
                      <a:pt x="20261" y="4363"/>
                    </a:cubicBezTo>
                    <a:cubicBezTo>
                      <a:pt x="19806" y="3774"/>
                      <a:pt x="19333" y="3203"/>
                      <a:pt x="18842" y="2659"/>
                    </a:cubicBezTo>
                    <a:cubicBezTo>
                      <a:pt x="18164" y="1901"/>
                      <a:pt x="17424" y="1178"/>
                      <a:pt x="16549" y="669"/>
                    </a:cubicBezTo>
                    <a:cubicBezTo>
                      <a:pt x="15846" y="264"/>
                      <a:pt x="15040" y="1"/>
                      <a:pt x="14236" y="1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Google Shape;1428;p29"/>
              <p:cNvSpPr/>
              <p:nvPr/>
            </p:nvSpPr>
            <p:spPr>
              <a:xfrm>
                <a:off x="6696679" y="3096164"/>
                <a:ext cx="51179" cy="123992"/>
              </a:xfrm>
              <a:custGeom>
                <a:avLst/>
                <a:gdLst/>
                <a:ahLst/>
                <a:cxnLst/>
                <a:rect l="l" t="t" r="r" b="b"/>
                <a:pathLst>
                  <a:path w="769" h="1863" extrusionOk="0">
                    <a:moveTo>
                      <a:pt x="411" y="0"/>
                    </a:moveTo>
                    <a:lnTo>
                      <a:pt x="162" y="63"/>
                    </a:lnTo>
                    <a:cubicBezTo>
                      <a:pt x="72" y="161"/>
                      <a:pt x="37" y="286"/>
                      <a:pt x="19" y="420"/>
                    </a:cubicBezTo>
                    <a:cubicBezTo>
                      <a:pt x="1" y="598"/>
                      <a:pt x="10" y="794"/>
                      <a:pt x="63" y="973"/>
                    </a:cubicBezTo>
                    <a:cubicBezTo>
                      <a:pt x="99" y="1125"/>
                      <a:pt x="170" y="1267"/>
                      <a:pt x="215" y="1419"/>
                    </a:cubicBezTo>
                    <a:cubicBezTo>
                      <a:pt x="251" y="1508"/>
                      <a:pt x="278" y="1597"/>
                      <a:pt x="322" y="1678"/>
                    </a:cubicBezTo>
                    <a:cubicBezTo>
                      <a:pt x="367" y="1758"/>
                      <a:pt x="438" y="1838"/>
                      <a:pt x="536" y="1856"/>
                    </a:cubicBezTo>
                    <a:cubicBezTo>
                      <a:pt x="550" y="1861"/>
                      <a:pt x="563" y="1863"/>
                      <a:pt x="576" y="1863"/>
                    </a:cubicBezTo>
                    <a:cubicBezTo>
                      <a:pt x="590" y="1863"/>
                      <a:pt x="603" y="1861"/>
                      <a:pt x="617" y="1856"/>
                    </a:cubicBezTo>
                    <a:cubicBezTo>
                      <a:pt x="679" y="1829"/>
                      <a:pt x="697" y="1758"/>
                      <a:pt x="706" y="1695"/>
                    </a:cubicBezTo>
                    <a:cubicBezTo>
                      <a:pt x="768" y="1223"/>
                      <a:pt x="670" y="741"/>
                      <a:pt x="572" y="277"/>
                    </a:cubicBezTo>
                    <a:cubicBezTo>
                      <a:pt x="545" y="170"/>
                      <a:pt x="509" y="54"/>
                      <a:pt x="4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Google Shape;1429;p29"/>
              <p:cNvSpPr/>
              <p:nvPr/>
            </p:nvSpPr>
            <p:spPr>
              <a:xfrm>
                <a:off x="6706795" y="3182751"/>
                <a:ext cx="38068" cy="55906"/>
              </a:xfrm>
              <a:custGeom>
                <a:avLst/>
                <a:gdLst/>
                <a:ahLst/>
                <a:cxnLst/>
                <a:rect l="l" t="t" r="r" b="b"/>
                <a:pathLst>
                  <a:path w="572" h="840" extrusionOk="0">
                    <a:moveTo>
                      <a:pt x="315" y="1"/>
                    </a:moveTo>
                    <a:cubicBezTo>
                      <a:pt x="251" y="1"/>
                      <a:pt x="202" y="50"/>
                      <a:pt x="161" y="91"/>
                    </a:cubicBezTo>
                    <a:cubicBezTo>
                      <a:pt x="108" y="145"/>
                      <a:pt x="72" y="198"/>
                      <a:pt x="45" y="261"/>
                    </a:cubicBezTo>
                    <a:cubicBezTo>
                      <a:pt x="1" y="394"/>
                      <a:pt x="63" y="582"/>
                      <a:pt x="152" y="698"/>
                    </a:cubicBezTo>
                    <a:cubicBezTo>
                      <a:pt x="203" y="770"/>
                      <a:pt x="312" y="839"/>
                      <a:pt x="413" y="839"/>
                    </a:cubicBezTo>
                    <a:cubicBezTo>
                      <a:pt x="474" y="839"/>
                      <a:pt x="532" y="815"/>
                      <a:pt x="572" y="751"/>
                    </a:cubicBezTo>
                    <a:lnTo>
                      <a:pt x="527" y="243"/>
                    </a:lnTo>
                    <a:cubicBezTo>
                      <a:pt x="509" y="163"/>
                      <a:pt x="465" y="91"/>
                      <a:pt x="402" y="47"/>
                    </a:cubicBezTo>
                    <a:cubicBezTo>
                      <a:pt x="384" y="29"/>
                      <a:pt x="357" y="11"/>
                      <a:pt x="331" y="2"/>
                    </a:cubicBezTo>
                    <a:cubicBezTo>
                      <a:pt x="325" y="1"/>
                      <a:pt x="320" y="1"/>
                      <a:pt x="315" y="1"/>
                    </a:cubicBezTo>
                    <a:close/>
                  </a:path>
                </a:pathLst>
              </a:custGeom>
              <a:solidFill>
                <a:srgbClr val="F2BE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6495420" y="4419601"/>
                <a:ext cx="202519" cy="156071"/>
              </a:xfrm>
              <a:custGeom>
                <a:avLst/>
                <a:gdLst/>
                <a:ahLst/>
                <a:cxnLst/>
                <a:rect l="l" t="t" r="r" b="b"/>
                <a:pathLst>
                  <a:path w="3043" h="2345" extrusionOk="0">
                    <a:moveTo>
                      <a:pt x="3043" y="0"/>
                    </a:moveTo>
                    <a:lnTo>
                      <a:pt x="3043" y="0"/>
                    </a:lnTo>
                    <a:cubicBezTo>
                      <a:pt x="3043" y="0"/>
                      <a:pt x="1624" y="839"/>
                      <a:pt x="1526" y="866"/>
                    </a:cubicBezTo>
                    <a:cubicBezTo>
                      <a:pt x="1505" y="870"/>
                      <a:pt x="1481" y="872"/>
                      <a:pt x="1456" y="872"/>
                    </a:cubicBezTo>
                    <a:cubicBezTo>
                      <a:pt x="1386" y="872"/>
                      <a:pt x="1303" y="859"/>
                      <a:pt x="1215" y="859"/>
                    </a:cubicBezTo>
                    <a:cubicBezTo>
                      <a:pt x="1096" y="859"/>
                      <a:pt x="969" y="884"/>
                      <a:pt x="857" y="1000"/>
                    </a:cubicBezTo>
                    <a:cubicBezTo>
                      <a:pt x="563" y="1294"/>
                      <a:pt x="251" y="1472"/>
                      <a:pt x="161" y="1686"/>
                    </a:cubicBezTo>
                    <a:cubicBezTo>
                      <a:pt x="54" y="1945"/>
                      <a:pt x="1" y="2284"/>
                      <a:pt x="179" y="2338"/>
                    </a:cubicBezTo>
                    <a:cubicBezTo>
                      <a:pt x="195" y="2343"/>
                      <a:pt x="212" y="2345"/>
                      <a:pt x="231" y="2345"/>
                    </a:cubicBezTo>
                    <a:cubicBezTo>
                      <a:pt x="484" y="2345"/>
                      <a:pt x="1035" y="1920"/>
                      <a:pt x="1508" y="1695"/>
                    </a:cubicBezTo>
                    <a:cubicBezTo>
                      <a:pt x="1785" y="1562"/>
                      <a:pt x="2998" y="1276"/>
                      <a:pt x="2998" y="1276"/>
                    </a:cubicBezTo>
                    <a:lnTo>
                      <a:pt x="3043" y="0"/>
                    </a:lnTo>
                    <a:close/>
                  </a:path>
                </a:pathLst>
              </a:custGeom>
              <a:solidFill>
                <a:srgbClr val="F2BE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6637312" y="4050689"/>
                <a:ext cx="892469" cy="467549"/>
              </a:xfrm>
              <a:custGeom>
                <a:avLst/>
                <a:gdLst/>
                <a:ahLst/>
                <a:cxnLst/>
                <a:rect l="l" t="t" r="r" b="b"/>
                <a:pathLst>
                  <a:path w="13410" h="7025" extrusionOk="0">
                    <a:moveTo>
                      <a:pt x="8895" y="0"/>
                    </a:moveTo>
                    <a:cubicBezTo>
                      <a:pt x="6682" y="0"/>
                      <a:pt x="4363" y="476"/>
                      <a:pt x="4363" y="476"/>
                    </a:cubicBezTo>
                    <a:lnTo>
                      <a:pt x="964" y="218"/>
                    </a:lnTo>
                    <a:lnTo>
                      <a:pt x="1339" y="4071"/>
                    </a:lnTo>
                    <a:cubicBezTo>
                      <a:pt x="1580" y="4303"/>
                      <a:pt x="2731" y="4312"/>
                      <a:pt x="2731" y="4312"/>
                    </a:cubicBezTo>
                    <a:lnTo>
                      <a:pt x="1" y="6248"/>
                    </a:lnTo>
                    <a:lnTo>
                      <a:pt x="224" y="7024"/>
                    </a:lnTo>
                    <a:cubicBezTo>
                      <a:pt x="224" y="7024"/>
                      <a:pt x="8913" y="6123"/>
                      <a:pt x="11857" y="3848"/>
                    </a:cubicBezTo>
                    <a:cubicBezTo>
                      <a:pt x="13409" y="2662"/>
                      <a:pt x="13070" y="1627"/>
                      <a:pt x="12526" y="985"/>
                    </a:cubicBezTo>
                    <a:cubicBezTo>
                      <a:pt x="11890" y="225"/>
                      <a:pt x="10417" y="0"/>
                      <a:pt x="889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6886690" y="4422529"/>
                <a:ext cx="184750" cy="150148"/>
              </a:xfrm>
              <a:custGeom>
                <a:avLst/>
                <a:gdLst/>
                <a:ahLst/>
                <a:cxnLst/>
                <a:rect l="l" t="t" r="r" b="b"/>
                <a:pathLst>
                  <a:path w="2776" h="2256" extrusionOk="0">
                    <a:moveTo>
                      <a:pt x="1" y="1"/>
                    </a:moveTo>
                    <a:lnTo>
                      <a:pt x="36" y="1223"/>
                    </a:lnTo>
                    <a:cubicBezTo>
                      <a:pt x="36" y="1223"/>
                      <a:pt x="1205" y="1509"/>
                      <a:pt x="1473" y="1634"/>
                    </a:cubicBezTo>
                    <a:cubicBezTo>
                      <a:pt x="1923" y="1851"/>
                      <a:pt x="2327" y="2255"/>
                      <a:pt x="2560" y="2255"/>
                    </a:cubicBezTo>
                    <a:cubicBezTo>
                      <a:pt x="2576" y="2255"/>
                      <a:pt x="2591" y="2253"/>
                      <a:pt x="2606" y="2249"/>
                    </a:cubicBezTo>
                    <a:cubicBezTo>
                      <a:pt x="2775" y="2196"/>
                      <a:pt x="2775" y="1865"/>
                      <a:pt x="2677" y="1616"/>
                    </a:cubicBezTo>
                    <a:cubicBezTo>
                      <a:pt x="2588" y="1411"/>
                      <a:pt x="2347" y="1277"/>
                      <a:pt x="2097" y="964"/>
                    </a:cubicBezTo>
                    <a:cubicBezTo>
                      <a:pt x="2039" y="894"/>
                      <a:pt x="1959" y="873"/>
                      <a:pt x="1872" y="873"/>
                    </a:cubicBezTo>
                    <a:cubicBezTo>
                      <a:pt x="1744" y="873"/>
                      <a:pt x="1604" y="918"/>
                      <a:pt x="1504" y="918"/>
                    </a:cubicBezTo>
                    <a:cubicBezTo>
                      <a:pt x="1483" y="918"/>
                      <a:pt x="1463" y="916"/>
                      <a:pt x="1446" y="911"/>
                    </a:cubicBezTo>
                    <a:cubicBezTo>
                      <a:pt x="1357" y="884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rgbClr val="F2BE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Google Shape;1433;p29"/>
              <p:cNvSpPr/>
              <p:nvPr/>
            </p:nvSpPr>
            <p:spPr>
              <a:xfrm>
                <a:off x="6072669" y="4060140"/>
                <a:ext cx="884749" cy="458098"/>
              </a:xfrm>
              <a:custGeom>
                <a:avLst/>
                <a:gdLst/>
                <a:ahLst/>
                <a:cxnLst/>
                <a:rect l="l" t="t" r="r" b="b"/>
                <a:pathLst>
                  <a:path w="13294" h="6883" extrusionOk="0">
                    <a:moveTo>
                      <a:pt x="5060" y="0"/>
                    </a:moveTo>
                    <a:cubicBezTo>
                      <a:pt x="3427" y="0"/>
                      <a:pt x="1692" y="221"/>
                      <a:pt x="768" y="1021"/>
                    </a:cubicBezTo>
                    <a:cubicBezTo>
                      <a:pt x="126" y="1574"/>
                      <a:pt x="1" y="2770"/>
                      <a:pt x="1544" y="3787"/>
                    </a:cubicBezTo>
                    <a:cubicBezTo>
                      <a:pt x="4649" y="5839"/>
                      <a:pt x="13070" y="6882"/>
                      <a:pt x="13070" y="6882"/>
                    </a:cubicBezTo>
                    <a:lnTo>
                      <a:pt x="13293" y="6106"/>
                    </a:lnTo>
                    <a:lnTo>
                      <a:pt x="10974" y="4465"/>
                    </a:lnTo>
                    <a:cubicBezTo>
                      <a:pt x="10974" y="4465"/>
                      <a:pt x="11714" y="4161"/>
                      <a:pt x="11955" y="3929"/>
                    </a:cubicBezTo>
                    <a:lnTo>
                      <a:pt x="11866" y="468"/>
                    </a:lnTo>
                    <a:lnTo>
                      <a:pt x="8922" y="334"/>
                    </a:lnTo>
                    <a:cubicBezTo>
                      <a:pt x="8922" y="334"/>
                      <a:pt x="7068" y="0"/>
                      <a:pt x="506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Google Shape;1434;p29"/>
              <p:cNvSpPr/>
              <p:nvPr/>
            </p:nvSpPr>
            <p:spPr>
              <a:xfrm>
                <a:off x="6349400" y="4099540"/>
                <a:ext cx="609821" cy="369979"/>
              </a:xfrm>
              <a:custGeom>
                <a:avLst/>
                <a:gdLst/>
                <a:ahLst/>
                <a:cxnLst/>
                <a:rect l="l" t="t" r="r" b="b"/>
                <a:pathLst>
                  <a:path w="9163" h="5559" extrusionOk="0">
                    <a:moveTo>
                      <a:pt x="9" y="1"/>
                    </a:moveTo>
                    <a:lnTo>
                      <a:pt x="0" y="117"/>
                    </a:lnTo>
                    <a:cubicBezTo>
                      <a:pt x="9" y="117"/>
                      <a:pt x="1240" y="286"/>
                      <a:pt x="2926" y="1277"/>
                    </a:cubicBezTo>
                    <a:cubicBezTo>
                      <a:pt x="3774" y="1767"/>
                      <a:pt x="9046" y="5523"/>
                      <a:pt x="9100" y="5559"/>
                    </a:cubicBezTo>
                    <a:lnTo>
                      <a:pt x="9162" y="5470"/>
                    </a:lnTo>
                    <a:cubicBezTo>
                      <a:pt x="9109" y="5434"/>
                      <a:pt x="3836" y="1669"/>
                      <a:pt x="2989" y="1179"/>
                    </a:cubicBezTo>
                    <a:cubicBezTo>
                      <a:pt x="1276" y="179"/>
                      <a:pt x="27" y="10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6797042" y="4099540"/>
                <a:ext cx="448364" cy="255372"/>
              </a:xfrm>
              <a:custGeom>
                <a:avLst/>
                <a:gdLst/>
                <a:ahLst/>
                <a:cxnLst/>
                <a:rect l="l" t="t" r="r" b="b"/>
                <a:pathLst>
                  <a:path w="6737" h="3837" extrusionOk="0">
                    <a:moveTo>
                      <a:pt x="6718" y="1"/>
                    </a:moveTo>
                    <a:cubicBezTo>
                      <a:pt x="6709" y="10"/>
                      <a:pt x="5460" y="179"/>
                      <a:pt x="3747" y="1179"/>
                    </a:cubicBezTo>
                    <a:cubicBezTo>
                      <a:pt x="2900" y="1669"/>
                      <a:pt x="36" y="3721"/>
                      <a:pt x="1" y="3748"/>
                    </a:cubicBezTo>
                    <a:lnTo>
                      <a:pt x="72" y="3837"/>
                    </a:lnTo>
                    <a:cubicBezTo>
                      <a:pt x="99" y="3819"/>
                      <a:pt x="2962" y="1767"/>
                      <a:pt x="3801" y="1277"/>
                    </a:cubicBezTo>
                    <a:cubicBezTo>
                      <a:pt x="5496" y="286"/>
                      <a:pt x="6727" y="117"/>
                      <a:pt x="6736" y="117"/>
                    </a:cubicBezTo>
                    <a:lnTo>
                      <a:pt x="671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6640307" y="4467121"/>
                <a:ext cx="156199" cy="32080"/>
              </a:xfrm>
              <a:custGeom>
                <a:avLst/>
                <a:gdLst/>
                <a:ahLst/>
                <a:cxnLst/>
                <a:rect l="l" t="t" r="r" b="b"/>
                <a:pathLst>
                  <a:path w="2347" h="482" extrusionOk="0">
                    <a:moveTo>
                      <a:pt x="36" y="0"/>
                    </a:moveTo>
                    <a:lnTo>
                      <a:pt x="0" y="107"/>
                    </a:lnTo>
                    <a:cubicBezTo>
                      <a:pt x="910" y="339"/>
                      <a:pt x="2320" y="482"/>
                      <a:pt x="2338" y="482"/>
                    </a:cubicBezTo>
                    <a:lnTo>
                      <a:pt x="2347" y="375"/>
                    </a:lnTo>
                    <a:cubicBezTo>
                      <a:pt x="2329" y="375"/>
                      <a:pt x="937" y="223"/>
                      <a:pt x="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29"/>
              <p:cNvSpPr/>
              <p:nvPr/>
            </p:nvSpPr>
            <p:spPr>
              <a:xfrm>
                <a:off x="6483573" y="3336625"/>
                <a:ext cx="680433" cy="818626"/>
              </a:xfrm>
              <a:custGeom>
                <a:avLst/>
                <a:gdLst/>
                <a:ahLst/>
                <a:cxnLst/>
                <a:rect l="l" t="t" r="r" b="b"/>
                <a:pathLst>
                  <a:path w="10224" h="12300" extrusionOk="0">
                    <a:moveTo>
                      <a:pt x="6486" y="0"/>
                    </a:moveTo>
                    <a:lnTo>
                      <a:pt x="3542" y="268"/>
                    </a:lnTo>
                    <a:lnTo>
                      <a:pt x="1124" y="3596"/>
                    </a:lnTo>
                    <a:cubicBezTo>
                      <a:pt x="1080" y="6138"/>
                      <a:pt x="286" y="9252"/>
                      <a:pt x="0" y="10902"/>
                    </a:cubicBezTo>
                    <a:cubicBezTo>
                      <a:pt x="848" y="11749"/>
                      <a:pt x="3408" y="12195"/>
                      <a:pt x="4871" y="12285"/>
                    </a:cubicBezTo>
                    <a:cubicBezTo>
                      <a:pt x="5021" y="12295"/>
                      <a:pt x="5183" y="12300"/>
                      <a:pt x="5356" y="12300"/>
                    </a:cubicBezTo>
                    <a:cubicBezTo>
                      <a:pt x="6877" y="12300"/>
                      <a:pt x="9191" y="11900"/>
                      <a:pt x="10224" y="10866"/>
                    </a:cubicBezTo>
                    <a:cubicBezTo>
                      <a:pt x="10224" y="10866"/>
                      <a:pt x="9020" y="3292"/>
                      <a:pt x="8502" y="2213"/>
                    </a:cubicBezTo>
                    <a:lnTo>
                      <a:pt x="648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Google Shape;1438;p29"/>
              <p:cNvSpPr/>
              <p:nvPr/>
            </p:nvSpPr>
            <p:spPr>
              <a:xfrm>
                <a:off x="6238921" y="3336625"/>
                <a:ext cx="495217" cy="611507"/>
              </a:xfrm>
              <a:custGeom>
                <a:avLst/>
                <a:gdLst/>
                <a:ahLst/>
                <a:cxnLst/>
                <a:rect l="l" t="t" r="r" b="b"/>
                <a:pathLst>
                  <a:path w="7441" h="9188" extrusionOk="0">
                    <a:moveTo>
                      <a:pt x="7441" y="0"/>
                    </a:moveTo>
                    <a:lnTo>
                      <a:pt x="7441" y="0"/>
                    </a:lnTo>
                    <a:cubicBezTo>
                      <a:pt x="7441" y="1"/>
                      <a:pt x="5505" y="197"/>
                      <a:pt x="4006" y="1695"/>
                    </a:cubicBezTo>
                    <a:cubicBezTo>
                      <a:pt x="2526" y="3167"/>
                      <a:pt x="1" y="7985"/>
                      <a:pt x="1491" y="8939"/>
                    </a:cubicBezTo>
                    <a:cubicBezTo>
                      <a:pt x="1758" y="9111"/>
                      <a:pt x="2026" y="9187"/>
                      <a:pt x="2291" y="9187"/>
                    </a:cubicBezTo>
                    <a:cubicBezTo>
                      <a:pt x="4282" y="9187"/>
                      <a:pt x="6103" y="4892"/>
                      <a:pt x="6174" y="4648"/>
                    </a:cubicBezTo>
                    <a:lnTo>
                      <a:pt x="744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Google Shape;1439;p29"/>
              <p:cNvSpPr/>
              <p:nvPr/>
            </p:nvSpPr>
            <p:spPr>
              <a:xfrm>
                <a:off x="6895009" y="3331900"/>
                <a:ext cx="390730" cy="617031"/>
              </a:xfrm>
              <a:custGeom>
                <a:avLst/>
                <a:gdLst/>
                <a:ahLst/>
                <a:cxnLst/>
                <a:rect l="l" t="t" r="r" b="b"/>
                <a:pathLst>
                  <a:path w="5871" h="9271" extrusionOk="0">
                    <a:moveTo>
                      <a:pt x="1" y="0"/>
                    </a:moveTo>
                    <a:lnTo>
                      <a:pt x="491" y="5023"/>
                    </a:lnTo>
                    <a:cubicBezTo>
                      <a:pt x="500" y="5032"/>
                      <a:pt x="500" y="5040"/>
                      <a:pt x="509" y="5058"/>
                    </a:cubicBezTo>
                    <a:cubicBezTo>
                      <a:pt x="1098" y="6245"/>
                      <a:pt x="1821" y="7440"/>
                      <a:pt x="2766" y="8368"/>
                    </a:cubicBezTo>
                    <a:cubicBezTo>
                      <a:pt x="3194" y="8796"/>
                      <a:pt x="3782" y="9270"/>
                      <a:pt x="4425" y="9270"/>
                    </a:cubicBezTo>
                    <a:cubicBezTo>
                      <a:pt x="4478" y="9270"/>
                      <a:pt x="4532" y="9267"/>
                      <a:pt x="4586" y="9260"/>
                    </a:cubicBezTo>
                    <a:cubicBezTo>
                      <a:pt x="5746" y="9108"/>
                      <a:pt x="5871" y="7904"/>
                      <a:pt x="5728" y="6967"/>
                    </a:cubicBezTo>
                    <a:cubicBezTo>
                      <a:pt x="5550" y="5879"/>
                      <a:pt x="5184" y="4809"/>
                      <a:pt x="4720" y="3809"/>
                    </a:cubicBezTo>
                    <a:cubicBezTo>
                      <a:pt x="4283" y="2873"/>
                      <a:pt x="3712" y="1874"/>
                      <a:pt x="2873" y="1231"/>
                    </a:cubicBezTo>
                    <a:cubicBezTo>
                      <a:pt x="1544" y="214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Google Shape;1440;p29"/>
              <p:cNvSpPr/>
              <p:nvPr/>
            </p:nvSpPr>
            <p:spPr>
              <a:xfrm>
                <a:off x="6716312" y="3195929"/>
                <a:ext cx="198925" cy="197735"/>
              </a:xfrm>
              <a:custGeom>
                <a:avLst/>
                <a:gdLst/>
                <a:ahLst/>
                <a:cxnLst/>
                <a:rect l="l" t="t" r="r" b="b"/>
                <a:pathLst>
                  <a:path w="2989" h="2971" extrusionOk="0">
                    <a:moveTo>
                      <a:pt x="2061" y="0"/>
                    </a:moveTo>
                    <a:lnTo>
                      <a:pt x="732" y="785"/>
                    </a:lnTo>
                    <a:lnTo>
                      <a:pt x="696" y="1999"/>
                    </a:lnTo>
                    <a:cubicBezTo>
                      <a:pt x="696" y="1999"/>
                      <a:pt x="304" y="2114"/>
                      <a:pt x="36" y="2123"/>
                    </a:cubicBezTo>
                    <a:cubicBezTo>
                      <a:pt x="9" y="2248"/>
                      <a:pt x="0" y="2971"/>
                      <a:pt x="1321" y="2971"/>
                    </a:cubicBezTo>
                    <a:cubicBezTo>
                      <a:pt x="2641" y="2971"/>
                      <a:pt x="2989" y="2114"/>
                      <a:pt x="2989" y="2114"/>
                    </a:cubicBezTo>
                    <a:lnTo>
                      <a:pt x="2364" y="1972"/>
                    </a:lnTo>
                    <a:lnTo>
                      <a:pt x="2061" y="0"/>
                    </a:lnTo>
                    <a:close/>
                  </a:path>
                </a:pathLst>
              </a:custGeom>
              <a:solidFill>
                <a:srgbClr val="F2BE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29"/>
              <p:cNvSpPr/>
              <p:nvPr/>
            </p:nvSpPr>
            <p:spPr>
              <a:xfrm>
                <a:off x="6708592" y="3085648"/>
                <a:ext cx="183485" cy="196670"/>
              </a:xfrm>
              <a:custGeom>
                <a:avLst/>
                <a:gdLst/>
                <a:ahLst/>
                <a:cxnLst/>
                <a:rect l="l" t="t" r="r" b="b"/>
                <a:pathLst>
                  <a:path w="2757" h="2955" extrusionOk="0">
                    <a:moveTo>
                      <a:pt x="972" y="1"/>
                    </a:moveTo>
                    <a:cubicBezTo>
                      <a:pt x="606" y="1"/>
                      <a:pt x="308" y="128"/>
                      <a:pt x="232" y="417"/>
                    </a:cubicBezTo>
                    <a:cubicBezTo>
                      <a:pt x="0" y="1265"/>
                      <a:pt x="464" y="2772"/>
                      <a:pt x="991" y="2924"/>
                    </a:cubicBezTo>
                    <a:cubicBezTo>
                      <a:pt x="1049" y="2942"/>
                      <a:pt x="1141" y="2954"/>
                      <a:pt x="1251" y="2954"/>
                    </a:cubicBezTo>
                    <a:cubicBezTo>
                      <a:pt x="1531" y="2954"/>
                      <a:pt x="1925" y="2873"/>
                      <a:pt x="2168" y="2585"/>
                    </a:cubicBezTo>
                    <a:cubicBezTo>
                      <a:pt x="2498" y="2175"/>
                      <a:pt x="2757" y="1657"/>
                      <a:pt x="2730" y="1220"/>
                    </a:cubicBezTo>
                    <a:cubicBezTo>
                      <a:pt x="2671" y="493"/>
                      <a:pt x="1691" y="1"/>
                      <a:pt x="972" y="1"/>
                    </a:cubicBezTo>
                    <a:close/>
                  </a:path>
                </a:pathLst>
              </a:custGeom>
              <a:solidFill>
                <a:srgbClr val="F2BE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6674716" y="3011240"/>
                <a:ext cx="245313" cy="199931"/>
              </a:xfrm>
              <a:custGeom>
                <a:avLst/>
                <a:gdLst/>
                <a:ahLst/>
                <a:cxnLst/>
                <a:rect l="l" t="t" r="r" b="b"/>
                <a:pathLst>
                  <a:path w="3686" h="3004" extrusionOk="0">
                    <a:moveTo>
                      <a:pt x="1180" y="0"/>
                    </a:moveTo>
                    <a:cubicBezTo>
                      <a:pt x="896" y="0"/>
                      <a:pt x="635" y="230"/>
                      <a:pt x="402" y="367"/>
                    </a:cubicBezTo>
                    <a:cubicBezTo>
                      <a:pt x="260" y="456"/>
                      <a:pt x="135" y="581"/>
                      <a:pt x="99" y="741"/>
                    </a:cubicBezTo>
                    <a:cubicBezTo>
                      <a:pt x="1" y="1169"/>
                      <a:pt x="349" y="1758"/>
                      <a:pt x="795" y="1776"/>
                    </a:cubicBezTo>
                    <a:cubicBezTo>
                      <a:pt x="807" y="1777"/>
                      <a:pt x="818" y="1777"/>
                      <a:pt x="830" y="1777"/>
                    </a:cubicBezTo>
                    <a:cubicBezTo>
                      <a:pt x="994" y="1777"/>
                      <a:pt x="1145" y="1721"/>
                      <a:pt x="1303" y="1696"/>
                    </a:cubicBezTo>
                    <a:cubicBezTo>
                      <a:pt x="1335" y="1691"/>
                      <a:pt x="1366" y="1689"/>
                      <a:pt x="1397" y="1689"/>
                    </a:cubicBezTo>
                    <a:cubicBezTo>
                      <a:pt x="1494" y="1689"/>
                      <a:pt x="1589" y="1707"/>
                      <a:pt x="1685" y="1707"/>
                    </a:cubicBezTo>
                    <a:cubicBezTo>
                      <a:pt x="1724" y="1707"/>
                      <a:pt x="1763" y="1704"/>
                      <a:pt x="1803" y="1696"/>
                    </a:cubicBezTo>
                    <a:cubicBezTo>
                      <a:pt x="1964" y="1660"/>
                      <a:pt x="2088" y="1535"/>
                      <a:pt x="2240" y="1508"/>
                    </a:cubicBezTo>
                    <a:cubicBezTo>
                      <a:pt x="2273" y="1501"/>
                      <a:pt x="2312" y="1498"/>
                      <a:pt x="2354" y="1498"/>
                    </a:cubicBezTo>
                    <a:cubicBezTo>
                      <a:pt x="2474" y="1498"/>
                      <a:pt x="2616" y="1525"/>
                      <a:pt x="2695" y="1571"/>
                    </a:cubicBezTo>
                    <a:cubicBezTo>
                      <a:pt x="2749" y="1607"/>
                      <a:pt x="2793" y="1660"/>
                      <a:pt x="2829" y="1705"/>
                    </a:cubicBezTo>
                    <a:cubicBezTo>
                      <a:pt x="2900" y="1812"/>
                      <a:pt x="2954" y="1937"/>
                      <a:pt x="2989" y="2053"/>
                    </a:cubicBezTo>
                    <a:cubicBezTo>
                      <a:pt x="3043" y="2240"/>
                      <a:pt x="3061" y="2436"/>
                      <a:pt x="3052" y="2632"/>
                    </a:cubicBezTo>
                    <a:cubicBezTo>
                      <a:pt x="3052" y="2723"/>
                      <a:pt x="3033" y="3003"/>
                      <a:pt x="3155" y="3003"/>
                    </a:cubicBezTo>
                    <a:cubicBezTo>
                      <a:pt x="3178" y="3003"/>
                      <a:pt x="3206" y="2994"/>
                      <a:pt x="3239" y="2971"/>
                    </a:cubicBezTo>
                    <a:cubicBezTo>
                      <a:pt x="3373" y="2882"/>
                      <a:pt x="3471" y="2677"/>
                      <a:pt x="3534" y="2525"/>
                    </a:cubicBezTo>
                    <a:cubicBezTo>
                      <a:pt x="3605" y="2365"/>
                      <a:pt x="3641" y="2195"/>
                      <a:pt x="3659" y="2026"/>
                    </a:cubicBezTo>
                    <a:cubicBezTo>
                      <a:pt x="3676" y="1776"/>
                      <a:pt x="3685" y="1526"/>
                      <a:pt x="3632" y="1285"/>
                    </a:cubicBezTo>
                    <a:cubicBezTo>
                      <a:pt x="3551" y="964"/>
                      <a:pt x="3320" y="857"/>
                      <a:pt x="3123" y="634"/>
                    </a:cubicBezTo>
                    <a:cubicBezTo>
                      <a:pt x="3034" y="545"/>
                      <a:pt x="2981" y="429"/>
                      <a:pt x="2900" y="331"/>
                    </a:cubicBezTo>
                    <a:cubicBezTo>
                      <a:pt x="2753" y="143"/>
                      <a:pt x="2510" y="40"/>
                      <a:pt x="2269" y="40"/>
                    </a:cubicBezTo>
                    <a:cubicBezTo>
                      <a:pt x="2144" y="40"/>
                      <a:pt x="2020" y="68"/>
                      <a:pt x="1910" y="126"/>
                    </a:cubicBezTo>
                    <a:cubicBezTo>
                      <a:pt x="1856" y="152"/>
                      <a:pt x="1812" y="188"/>
                      <a:pt x="1758" y="197"/>
                    </a:cubicBezTo>
                    <a:cubicBezTo>
                      <a:pt x="1743" y="200"/>
                      <a:pt x="1728" y="201"/>
                      <a:pt x="1713" y="201"/>
                    </a:cubicBezTo>
                    <a:cubicBezTo>
                      <a:pt x="1550" y="201"/>
                      <a:pt x="1432" y="34"/>
                      <a:pt x="1277" y="10"/>
                    </a:cubicBezTo>
                    <a:cubicBezTo>
                      <a:pt x="1244" y="3"/>
                      <a:pt x="1212" y="0"/>
                      <a:pt x="11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6858205" y="3178026"/>
                <a:ext cx="38068" cy="55906"/>
              </a:xfrm>
              <a:custGeom>
                <a:avLst/>
                <a:gdLst/>
                <a:ahLst/>
                <a:cxnLst/>
                <a:rect l="l" t="t" r="r" b="b"/>
                <a:pathLst>
                  <a:path w="572" h="840" extrusionOk="0">
                    <a:moveTo>
                      <a:pt x="257" y="1"/>
                    </a:moveTo>
                    <a:cubicBezTo>
                      <a:pt x="252" y="1"/>
                      <a:pt x="247" y="1"/>
                      <a:pt x="241" y="2"/>
                    </a:cubicBezTo>
                    <a:cubicBezTo>
                      <a:pt x="215" y="11"/>
                      <a:pt x="188" y="28"/>
                      <a:pt x="170" y="46"/>
                    </a:cubicBezTo>
                    <a:cubicBezTo>
                      <a:pt x="108" y="91"/>
                      <a:pt x="63" y="162"/>
                      <a:pt x="45" y="242"/>
                    </a:cubicBezTo>
                    <a:lnTo>
                      <a:pt x="1" y="751"/>
                    </a:lnTo>
                    <a:cubicBezTo>
                      <a:pt x="41" y="814"/>
                      <a:pt x="98" y="839"/>
                      <a:pt x="159" y="839"/>
                    </a:cubicBezTo>
                    <a:cubicBezTo>
                      <a:pt x="260" y="839"/>
                      <a:pt x="370" y="770"/>
                      <a:pt x="420" y="697"/>
                    </a:cubicBezTo>
                    <a:cubicBezTo>
                      <a:pt x="509" y="581"/>
                      <a:pt x="571" y="394"/>
                      <a:pt x="527" y="260"/>
                    </a:cubicBezTo>
                    <a:cubicBezTo>
                      <a:pt x="500" y="198"/>
                      <a:pt x="464" y="144"/>
                      <a:pt x="411" y="91"/>
                    </a:cubicBezTo>
                    <a:cubicBezTo>
                      <a:pt x="370" y="50"/>
                      <a:pt x="321" y="1"/>
                      <a:pt x="257" y="1"/>
                    </a:cubicBezTo>
                    <a:close/>
                  </a:path>
                </a:pathLst>
              </a:custGeom>
              <a:solidFill>
                <a:srgbClr val="F2BE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6811883" y="3148675"/>
                <a:ext cx="41662" cy="15041"/>
              </a:xfrm>
              <a:custGeom>
                <a:avLst/>
                <a:gdLst/>
                <a:ahLst/>
                <a:cxnLst/>
                <a:rect l="l" t="t" r="r" b="b"/>
                <a:pathLst>
                  <a:path w="626" h="226" extrusionOk="0">
                    <a:moveTo>
                      <a:pt x="203" y="1"/>
                    </a:moveTo>
                    <a:cubicBezTo>
                      <a:pt x="141" y="1"/>
                      <a:pt x="92" y="8"/>
                      <a:pt x="72" y="14"/>
                    </a:cubicBezTo>
                    <a:cubicBezTo>
                      <a:pt x="36" y="23"/>
                      <a:pt x="1" y="121"/>
                      <a:pt x="36" y="157"/>
                    </a:cubicBezTo>
                    <a:cubicBezTo>
                      <a:pt x="39" y="160"/>
                      <a:pt x="47" y="161"/>
                      <a:pt x="60" y="161"/>
                    </a:cubicBezTo>
                    <a:cubicBezTo>
                      <a:pt x="81" y="161"/>
                      <a:pt x="116" y="158"/>
                      <a:pt x="161" y="158"/>
                    </a:cubicBezTo>
                    <a:cubicBezTo>
                      <a:pt x="240" y="158"/>
                      <a:pt x="350" y="168"/>
                      <a:pt x="473" y="220"/>
                    </a:cubicBezTo>
                    <a:cubicBezTo>
                      <a:pt x="488" y="223"/>
                      <a:pt x="503" y="225"/>
                      <a:pt x="517" y="225"/>
                    </a:cubicBezTo>
                    <a:cubicBezTo>
                      <a:pt x="537" y="225"/>
                      <a:pt x="556" y="221"/>
                      <a:pt x="572" y="211"/>
                    </a:cubicBezTo>
                    <a:cubicBezTo>
                      <a:pt x="589" y="202"/>
                      <a:pt x="607" y="193"/>
                      <a:pt x="616" y="175"/>
                    </a:cubicBezTo>
                    <a:cubicBezTo>
                      <a:pt x="625" y="157"/>
                      <a:pt x="625" y="148"/>
                      <a:pt x="616" y="130"/>
                    </a:cubicBezTo>
                    <a:cubicBezTo>
                      <a:pt x="607" y="113"/>
                      <a:pt x="589" y="95"/>
                      <a:pt x="572" y="86"/>
                    </a:cubicBezTo>
                    <a:cubicBezTo>
                      <a:pt x="450" y="19"/>
                      <a:pt x="307" y="1"/>
                      <a:pt x="2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6732950" y="3147610"/>
                <a:ext cx="40397" cy="15507"/>
              </a:xfrm>
              <a:custGeom>
                <a:avLst/>
                <a:gdLst/>
                <a:ahLst/>
                <a:cxnLst/>
                <a:rect l="l" t="t" r="r" b="b"/>
                <a:pathLst>
                  <a:path w="607" h="233" extrusionOk="0">
                    <a:moveTo>
                      <a:pt x="476" y="0"/>
                    </a:moveTo>
                    <a:cubicBezTo>
                      <a:pt x="377" y="0"/>
                      <a:pt x="193" y="20"/>
                      <a:pt x="54" y="111"/>
                    </a:cubicBezTo>
                    <a:cubicBezTo>
                      <a:pt x="36" y="120"/>
                      <a:pt x="18" y="137"/>
                      <a:pt x="9" y="155"/>
                    </a:cubicBezTo>
                    <a:cubicBezTo>
                      <a:pt x="0" y="164"/>
                      <a:pt x="9" y="182"/>
                      <a:pt x="9" y="191"/>
                    </a:cubicBezTo>
                    <a:cubicBezTo>
                      <a:pt x="18" y="209"/>
                      <a:pt x="36" y="218"/>
                      <a:pt x="54" y="227"/>
                    </a:cubicBezTo>
                    <a:cubicBezTo>
                      <a:pt x="65" y="230"/>
                      <a:pt x="77" y="232"/>
                      <a:pt x="91" y="232"/>
                    </a:cubicBezTo>
                    <a:cubicBezTo>
                      <a:pt x="110" y="232"/>
                      <a:pt x="131" y="228"/>
                      <a:pt x="152" y="218"/>
                    </a:cubicBezTo>
                    <a:cubicBezTo>
                      <a:pt x="375" y="120"/>
                      <a:pt x="562" y="155"/>
                      <a:pt x="580" y="137"/>
                    </a:cubicBezTo>
                    <a:cubicBezTo>
                      <a:pt x="607" y="102"/>
                      <a:pt x="571" y="13"/>
                      <a:pt x="535" y="4"/>
                    </a:cubicBezTo>
                    <a:cubicBezTo>
                      <a:pt x="524" y="2"/>
                      <a:pt x="503" y="0"/>
                      <a:pt x="47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Google Shape;1446;p29"/>
              <p:cNvSpPr/>
              <p:nvPr/>
            </p:nvSpPr>
            <p:spPr>
              <a:xfrm>
                <a:off x="6819670" y="3178359"/>
                <a:ext cx="13044" cy="14709"/>
              </a:xfrm>
              <a:custGeom>
                <a:avLst/>
                <a:gdLst/>
                <a:ahLst/>
                <a:cxnLst/>
                <a:rect l="l" t="t" r="r" b="b"/>
                <a:pathLst>
                  <a:path w="196" h="221" extrusionOk="0">
                    <a:moveTo>
                      <a:pt x="88" y="0"/>
                    </a:moveTo>
                    <a:cubicBezTo>
                      <a:pt x="69" y="0"/>
                      <a:pt x="47" y="6"/>
                      <a:pt x="35" y="23"/>
                    </a:cubicBezTo>
                    <a:cubicBezTo>
                      <a:pt x="1" y="92"/>
                      <a:pt x="33" y="220"/>
                      <a:pt x="116" y="220"/>
                    </a:cubicBezTo>
                    <a:cubicBezTo>
                      <a:pt x="119" y="220"/>
                      <a:pt x="122" y="220"/>
                      <a:pt x="125" y="220"/>
                    </a:cubicBezTo>
                    <a:cubicBezTo>
                      <a:pt x="196" y="211"/>
                      <a:pt x="196" y="77"/>
                      <a:pt x="151" y="23"/>
                    </a:cubicBezTo>
                    <a:cubicBezTo>
                      <a:pt x="142" y="14"/>
                      <a:pt x="133" y="6"/>
                      <a:pt x="116" y="6"/>
                    </a:cubicBezTo>
                    <a:cubicBezTo>
                      <a:pt x="109" y="2"/>
                      <a:pt x="99" y="0"/>
                      <a:pt x="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Google Shape;1447;p29"/>
              <p:cNvSpPr/>
              <p:nvPr/>
            </p:nvSpPr>
            <p:spPr>
              <a:xfrm>
                <a:off x="6751918" y="3178092"/>
                <a:ext cx="12512" cy="14975"/>
              </a:xfrm>
              <a:custGeom>
                <a:avLst/>
                <a:gdLst/>
                <a:ahLst/>
                <a:cxnLst/>
                <a:rect l="l" t="t" r="r" b="b"/>
                <a:pathLst>
                  <a:path w="188" h="225" extrusionOk="0">
                    <a:moveTo>
                      <a:pt x="85" y="1"/>
                    </a:moveTo>
                    <a:cubicBezTo>
                      <a:pt x="70" y="1"/>
                      <a:pt x="54" y="5"/>
                      <a:pt x="45" y="18"/>
                    </a:cubicBezTo>
                    <a:cubicBezTo>
                      <a:pt x="1" y="81"/>
                      <a:pt x="1" y="215"/>
                      <a:pt x="90" y="224"/>
                    </a:cubicBezTo>
                    <a:cubicBezTo>
                      <a:pt x="92" y="224"/>
                      <a:pt x="95" y="224"/>
                      <a:pt x="97" y="224"/>
                    </a:cubicBezTo>
                    <a:cubicBezTo>
                      <a:pt x="163" y="224"/>
                      <a:pt x="187" y="105"/>
                      <a:pt x="161" y="45"/>
                    </a:cubicBezTo>
                    <a:cubicBezTo>
                      <a:pt x="152" y="27"/>
                      <a:pt x="143" y="18"/>
                      <a:pt x="126" y="10"/>
                    </a:cubicBezTo>
                    <a:cubicBezTo>
                      <a:pt x="117" y="5"/>
                      <a:pt x="101" y="1"/>
                      <a:pt x="8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6781002" y="3180488"/>
                <a:ext cx="32145" cy="46988"/>
              </a:xfrm>
              <a:custGeom>
                <a:avLst/>
                <a:gdLst/>
                <a:ahLst/>
                <a:cxnLst/>
                <a:rect l="l" t="t" r="r" b="b"/>
                <a:pathLst>
                  <a:path w="483" h="706" extrusionOk="0">
                    <a:moveTo>
                      <a:pt x="99" y="0"/>
                    </a:moveTo>
                    <a:lnTo>
                      <a:pt x="99" y="0"/>
                    </a:lnTo>
                    <a:cubicBezTo>
                      <a:pt x="63" y="179"/>
                      <a:pt x="1" y="616"/>
                      <a:pt x="117" y="678"/>
                    </a:cubicBezTo>
                    <a:cubicBezTo>
                      <a:pt x="152" y="705"/>
                      <a:pt x="197" y="705"/>
                      <a:pt x="242" y="705"/>
                    </a:cubicBezTo>
                    <a:cubicBezTo>
                      <a:pt x="349" y="705"/>
                      <a:pt x="465" y="669"/>
                      <a:pt x="483" y="660"/>
                    </a:cubicBezTo>
                    <a:lnTo>
                      <a:pt x="456" y="589"/>
                    </a:lnTo>
                    <a:cubicBezTo>
                      <a:pt x="411" y="602"/>
                      <a:pt x="315" y="633"/>
                      <a:pt x="235" y="633"/>
                    </a:cubicBezTo>
                    <a:cubicBezTo>
                      <a:pt x="204" y="633"/>
                      <a:pt x="175" y="628"/>
                      <a:pt x="152" y="616"/>
                    </a:cubicBezTo>
                    <a:cubicBezTo>
                      <a:pt x="108" y="589"/>
                      <a:pt x="117" y="312"/>
                      <a:pt x="170" y="9"/>
                    </a:cubicBezTo>
                    <a:lnTo>
                      <a:pt x="99" y="0"/>
                    </a:lnTo>
                    <a:close/>
                  </a:path>
                </a:pathLst>
              </a:custGeom>
              <a:solidFill>
                <a:srgbClr val="DD816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6779804" y="3239855"/>
                <a:ext cx="39266" cy="22163"/>
              </a:xfrm>
              <a:custGeom>
                <a:avLst/>
                <a:gdLst/>
                <a:ahLst/>
                <a:cxnLst/>
                <a:rect l="l" t="t" r="r" b="b"/>
                <a:pathLst>
                  <a:path w="590" h="333" extrusionOk="0">
                    <a:moveTo>
                      <a:pt x="590" y="0"/>
                    </a:moveTo>
                    <a:lnTo>
                      <a:pt x="1" y="36"/>
                    </a:lnTo>
                    <a:cubicBezTo>
                      <a:pt x="10" y="235"/>
                      <a:pt x="139" y="333"/>
                      <a:pt x="275" y="333"/>
                    </a:cubicBezTo>
                    <a:cubicBezTo>
                      <a:pt x="420" y="333"/>
                      <a:pt x="571" y="221"/>
                      <a:pt x="59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6655149" y="3435792"/>
                <a:ext cx="283846" cy="184091"/>
              </a:xfrm>
              <a:custGeom>
                <a:avLst/>
                <a:gdLst/>
                <a:ahLst/>
                <a:cxnLst/>
                <a:rect l="l" t="t" r="r" b="b"/>
                <a:pathLst>
                  <a:path w="4265" h="2766" extrusionOk="0">
                    <a:moveTo>
                      <a:pt x="125" y="0"/>
                    </a:moveTo>
                    <a:lnTo>
                      <a:pt x="1" y="45"/>
                    </a:lnTo>
                    <a:lnTo>
                      <a:pt x="36" y="348"/>
                    </a:lnTo>
                    <a:lnTo>
                      <a:pt x="340" y="2471"/>
                    </a:lnTo>
                    <a:lnTo>
                      <a:pt x="3908" y="2766"/>
                    </a:lnTo>
                    <a:lnTo>
                      <a:pt x="4265" y="125"/>
                    </a:lnTo>
                    <a:lnTo>
                      <a:pt x="4095" y="0"/>
                    </a:lnTo>
                    <a:lnTo>
                      <a:pt x="2133" y="892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29"/>
              <p:cNvSpPr/>
              <p:nvPr/>
            </p:nvSpPr>
            <p:spPr>
              <a:xfrm>
                <a:off x="6807158" y="3438454"/>
                <a:ext cx="137764" cy="247385"/>
              </a:xfrm>
              <a:custGeom>
                <a:avLst/>
                <a:gdLst/>
                <a:ahLst/>
                <a:cxnLst/>
                <a:rect l="l" t="t" r="r" b="b"/>
                <a:pathLst>
                  <a:path w="2070" h="3717" extrusionOk="0">
                    <a:moveTo>
                      <a:pt x="2013" y="0"/>
                    </a:moveTo>
                    <a:cubicBezTo>
                      <a:pt x="2005" y="0"/>
                      <a:pt x="1998" y="2"/>
                      <a:pt x="1990" y="5"/>
                    </a:cubicBezTo>
                    <a:lnTo>
                      <a:pt x="0" y="897"/>
                    </a:lnTo>
                    <a:lnTo>
                      <a:pt x="18" y="3716"/>
                    </a:lnTo>
                    <a:lnTo>
                      <a:pt x="1713" y="2770"/>
                    </a:lnTo>
                    <a:cubicBezTo>
                      <a:pt x="1731" y="2761"/>
                      <a:pt x="1749" y="2735"/>
                      <a:pt x="1749" y="2717"/>
                    </a:cubicBezTo>
                    <a:lnTo>
                      <a:pt x="2070" y="67"/>
                    </a:lnTo>
                    <a:cubicBezTo>
                      <a:pt x="2070" y="31"/>
                      <a:pt x="2046" y="0"/>
                      <a:pt x="20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Google Shape;1452;p29"/>
              <p:cNvSpPr/>
              <p:nvPr/>
            </p:nvSpPr>
            <p:spPr>
              <a:xfrm>
                <a:off x="6649825" y="3438454"/>
                <a:ext cx="137764" cy="247385"/>
              </a:xfrm>
              <a:custGeom>
                <a:avLst/>
                <a:gdLst/>
                <a:ahLst/>
                <a:cxnLst/>
                <a:rect l="l" t="t" r="r" b="b"/>
                <a:pathLst>
                  <a:path w="2070" h="3717" extrusionOk="0">
                    <a:moveTo>
                      <a:pt x="57" y="0"/>
                    </a:moveTo>
                    <a:cubicBezTo>
                      <a:pt x="24" y="0"/>
                      <a:pt x="0" y="31"/>
                      <a:pt x="0" y="67"/>
                    </a:cubicBezTo>
                    <a:lnTo>
                      <a:pt x="321" y="2717"/>
                    </a:lnTo>
                    <a:cubicBezTo>
                      <a:pt x="321" y="2735"/>
                      <a:pt x="339" y="2761"/>
                      <a:pt x="357" y="2770"/>
                    </a:cubicBezTo>
                    <a:lnTo>
                      <a:pt x="2052" y="3716"/>
                    </a:lnTo>
                    <a:lnTo>
                      <a:pt x="2070" y="897"/>
                    </a:lnTo>
                    <a:lnTo>
                      <a:pt x="81" y="5"/>
                    </a:lnTo>
                    <a:cubicBezTo>
                      <a:pt x="72" y="2"/>
                      <a:pt x="65" y="0"/>
                      <a:pt x="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6786393" y="3498087"/>
                <a:ext cx="22029" cy="187752"/>
              </a:xfrm>
              <a:custGeom>
                <a:avLst/>
                <a:gdLst/>
                <a:ahLst/>
                <a:cxnLst/>
                <a:rect l="l" t="t" r="r" b="b"/>
                <a:pathLst>
                  <a:path w="331" h="2821" extrusionOk="0">
                    <a:moveTo>
                      <a:pt x="18" y="1"/>
                    </a:moveTo>
                    <a:lnTo>
                      <a:pt x="0" y="2820"/>
                    </a:lnTo>
                    <a:lnTo>
                      <a:pt x="330" y="2820"/>
                    </a:lnTo>
                    <a:lnTo>
                      <a:pt x="31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6823797" y="3465475"/>
                <a:ext cx="102158" cy="96838"/>
              </a:xfrm>
              <a:custGeom>
                <a:avLst/>
                <a:gdLst/>
                <a:ahLst/>
                <a:cxnLst/>
                <a:rect l="l" t="t" r="r" b="b"/>
                <a:pathLst>
                  <a:path w="1535" h="1455" extrusionOk="0">
                    <a:moveTo>
                      <a:pt x="1535" y="0"/>
                    </a:moveTo>
                    <a:lnTo>
                      <a:pt x="0" y="687"/>
                    </a:lnTo>
                    <a:lnTo>
                      <a:pt x="0" y="1454"/>
                    </a:lnTo>
                    <a:lnTo>
                      <a:pt x="1454" y="821"/>
                    </a:lnTo>
                    <a:lnTo>
                      <a:pt x="153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6766760" y="3249372"/>
                <a:ext cx="93307" cy="39201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589" extrusionOk="0">
                    <a:moveTo>
                      <a:pt x="1348" y="0"/>
                    </a:moveTo>
                    <a:cubicBezTo>
                      <a:pt x="1339" y="0"/>
                      <a:pt x="1009" y="473"/>
                      <a:pt x="607" y="509"/>
                    </a:cubicBezTo>
                    <a:cubicBezTo>
                      <a:pt x="564" y="513"/>
                      <a:pt x="523" y="514"/>
                      <a:pt x="485" y="514"/>
                    </a:cubicBezTo>
                    <a:cubicBezTo>
                      <a:pt x="181" y="514"/>
                      <a:pt x="54" y="402"/>
                      <a:pt x="54" y="402"/>
                    </a:cubicBezTo>
                    <a:lnTo>
                      <a:pt x="1" y="455"/>
                    </a:lnTo>
                    <a:cubicBezTo>
                      <a:pt x="10" y="464"/>
                      <a:pt x="152" y="589"/>
                      <a:pt x="482" y="589"/>
                    </a:cubicBezTo>
                    <a:cubicBezTo>
                      <a:pt x="518" y="589"/>
                      <a:pt x="572" y="589"/>
                      <a:pt x="616" y="580"/>
                    </a:cubicBezTo>
                    <a:cubicBezTo>
                      <a:pt x="1044" y="544"/>
                      <a:pt x="1392" y="63"/>
                      <a:pt x="1401" y="45"/>
                    </a:cubicBezTo>
                    <a:lnTo>
                      <a:pt x="1348" y="0"/>
                    </a:lnTo>
                    <a:close/>
                  </a:path>
                </a:pathLst>
              </a:custGeom>
              <a:solidFill>
                <a:srgbClr val="DD816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Google Shape;1456;p29"/>
              <p:cNvSpPr/>
              <p:nvPr/>
            </p:nvSpPr>
            <p:spPr>
              <a:xfrm>
                <a:off x="6860002" y="3542212"/>
                <a:ext cx="97433" cy="123992"/>
              </a:xfrm>
              <a:custGeom>
                <a:avLst/>
                <a:gdLst/>
                <a:ahLst/>
                <a:cxnLst/>
                <a:rect l="l" t="t" r="r" b="b"/>
                <a:pathLst>
                  <a:path w="1464" h="1863" extrusionOk="0">
                    <a:moveTo>
                      <a:pt x="591" y="1"/>
                    </a:moveTo>
                    <a:cubicBezTo>
                      <a:pt x="583" y="1"/>
                      <a:pt x="577" y="3"/>
                      <a:pt x="571" y="7"/>
                    </a:cubicBezTo>
                    <a:cubicBezTo>
                      <a:pt x="500" y="70"/>
                      <a:pt x="857" y="533"/>
                      <a:pt x="919" y="774"/>
                    </a:cubicBezTo>
                    <a:cubicBezTo>
                      <a:pt x="866" y="658"/>
                      <a:pt x="750" y="542"/>
                      <a:pt x="669" y="400"/>
                    </a:cubicBezTo>
                    <a:cubicBezTo>
                      <a:pt x="544" y="190"/>
                      <a:pt x="418" y="5"/>
                      <a:pt x="359" y="5"/>
                    </a:cubicBezTo>
                    <a:cubicBezTo>
                      <a:pt x="355" y="5"/>
                      <a:pt x="351" y="5"/>
                      <a:pt x="348" y="7"/>
                    </a:cubicBezTo>
                    <a:cubicBezTo>
                      <a:pt x="268" y="52"/>
                      <a:pt x="393" y="364"/>
                      <a:pt x="482" y="507"/>
                    </a:cubicBezTo>
                    <a:cubicBezTo>
                      <a:pt x="580" y="667"/>
                      <a:pt x="678" y="765"/>
                      <a:pt x="776" y="935"/>
                    </a:cubicBezTo>
                    <a:cubicBezTo>
                      <a:pt x="652" y="810"/>
                      <a:pt x="562" y="712"/>
                      <a:pt x="455" y="560"/>
                    </a:cubicBezTo>
                    <a:cubicBezTo>
                      <a:pt x="379" y="459"/>
                      <a:pt x="240" y="191"/>
                      <a:pt x="180" y="191"/>
                    </a:cubicBezTo>
                    <a:cubicBezTo>
                      <a:pt x="176" y="191"/>
                      <a:pt x="173" y="192"/>
                      <a:pt x="170" y="194"/>
                    </a:cubicBezTo>
                    <a:cubicBezTo>
                      <a:pt x="116" y="239"/>
                      <a:pt x="179" y="489"/>
                      <a:pt x="241" y="596"/>
                    </a:cubicBezTo>
                    <a:cubicBezTo>
                      <a:pt x="348" y="765"/>
                      <a:pt x="455" y="908"/>
                      <a:pt x="562" y="1069"/>
                    </a:cubicBezTo>
                    <a:cubicBezTo>
                      <a:pt x="405" y="994"/>
                      <a:pt x="201" y="643"/>
                      <a:pt x="102" y="643"/>
                    </a:cubicBezTo>
                    <a:cubicBezTo>
                      <a:pt x="94" y="643"/>
                      <a:pt x="87" y="645"/>
                      <a:pt x="81" y="649"/>
                    </a:cubicBezTo>
                    <a:cubicBezTo>
                      <a:pt x="0" y="721"/>
                      <a:pt x="259" y="1069"/>
                      <a:pt x="384" y="1220"/>
                    </a:cubicBezTo>
                    <a:cubicBezTo>
                      <a:pt x="571" y="1452"/>
                      <a:pt x="785" y="1666"/>
                      <a:pt x="1017" y="1863"/>
                    </a:cubicBezTo>
                    <a:lnTo>
                      <a:pt x="1463" y="1559"/>
                    </a:lnTo>
                    <a:cubicBezTo>
                      <a:pt x="1463" y="1051"/>
                      <a:pt x="1347" y="632"/>
                      <a:pt x="1062" y="275"/>
                    </a:cubicBezTo>
                    <a:lnTo>
                      <a:pt x="1026" y="560"/>
                    </a:lnTo>
                    <a:cubicBezTo>
                      <a:pt x="951" y="369"/>
                      <a:pt x="691" y="1"/>
                      <a:pt x="591" y="1"/>
                    </a:cubicBezTo>
                    <a:close/>
                  </a:path>
                </a:pathLst>
              </a:custGeom>
              <a:solidFill>
                <a:srgbClr val="F2BE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29"/>
              <p:cNvSpPr/>
              <p:nvPr/>
            </p:nvSpPr>
            <p:spPr>
              <a:xfrm>
                <a:off x="6925291" y="3664939"/>
                <a:ext cx="219756" cy="276736"/>
              </a:xfrm>
              <a:custGeom>
                <a:avLst/>
                <a:gdLst/>
                <a:ahLst/>
                <a:cxnLst/>
                <a:rect l="l" t="t" r="r" b="b"/>
                <a:pathLst>
                  <a:path w="3302" h="4158" extrusionOk="0">
                    <a:moveTo>
                      <a:pt x="72" y="1"/>
                    </a:moveTo>
                    <a:lnTo>
                      <a:pt x="1" y="28"/>
                    </a:lnTo>
                    <a:cubicBezTo>
                      <a:pt x="1615" y="3605"/>
                      <a:pt x="3212" y="4140"/>
                      <a:pt x="3275" y="4158"/>
                    </a:cubicBezTo>
                    <a:lnTo>
                      <a:pt x="3301" y="4087"/>
                    </a:lnTo>
                    <a:cubicBezTo>
                      <a:pt x="3284" y="4087"/>
                      <a:pt x="1669" y="3542"/>
                      <a:pt x="7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6956172" y="3643575"/>
                <a:ext cx="235197" cy="146155"/>
              </a:xfrm>
              <a:custGeom>
                <a:avLst/>
                <a:gdLst/>
                <a:ahLst/>
                <a:cxnLst/>
                <a:rect l="l" t="t" r="r" b="b"/>
                <a:pathLst>
                  <a:path w="3534" h="2196" extrusionOk="0">
                    <a:moveTo>
                      <a:pt x="36" y="1"/>
                    </a:moveTo>
                    <a:lnTo>
                      <a:pt x="0" y="63"/>
                    </a:lnTo>
                    <a:cubicBezTo>
                      <a:pt x="27" y="81"/>
                      <a:pt x="2516" y="1232"/>
                      <a:pt x="3480" y="2195"/>
                    </a:cubicBezTo>
                    <a:lnTo>
                      <a:pt x="3533" y="2142"/>
                    </a:lnTo>
                    <a:cubicBezTo>
                      <a:pt x="2561" y="1169"/>
                      <a:pt x="54" y="10"/>
                      <a:pt x="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7033974" y="3512995"/>
                <a:ext cx="74872" cy="213176"/>
              </a:xfrm>
              <a:custGeom>
                <a:avLst/>
                <a:gdLst/>
                <a:ahLst/>
                <a:cxnLst/>
                <a:rect l="l" t="t" r="r" b="b"/>
                <a:pathLst>
                  <a:path w="1125" h="3203" extrusionOk="0">
                    <a:moveTo>
                      <a:pt x="63" y="0"/>
                    </a:moveTo>
                    <a:lnTo>
                      <a:pt x="0" y="36"/>
                    </a:lnTo>
                    <a:cubicBezTo>
                      <a:pt x="518" y="928"/>
                      <a:pt x="1044" y="3185"/>
                      <a:pt x="1053" y="3203"/>
                    </a:cubicBezTo>
                    <a:lnTo>
                      <a:pt x="1124" y="3185"/>
                    </a:lnTo>
                    <a:cubicBezTo>
                      <a:pt x="1115" y="3167"/>
                      <a:pt x="589" y="901"/>
                      <a:pt x="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Google Shape;1460;p29"/>
              <p:cNvSpPr/>
              <p:nvPr/>
            </p:nvSpPr>
            <p:spPr>
              <a:xfrm>
                <a:off x="6615949" y="3542212"/>
                <a:ext cx="97433" cy="123992"/>
              </a:xfrm>
              <a:custGeom>
                <a:avLst/>
                <a:gdLst/>
                <a:ahLst/>
                <a:cxnLst/>
                <a:rect l="l" t="t" r="r" b="b"/>
                <a:pathLst>
                  <a:path w="1464" h="1863" extrusionOk="0">
                    <a:moveTo>
                      <a:pt x="875" y="1"/>
                    </a:moveTo>
                    <a:cubicBezTo>
                      <a:pt x="780" y="1"/>
                      <a:pt x="513" y="369"/>
                      <a:pt x="438" y="560"/>
                    </a:cubicBezTo>
                    <a:lnTo>
                      <a:pt x="411" y="275"/>
                    </a:lnTo>
                    <a:cubicBezTo>
                      <a:pt x="117" y="632"/>
                      <a:pt x="1" y="1051"/>
                      <a:pt x="10" y="1559"/>
                    </a:cubicBezTo>
                    <a:lnTo>
                      <a:pt x="447" y="1863"/>
                    </a:lnTo>
                    <a:cubicBezTo>
                      <a:pt x="679" y="1666"/>
                      <a:pt x="893" y="1452"/>
                      <a:pt x="1080" y="1220"/>
                    </a:cubicBezTo>
                    <a:cubicBezTo>
                      <a:pt x="1205" y="1069"/>
                      <a:pt x="1464" y="721"/>
                      <a:pt x="1383" y="649"/>
                    </a:cubicBezTo>
                    <a:cubicBezTo>
                      <a:pt x="1378" y="645"/>
                      <a:pt x="1371" y="643"/>
                      <a:pt x="1364" y="643"/>
                    </a:cubicBezTo>
                    <a:cubicBezTo>
                      <a:pt x="1271" y="643"/>
                      <a:pt x="1067" y="994"/>
                      <a:pt x="902" y="1069"/>
                    </a:cubicBezTo>
                    <a:cubicBezTo>
                      <a:pt x="1009" y="908"/>
                      <a:pt x="1116" y="765"/>
                      <a:pt x="1223" y="596"/>
                    </a:cubicBezTo>
                    <a:cubicBezTo>
                      <a:pt x="1294" y="489"/>
                      <a:pt x="1357" y="239"/>
                      <a:pt x="1303" y="194"/>
                    </a:cubicBezTo>
                    <a:cubicBezTo>
                      <a:pt x="1300" y="192"/>
                      <a:pt x="1297" y="191"/>
                      <a:pt x="1293" y="191"/>
                    </a:cubicBezTo>
                    <a:cubicBezTo>
                      <a:pt x="1232" y="191"/>
                      <a:pt x="1085" y="459"/>
                      <a:pt x="1009" y="560"/>
                    </a:cubicBezTo>
                    <a:cubicBezTo>
                      <a:pt x="902" y="712"/>
                      <a:pt x="821" y="810"/>
                      <a:pt x="697" y="935"/>
                    </a:cubicBezTo>
                    <a:cubicBezTo>
                      <a:pt x="795" y="765"/>
                      <a:pt x="893" y="667"/>
                      <a:pt x="991" y="507"/>
                    </a:cubicBezTo>
                    <a:cubicBezTo>
                      <a:pt x="1071" y="364"/>
                      <a:pt x="1205" y="52"/>
                      <a:pt x="1116" y="7"/>
                    </a:cubicBezTo>
                    <a:cubicBezTo>
                      <a:pt x="1113" y="5"/>
                      <a:pt x="1110" y="5"/>
                      <a:pt x="1107" y="5"/>
                    </a:cubicBezTo>
                    <a:cubicBezTo>
                      <a:pt x="1055" y="5"/>
                      <a:pt x="929" y="190"/>
                      <a:pt x="804" y="400"/>
                    </a:cubicBezTo>
                    <a:cubicBezTo>
                      <a:pt x="714" y="542"/>
                      <a:pt x="598" y="658"/>
                      <a:pt x="545" y="774"/>
                    </a:cubicBezTo>
                    <a:cubicBezTo>
                      <a:pt x="607" y="533"/>
                      <a:pt x="964" y="70"/>
                      <a:pt x="893" y="7"/>
                    </a:cubicBezTo>
                    <a:cubicBezTo>
                      <a:pt x="888" y="3"/>
                      <a:pt x="882" y="1"/>
                      <a:pt x="875" y="1"/>
                    </a:cubicBezTo>
                    <a:close/>
                  </a:path>
                </a:pathLst>
              </a:custGeom>
              <a:solidFill>
                <a:srgbClr val="F2BE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Google Shape;1461;p29"/>
              <p:cNvSpPr/>
              <p:nvPr/>
            </p:nvSpPr>
            <p:spPr>
              <a:xfrm>
                <a:off x="6428932" y="3664939"/>
                <a:ext cx="219157" cy="276736"/>
              </a:xfrm>
              <a:custGeom>
                <a:avLst/>
                <a:gdLst/>
                <a:ahLst/>
                <a:cxnLst/>
                <a:rect l="l" t="t" r="r" b="b"/>
                <a:pathLst>
                  <a:path w="3293" h="4158" extrusionOk="0">
                    <a:moveTo>
                      <a:pt x="3230" y="1"/>
                    </a:moveTo>
                    <a:cubicBezTo>
                      <a:pt x="1624" y="3542"/>
                      <a:pt x="10" y="4087"/>
                      <a:pt x="1" y="4087"/>
                    </a:cubicBezTo>
                    <a:lnTo>
                      <a:pt x="18" y="4158"/>
                    </a:lnTo>
                    <a:cubicBezTo>
                      <a:pt x="90" y="4140"/>
                      <a:pt x="1678" y="3605"/>
                      <a:pt x="3292" y="28"/>
                    </a:cubicBezTo>
                    <a:lnTo>
                      <a:pt x="323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29"/>
              <p:cNvSpPr/>
              <p:nvPr/>
            </p:nvSpPr>
            <p:spPr>
              <a:xfrm>
                <a:off x="6382611" y="3643575"/>
                <a:ext cx="234598" cy="146155"/>
              </a:xfrm>
              <a:custGeom>
                <a:avLst/>
                <a:gdLst/>
                <a:ahLst/>
                <a:cxnLst/>
                <a:rect l="l" t="t" r="r" b="b"/>
                <a:pathLst>
                  <a:path w="3525" h="2196" extrusionOk="0">
                    <a:moveTo>
                      <a:pt x="3498" y="1"/>
                    </a:moveTo>
                    <a:cubicBezTo>
                      <a:pt x="3471" y="10"/>
                      <a:pt x="973" y="1169"/>
                      <a:pt x="1" y="2142"/>
                    </a:cubicBezTo>
                    <a:lnTo>
                      <a:pt x="54" y="2195"/>
                    </a:lnTo>
                    <a:cubicBezTo>
                      <a:pt x="1018" y="1232"/>
                      <a:pt x="3507" y="81"/>
                      <a:pt x="3525" y="63"/>
                    </a:cubicBezTo>
                    <a:lnTo>
                      <a:pt x="349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6549461" y="3514725"/>
                <a:ext cx="54706" cy="16392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2463" extrusionOk="0">
                    <a:moveTo>
                      <a:pt x="759" y="1"/>
                    </a:moveTo>
                    <a:cubicBezTo>
                      <a:pt x="277" y="1125"/>
                      <a:pt x="1" y="2427"/>
                      <a:pt x="1" y="2445"/>
                    </a:cubicBezTo>
                    <a:lnTo>
                      <a:pt x="72" y="2463"/>
                    </a:lnTo>
                    <a:cubicBezTo>
                      <a:pt x="72" y="2445"/>
                      <a:pt x="348" y="1152"/>
                      <a:pt x="821" y="36"/>
                    </a:cubicBezTo>
                    <a:lnTo>
                      <a:pt x="75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64" name="Google Shape;1464;p29"/>
          <p:cNvGrpSpPr/>
          <p:nvPr/>
        </p:nvGrpSpPr>
        <p:grpSpPr>
          <a:xfrm>
            <a:off x="5160873" y="281048"/>
            <a:ext cx="2533802" cy="1512017"/>
            <a:chOff x="5359848" y="509229"/>
            <a:chExt cx="2275733" cy="1358017"/>
          </a:xfrm>
        </p:grpSpPr>
        <p:sp>
          <p:nvSpPr>
            <p:cNvPr id="1465" name="Google Shape;1465;p29"/>
            <p:cNvSpPr/>
            <p:nvPr/>
          </p:nvSpPr>
          <p:spPr>
            <a:xfrm>
              <a:off x="5359848" y="509229"/>
              <a:ext cx="1928745" cy="488181"/>
            </a:xfrm>
            <a:custGeom>
              <a:avLst/>
              <a:gdLst/>
              <a:ahLst/>
              <a:cxnLst/>
              <a:rect l="l" t="t" r="r" b="b"/>
              <a:pathLst>
                <a:path w="23646" h="5985" extrusionOk="0">
                  <a:moveTo>
                    <a:pt x="1542" y="0"/>
                  </a:moveTo>
                  <a:cubicBezTo>
                    <a:pt x="690" y="0"/>
                    <a:pt x="0" y="690"/>
                    <a:pt x="0" y="1542"/>
                  </a:cubicBezTo>
                  <a:lnTo>
                    <a:pt x="0" y="4447"/>
                  </a:lnTo>
                  <a:cubicBezTo>
                    <a:pt x="0" y="5295"/>
                    <a:pt x="690" y="5984"/>
                    <a:pt x="1542" y="5984"/>
                  </a:cubicBezTo>
                  <a:lnTo>
                    <a:pt x="22108" y="5984"/>
                  </a:lnTo>
                  <a:cubicBezTo>
                    <a:pt x="22956" y="5984"/>
                    <a:pt x="23645" y="5295"/>
                    <a:pt x="23645" y="4447"/>
                  </a:cubicBezTo>
                  <a:lnTo>
                    <a:pt x="23645" y="1542"/>
                  </a:lnTo>
                  <a:cubicBezTo>
                    <a:pt x="23645" y="690"/>
                    <a:pt x="22956" y="0"/>
                    <a:pt x="2210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29"/>
            <p:cNvSpPr/>
            <p:nvPr/>
          </p:nvSpPr>
          <p:spPr>
            <a:xfrm>
              <a:off x="5359848" y="835906"/>
              <a:ext cx="1928745" cy="161504"/>
            </a:xfrm>
            <a:custGeom>
              <a:avLst/>
              <a:gdLst/>
              <a:ahLst/>
              <a:cxnLst/>
              <a:rect l="l" t="t" r="r" b="b"/>
              <a:pathLst>
                <a:path w="23646" h="1980" extrusionOk="0">
                  <a:moveTo>
                    <a:pt x="0" y="1"/>
                  </a:moveTo>
                  <a:lnTo>
                    <a:pt x="0" y="1217"/>
                  </a:lnTo>
                  <a:cubicBezTo>
                    <a:pt x="0" y="1641"/>
                    <a:pt x="343" y="1979"/>
                    <a:pt x="763" y="1979"/>
                  </a:cubicBezTo>
                  <a:lnTo>
                    <a:pt x="22883" y="1979"/>
                  </a:lnTo>
                  <a:cubicBezTo>
                    <a:pt x="23307" y="1979"/>
                    <a:pt x="23645" y="1641"/>
                    <a:pt x="23645" y="1217"/>
                  </a:cubicBezTo>
                  <a:lnTo>
                    <a:pt x="23645" y="1"/>
                  </a:lnTo>
                  <a:cubicBezTo>
                    <a:pt x="23645" y="425"/>
                    <a:pt x="23307" y="767"/>
                    <a:pt x="22883" y="767"/>
                  </a:cubicBezTo>
                  <a:lnTo>
                    <a:pt x="763" y="767"/>
                  </a:lnTo>
                  <a:cubicBezTo>
                    <a:pt x="343" y="767"/>
                    <a:pt x="0" y="425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29"/>
            <p:cNvSpPr/>
            <p:nvPr/>
          </p:nvSpPr>
          <p:spPr>
            <a:xfrm>
              <a:off x="5421350" y="822285"/>
              <a:ext cx="1805741" cy="27651"/>
            </a:xfrm>
            <a:custGeom>
              <a:avLst/>
              <a:gdLst/>
              <a:ahLst/>
              <a:cxnLst/>
              <a:rect l="l" t="t" r="r" b="b"/>
              <a:pathLst>
                <a:path w="22138" h="339" extrusionOk="0">
                  <a:moveTo>
                    <a:pt x="0" y="0"/>
                  </a:moveTo>
                  <a:lnTo>
                    <a:pt x="0" y="339"/>
                  </a:lnTo>
                  <a:lnTo>
                    <a:pt x="22138" y="339"/>
                  </a:lnTo>
                  <a:lnTo>
                    <a:pt x="221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29"/>
            <p:cNvSpPr/>
            <p:nvPr/>
          </p:nvSpPr>
          <p:spPr>
            <a:xfrm>
              <a:off x="5421350" y="760457"/>
              <a:ext cx="1805741" cy="27651"/>
            </a:xfrm>
            <a:custGeom>
              <a:avLst/>
              <a:gdLst/>
              <a:ahLst/>
              <a:cxnLst/>
              <a:rect l="l" t="t" r="r" b="b"/>
              <a:pathLst>
                <a:path w="22138" h="339" extrusionOk="0">
                  <a:moveTo>
                    <a:pt x="0" y="0"/>
                  </a:moveTo>
                  <a:lnTo>
                    <a:pt x="0" y="339"/>
                  </a:lnTo>
                  <a:lnTo>
                    <a:pt x="22138" y="339"/>
                  </a:lnTo>
                  <a:lnTo>
                    <a:pt x="221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29"/>
            <p:cNvSpPr/>
            <p:nvPr/>
          </p:nvSpPr>
          <p:spPr>
            <a:xfrm>
              <a:off x="5421350" y="698955"/>
              <a:ext cx="1805741" cy="27651"/>
            </a:xfrm>
            <a:custGeom>
              <a:avLst/>
              <a:gdLst/>
              <a:ahLst/>
              <a:cxnLst/>
              <a:rect l="l" t="t" r="r" b="b"/>
              <a:pathLst>
                <a:path w="22138" h="339" extrusionOk="0">
                  <a:moveTo>
                    <a:pt x="0" y="0"/>
                  </a:moveTo>
                  <a:lnTo>
                    <a:pt x="0" y="339"/>
                  </a:lnTo>
                  <a:lnTo>
                    <a:pt x="22138" y="339"/>
                  </a:lnTo>
                  <a:lnTo>
                    <a:pt x="221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29"/>
            <p:cNvSpPr/>
            <p:nvPr/>
          </p:nvSpPr>
          <p:spPr>
            <a:xfrm>
              <a:off x="6003417" y="571791"/>
              <a:ext cx="641936" cy="27651"/>
            </a:xfrm>
            <a:custGeom>
              <a:avLst/>
              <a:gdLst/>
              <a:ahLst/>
              <a:cxnLst/>
              <a:rect l="l" t="t" r="r" b="b"/>
              <a:pathLst>
                <a:path w="7870" h="339" extrusionOk="0">
                  <a:moveTo>
                    <a:pt x="168" y="0"/>
                  </a:moveTo>
                  <a:cubicBezTo>
                    <a:pt x="73" y="0"/>
                    <a:pt x="1" y="73"/>
                    <a:pt x="1" y="167"/>
                  </a:cubicBezTo>
                  <a:cubicBezTo>
                    <a:pt x="1" y="261"/>
                    <a:pt x="73" y="339"/>
                    <a:pt x="168" y="339"/>
                  </a:cubicBezTo>
                  <a:lnTo>
                    <a:pt x="7698" y="339"/>
                  </a:lnTo>
                  <a:cubicBezTo>
                    <a:pt x="7792" y="339"/>
                    <a:pt x="7870" y="261"/>
                    <a:pt x="7870" y="167"/>
                  </a:cubicBezTo>
                  <a:cubicBezTo>
                    <a:pt x="7870" y="73"/>
                    <a:pt x="7792" y="0"/>
                    <a:pt x="769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29"/>
            <p:cNvSpPr/>
            <p:nvPr/>
          </p:nvSpPr>
          <p:spPr>
            <a:xfrm>
              <a:off x="7162737" y="542834"/>
              <a:ext cx="47228" cy="25857"/>
            </a:xfrm>
            <a:custGeom>
              <a:avLst/>
              <a:gdLst/>
              <a:ahLst/>
              <a:cxnLst/>
              <a:rect l="l" t="t" r="r" b="b"/>
              <a:pathLst>
                <a:path w="579" h="317" extrusionOk="0">
                  <a:moveTo>
                    <a:pt x="541" y="1"/>
                  </a:moveTo>
                  <a:cubicBezTo>
                    <a:pt x="536" y="1"/>
                    <a:pt x="532" y="2"/>
                    <a:pt x="527" y="4"/>
                  </a:cubicBezTo>
                  <a:lnTo>
                    <a:pt x="26" y="252"/>
                  </a:lnTo>
                  <a:cubicBezTo>
                    <a:pt x="9" y="261"/>
                    <a:pt x="0" y="278"/>
                    <a:pt x="9" y="295"/>
                  </a:cubicBezTo>
                  <a:cubicBezTo>
                    <a:pt x="18" y="308"/>
                    <a:pt x="26" y="317"/>
                    <a:pt x="39" y="317"/>
                  </a:cubicBezTo>
                  <a:cubicBezTo>
                    <a:pt x="43" y="317"/>
                    <a:pt x="52" y="312"/>
                    <a:pt x="56" y="312"/>
                  </a:cubicBezTo>
                  <a:lnTo>
                    <a:pt x="557" y="64"/>
                  </a:lnTo>
                  <a:cubicBezTo>
                    <a:pt x="570" y="55"/>
                    <a:pt x="579" y="34"/>
                    <a:pt x="570" y="21"/>
                  </a:cubicBezTo>
                  <a:cubicBezTo>
                    <a:pt x="564" y="9"/>
                    <a:pt x="553" y="1"/>
                    <a:pt x="5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29"/>
            <p:cNvSpPr/>
            <p:nvPr/>
          </p:nvSpPr>
          <p:spPr>
            <a:xfrm>
              <a:off x="7156456" y="570730"/>
              <a:ext cx="51795" cy="27651"/>
            </a:xfrm>
            <a:custGeom>
              <a:avLst/>
              <a:gdLst/>
              <a:ahLst/>
              <a:cxnLst/>
              <a:rect l="l" t="t" r="r" b="b"/>
              <a:pathLst>
                <a:path w="635" h="339" extrusionOk="0">
                  <a:moveTo>
                    <a:pt x="601" y="0"/>
                  </a:moveTo>
                  <a:cubicBezTo>
                    <a:pt x="595" y="0"/>
                    <a:pt x="589" y="2"/>
                    <a:pt x="583" y="5"/>
                  </a:cubicBezTo>
                  <a:lnTo>
                    <a:pt x="26" y="274"/>
                  </a:lnTo>
                  <a:cubicBezTo>
                    <a:pt x="9" y="283"/>
                    <a:pt x="0" y="300"/>
                    <a:pt x="9" y="317"/>
                  </a:cubicBezTo>
                  <a:cubicBezTo>
                    <a:pt x="13" y="330"/>
                    <a:pt x="26" y="339"/>
                    <a:pt x="39" y="339"/>
                  </a:cubicBezTo>
                  <a:cubicBezTo>
                    <a:pt x="43" y="339"/>
                    <a:pt x="47" y="334"/>
                    <a:pt x="52" y="334"/>
                  </a:cubicBezTo>
                  <a:lnTo>
                    <a:pt x="613" y="65"/>
                  </a:lnTo>
                  <a:cubicBezTo>
                    <a:pt x="630" y="56"/>
                    <a:pt x="634" y="35"/>
                    <a:pt x="630" y="17"/>
                  </a:cubicBezTo>
                  <a:cubicBezTo>
                    <a:pt x="624" y="6"/>
                    <a:pt x="613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29"/>
            <p:cNvSpPr/>
            <p:nvPr/>
          </p:nvSpPr>
          <p:spPr>
            <a:xfrm>
              <a:off x="5586932" y="913885"/>
              <a:ext cx="47228" cy="25857"/>
            </a:xfrm>
            <a:custGeom>
              <a:avLst/>
              <a:gdLst/>
              <a:ahLst/>
              <a:cxnLst/>
              <a:rect l="l" t="t" r="r" b="b"/>
              <a:pathLst>
                <a:path w="579" h="317" extrusionOk="0">
                  <a:moveTo>
                    <a:pt x="538" y="1"/>
                  </a:moveTo>
                  <a:cubicBezTo>
                    <a:pt x="533" y="1"/>
                    <a:pt x="528" y="2"/>
                    <a:pt x="523" y="4"/>
                  </a:cubicBezTo>
                  <a:lnTo>
                    <a:pt x="26" y="252"/>
                  </a:lnTo>
                  <a:cubicBezTo>
                    <a:pt x="9" y="261"/>
                    <a:pt x="1" y="282"/>
                    <a:pt x="9" y="300"/>
                  </a:cubicBezTo>
                  <a:cubicBezTo>
                    <a:pt x="14" y="308"/>
                    <a:pt x="26" y="317"/>
                    <a:pt x="39" y="317"/>
                  </a:cubicBezTo>
                  <a:cubicBezTo>
                    <a:pt x="44" y="317"/>
                    <a:pt x="48" y="317"/>
                    <a:pt x="52" y="312"/>
                  </a:cubicBezTo>
                  <a:lnTo>
                    <a:pt x="553" y="64"/>
                  </a:lnTo>
                  <a:cubicBezTo>
                    <a:pt x="570" y="55"/>
                    <a:pt x="579" y="38"/>
                    <a:pt x="570" y="21"/>
                  </a:cubicBezTo>
                  <a:cubicBezTo>
                    <a:pt x="564" y="9"/>
                    <a:pt x="551" y="1"/>
                    <a:pt x="5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29"/>
            <p:cNvSpPr/>
            <p:nvPr/>
          </p:nvSpPr>
          <p:spPr>
            <a:xfrm>
              <a:off x="5580652" y="941863"/>
              <a:ext cx="51795" cy="27570"/>
            </a:xfrm>
            <a:custGeom>
              <a:avLst/>
              <a:gdLst/>
              <a:ahLst/>
              <a:cxnLst/>
              <a:rect l="l" t="t" r="r" b="b"/>
              <a:pathLst>
                <a:path w="635" h="338" extrusionOk="0">
                  <a:moveTo>
                    <a:pt x="597" y="0"/>
                  </a:moveTo>
                  <a:cubicBezTo>
                    <a:pt x="592" y="0"/>
                    <a:pt x="588" y="1"/>
                    <a:pt x="583" y="4"/>
                  </a:cubicBezTo>
                  <a:lnTo>
                    <a:pt x="22" y="274"/>
                  </a:lnTo>
                  <a:cubicBezTo>
                    <a:pt x="9" y="282"/>
                    <a:pt x="1" y="304"/>
                    <a:pt x="9" y="321"/>
                  </a:cubicBezTo>
                  <a:cubicBezTo>
                    <a:pt x="13" y="329"/>
                    <a:pt x="26" y="338"/>
                    <a:pt x="39" y="338"/>
                  </a:cubicBezTo>
                  <a:cubicBezTo>
                    <a:pt x="43" y="338"/>
                    <a:pt x="48" y="338"/>
                    <a:pt x="52" y="334"/>
                  </a:cubicBezTo>
                  <a:lnTo>
                    <a:pt x="613" y="64"/>
                  </a:lnTo>
                  <a:cubicBezTo>
                    <a:pt x="630" y="55"/>
                    <a:pt x="635" y="34"/>
                    <a:pt x="626" y="21"/>
                  </a:cubicBezTo>
                  <a:cubicBezTo>
                    <a:pt x="620" y="8"/>
                    <a:pt x="609" y="0"/>
                    <a:pt x="5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9"/>
            <p:cNvSpPr/>
            <p:nvPr/>
          </p:nvSpPr>
          <p:spPr>
            <a:xfrm>
              <a:off x="5465397" y="822285"/>
              <a:ext cx="2170185" cy="1044961"/>
            </a:xfrm>
            <a:custGeom>
              <a:avLst/>
              <a:gdLst/>
              <a:ahLst/>
              <a:cxnLst/>
              <a:rect l="l" t="t" r="r" b="b"/>
              <a:pathLst>
                <a:path w="26606" h="12811" extrusionOk="0">
                  <a:moveTo>
                    <a:pt x="681" y="0"/>
                  </a:moveTo>
                  <a:cubicBezTo>
                    <a:pt x="681" y="0"/>
                    <a:pt x="0" y="3029"/>
                    <a:pt x="3131" y="4181"/>
                  </a:cubicBezTo>
                  <a:cubicBezTo>
                    <a:pt x="6258" y="5333"/>
                    <a:pt x="8503" y="6644"/>
                    <a:pt x="8948" y="8790"/>
                  </a:cubicBezTo>
                  <a:cubicBezTo>
                    <a:pt x="9301" y="10474"/>
                    <a:pt x="12290" y="12810"/>
                    <a:pt x="16574" y="12810"/>
                  </a:cubicBezTo>
                  <a:cubicBezTo>
                    <a:pt x="17749" y="12810"/>
                    <a:pt x="19022" y="12634"/>
                    <a:pt x="20364" y="12221"/>
                  </a:cubicBezTo>
                  <a:cubicBezTo>
                    <a:pt x="26605" y="10302"/>
                    <a:pt x="25770" y="7677"/>
                    <a:pt x="23067" y="6404"/>
                  </a:cubicBezTo>
                  <a:cubicBezTo>
                    <a:pt x="20364" y="5136"/>
                    <a:pt x="21520" y="3457"/>
                    <a:pt x="21598" y="2686"/>
                  </a:cubicBezTo>
                  <a:cubicBezTo>
                    <a:pt x="21679" y="1915"/>
                    <a:pt x="21195" y="159"/>
                    <a:pt x="20480" y="0"/>
                  </a:cubicBezTo>
                  <a:close/>
                </a:path>
              </a:pathLst>
            </a:custGeom>
            <a:solidFill>
              <a:srgbClr val="FFFFFF">
                <a:alpha val="22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9"/>
            <p:cNvSpPr/>
            <p:nvPr/>
          </p:nvSpPr>
          <p:spPr>
            <a:xfrm>
              <a:off x="5421350" y="585413"/>
              <a:ext cx="58729" cy="23818"/>
            </a:xfrm>
            <a:custGeom>
              <a:avLst/>
              <a:gdLst/>
              <a:ahLst/>
              <a:cxnLst/>
              <a:rect l="l" t="t" r="r" b="b"/>
              <a:pathLst>
                <a:path w="720" h="292" extrusionOk="0">
                  <a:moveTo>
                    <a:pt x="0" y="0"/>
                  </a:moveTo>
                  <a:lnTo>
                    <a:pt x="0" y="292"/>
                  </a:lnTo>
                  <a:lnTo>
                    <a:pt x="720" y="292"/>
                  </a:lnTo>
                  <a:lnTo>
                    <a:pt x="720" y="0"/>
                  </a:lnTo>
                  <a:close/>
                </a:path>
              </a:pathLst>
            </a:custGeom>
            <a:solidFill>
              <a:srgbClr val="E2F2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9"/>
            <p:cNvSpPr/>
            <p:nvPr/>
          </p:nvSpPr>
          <p:spPr>
            <a:xfrm>
              <a:off x="5515642" y="585413"/>
              <a:ext cx="58484" cy="23818"/>
            </a:xfrm>
            <a:custGeom>
              <a:avLst/>
              <a:gdLst/>
              <a:ahLst/>
              <a:cxnLst/>
              <a:rect l="l" t="t" r="r" b="b"/>
              <a:pathLst>
                <a:path w="717" h="292" extrusionOk="0">
                  <a:moveTo>
                    <a:pt x="1" y="0"/>
                  </a:moveTo>
                  <a:lnTo>
                    <a:pt x="1" y="292"/>
                  </a:lnTo>
                  <a:lnTo>
                    <a:pt x="716" y="292"/>
                  </a:lnTo>
                  <a:lnTo>
                    <a:pt x="716" y="0"/>
                  </a:lnTo>
                  <a:close/>
                </a:path>
              </a:pathLst>
            </a:custGeom>
            <a:solidFill>
              <a:srgbClr val="E2F2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29"/>
            <p:cNvSpPr/>
            <p:nvPr/>
          </p:nvSpPr>
          <p:spPr>
            <a:xfrm>
              <a:off x="5716951" y="585413"/>
              <a:ext cx="58402" cy="23818"/>
            </a:xfrm>
            <a:custGeom>
              <a:avLst/>
              <a:gdLst/>
              <a:ahLst/>
              <a:cxnLst/>
              <a:rect l="l" t="t" r="r" b="b"/>
              <a:pathLst>
                <a:path w="716" h="292" extrusionOk="0">
                  <a:moveTo>
                    <a:pt x="0" y="0"/>
                  </a:moveTo>
                  <a:lnTo>
                    <a:pt x="0" y="292"/>
                  </a:lnTo>
                  <a:lnTo>
                    <a:pt x="716" y="292"/>
                  </a:lnTo>
                  <a:lnTo>
                    <a:pt x="7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29"/>
            <p:cNvSpPr/>
            <p:nvPr/>
          </p:nvSpPr>
          <p:spPr>
            <a:xfrm>
              <a:off x="5904557" y="816657"/>
              <a:ext cx="190134" cy="181488"/>
            </a:xfrm>
            <a:custGeom>
              <a:avLst/>
              <a:gdLst/>
              <a:ahLst/>
              <a:cxnLst/>
              <a:rect l="l" t="t" r="r" b="b"/>
              <a:pathLst>
                <a:path w="2331" h="2225" extrusionOk="0">
                  <a:moveTo>
                    <a:pt x="2031" y="0"/>
                  </a:moveTo>
                  <a:cubicBezTo>
                    <a:pt x="2028" y="0"/>
                    <a:pt x="2025" y="1"/>
                    <a:pt x="2022" y="1"/>
                  </a:cubicBezTo>
                  <a:cubicBezTo>
                    <a:pt x="1984" y="9"/>
                    <a:pt x="1962" y="44"/>
                    <a:pt x="1967" y="82"/>
                  </a:cubicBezTo>
                  <a:cubicBezTo>
                    <a:pt x="1971" y="91"/>
                    <a:pt x="2189" y="1205"/>
                    <a:pt x="1740" y="1770"/>
                  </a:cubicBezTo>
                  <a:cubicBezTo>
                    <a:pt x="1572" y="1976"/>
                    <a:pt x="1337" y="2083"/>
                    <a:pt x="1033" y="2087"/>
                  </a:cubicBezTo>
                  <a:cubicBezTo>
                    <a:pt x="998" y="2087"/>
                    <a:pt x="227" y="2070"/>
                    <a:pt x="150" y="1350"/>
                  </a:cubicBezTo>
                  <a:cubicBezTo>
                    <a:pt x="138" y="1222"/>
                    <a:pt x="185" y="1102"/>
                    <a:pt x="275" y="1025"/>
                  </a:cubicBezTo>
                  <a:cubicBezTo>
                    <a:pt x="338" y="970"/>
                    <a:pt x="413" y="943"/>
                    <a:pt x="500" y="943"/>
                  </a:cubicBezTo>
                  <a:cubicBezTo>
                    <a:pt x="591" y="943"/>
                    <a:pt x="694" y="972"/>
                    <a:pt x="810" y="1029"/>
                  </a:cubicBezTo>
                  <a:cubicBezTo>
                    <a:pt x="819" y="1034"/>
                    <a:pt x="829" y="1037"/>
                    <a:pt x="839" y="1037"/>
                  </a:cubicBezTo>
                  <a:cubicBezTo>
                    <a:pt x="863" y="1037"/>
                    <a:pt x="888" y="1023"/>
                    <a:pt x="900" y="999"/>
                  </a:cubicBezTo>
                  <a:cubicBezTo>
                    <a:pt x="917" y="969"/>
                    <a:pt x="900" y="926"/>
                    <a:pt x="870" y="909"/>
                  </a:cubicBezTo>
                  <a:cubicBezTo>
                    <a:pt x="724" y="837"/>
                    <a:pt x="602" y="810"/>
                    <a:pt x="501" y="810"/>
                  </a:cubicBezTo>
                  <a:cubicBezTo>
                    <a:pt x="360" y="810"/>
                    <a:pt x="259" y="862"/>
                    <a:pt x="189" y="922"/>
                  </a:cubicBezTo>
                  <a:cubicBezTo>
                    <a:pt x="65" y="1025"/>
                    <a:pt x="0" y="1192"/>
                    <a:pt x="18" y="1363"/>
                  </a:cubicBezTo>
                  <a:cubicBezTo>
                    <a:pt x="108" y="2203"/>
                    <a:pt x="1020" y="2224"/>
                    <a:pt x="1033" y="2224"/>
                  </a:cubicBezTo>
                  <a:cubicBezTo>
                    <a:pt x="1380" y="2215"/>
                    <a:pt x="1654" y="2091"/>
                    <a:pt x="1842" y="1851"/>
                  </a:cubicBezTo>
                  <a:cubicBezTo>
                    <a:pt x="2331" y="1243"/>
                    <a:pt x="2108" y="104"/>
                    <a:pt x="2099" y="57"/>
                  </a:cubicBezTo>
                  <a:cubicBezTo>
                    <a:pt x="2092" y="21"/>
                    <a:pt x="2062" y="0"/>
                    <a:pt x="20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29"/>
            <p:cNvSpPr/>
            <p:nvPr/>
          </p:nvSpPr>
          <p:spPr>
            <a:xfrm>
              <a:off x="6045342" y="820898"/>
              <a:ext cx="152450" cy="312811"/>
            </a:xfrm>
            <a:custGeom>
              <a:avLst/>
              <a:gdLst/>
              <a:ahLst/>
              <a:cxnLst/>
              <a:rect l="l" t="t" r="r" b="b"/>
              <a:pathLst>
                <a:path w="1869" h="3835" extrusionOk="0">
                  <a:moveTo>
                    <a:pt x="1615" y="1"/>
                  </a:moveTo>
                  <a:cubicBezTo>
                    <a:pt x="1608" y="1"/>
                    <a:pt x="1601" y="2"/>
                    <a:pt x="1594" y="5"/>
                  </a:cubicBezTo>
                  <a:cubicBezTo>
                    <a:pt x="1560" y="13"/>
                    <a:pt x="1538" y="52"/>
                    <a:pt x="1551" y="86"/>
                  </a:cubicBezTo>
                  <a:cubicBezTo>
                    <a:pt x="1551" y="95"/>
                    <a:pt x="1731" y="660"/>
                    <a:pt x="1633" y="1384"/>
                  </a:cubicBezTo>
                  <a:cubicBezTo>
                    <a:pt x="1500" y="2356"/>
                    <a:pt x="964" y="3136"/>
                    <a:pt x="39" y="3710"/>
                  </a:cubicBezTo>
                  <a:cubicBezTo>
                    <a:pt x="9" y="3727"/>
                    <a:pt x="1" y="3770"/>
                    <a:pt x="18" y="3800"/>
                  </a:cubicBezTo>
                  <a:cubicBezTo>
                    <a:pt x="31" y="3821"/>
                    <a:pt x="52" y="3834"/>
                    <a:pt x="74" y="3834"/>
                  </a:cubicBezTo>
                  <a:cubicBezTo>
                    <a:pt x="86" y="3834"/>
                    <a:pt x="99" y="3830"/>
                    <a:pt x="112" y="3821"/>
                  </a:cubicBezTo>
                  <a:cubicBezTo>
                    <a:pt x="1311" y="3080"/>
                    <a:pt x="1676" y="2095"/>
                    <a:pt x="1766" y="1397"/>
                  </a:cubicBezTo>
                  <a:cubicBezTo>
                    <a:pt x="1868" y="643"/>
                    <a:pt x="1688" y="69"/>
                    <a:pt x="1680" y="47"/>
                  </a:cubicBezTo>
                  <a:cubicBezTo>
                    <a:pt x="1670" y="20"/>
                    <a:pt x="1643" y="1"/>
                    <a:pt x="16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29"/>
            <p:cNvSpPr/>
            <p:nvPr/>
          </p:nvSpPr>
          <p:spPr>
            <a:xfrm>
              <a:off x="6188249" y="820816"/>
              <a:ext cx="116478" cy="377168"/>
            </a:xfrm>
            <a:custGeom>
              <a:avLst/>
              <a:gdLst/>
              <a:ahLst/>
              <a:cxnLst/>
              <a:rect l="l" t="t" r="r" b="b"/>
              <a:pathLst>
                <a:path w="1428" h="4624" extrusionOk="0">
                  <a:moveTo>
                    <a:pt x="1070" y="1"/>
                  </a:moveTo>
                  <a:cubicBezTo>
                    <a:pt x="1068" y="1"/>
                    <a:pt x="1065" y="1"/>
                    <a:pt x="1063" y="1"/>
                  </a:cubicBezTo>
                  <a:cubicBezTo>
                    <a:pt x="1024" y="6"/>
                    <a:pt x="999" y="36"/>
                    <a:pt x="1003" y="74"/>
                  </a:cubicBezTo>
                  <a:cubicBezTo>
                    <a:pt x="1007" y="104"/>
                    <a:pt x="1290" y="3133"/>
                    <a:pt x="26" y="4512"/>
                  </a:cubicBezTo>
                  <a:cubicBezTo>
                    <a:pt x="1" y="4538"/>
                    <a:pt x="5" y="4580"/>
                    <a:pt x="31" y="4606"/>
                  </a:cubicBezTo>
                  <a:cubicBezTo>
                    <a:pt x="43" y="4619"/>
                    <a:pt x="61" y="4623"/>
                    <a:pt x="78" y="4623"/>
                  </a:cubicBezTo>
                  <a:cubicBezTo>
                    <a:pt x="95" y="4623"/>
                    <a:pt x="112" y="4615"/>
                    <a:pt x="125" y="4602"/>
                  </a:cubicBezTo>
                  <a:cubicBezTo>
                    <a:pt x="1427" y="3180"/>
                    <a:pt x="1149" y="190"/>
                    <a:pt x="1136" y="61"/>
                  </a:cubicBezTo>
                  <a:cubicBezTo>
                    <a:pt x="1132" y="26"/>
                    <a:pt x="1102" y="1"/>
                    <a:pt x="107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29"/>
            <p:cNvSpPr/>
            <p:nvPr/>
          </p:nvSpPr>
          <p:spPr>
            <a:xfrm>
              <a:off x="6553753" y="816657"/>
              <a:ext cx="190460" cy="181488"/>
            </a:xfrm>
            <a:custGeom>
              <a:avLst/>
              <a:gdLst/>
              <a:ahLst/>
              <a:cxnLst/>
              <a:rect l="l" t="t" r="r" b="b"/>
              <a:pathLst>
                <a:path w="2335" h="2225" extrusionOk="0">
                  <a:moveTo>
                    <a:pt x="303" y="0"/>
                  </a:moveTo>
                  <a:cubicBezTo>
                    <a:pt x="269" y="0"/>
                    <a:pt x="239" y="21"/>
                    <a:pt x="232" y="57"/>
                  </a:cubicBezTo>
                  <a:cubicBezTo>
                    <a:pt x="223" y="104"/>
                    <a:pt x="0" y="1243"/>
                    <a:pt x="489" y="1851"/>
                  </a:cubicBezTo>
                  <a:cubicBezTo>
                    <a:pt x="681" y="2091"/>
                    <a:pt x="951" y="2215"/>
                    <a:pt x="1302" y="2224"/>
                  </a:cubicBezTo>
                  <a:cubicBezTo>
                    <a:pt x="1311" y="2224"/>
                    <a:pt x="2228" y="2203"/>
                    <a:pt x="2313" y="1363"/>
                  </a:cubicBezTo>
                  <a:cubicBezTo>
                    <a:pt x="2335" y="1192"/>
                    <a:pt x="2270" y="1025"/>
                    <a:pt x="2146" y="922"/>
                  </a:cubicBezTo>
                  <a:cubicBezTo>
                    <a:pt x="2077" y="862"/>
                    <a:pt x="1975" y="810"/>
                    <a:pt x="1835" y="810"/>
                  </a:cubicBezTo>
                  <a:cubicBezTo>
                    <a:pt x="1733" y="810"/>
                    <a:pt x="1611" y="837"/>
                    <a:pt x="1465" y="909"/>
                  </a:cubicBezTo>
                  <a:cubicBezTo>
                    <a:pt x="1431" y="926"/>
                    <a:pt x="1418" y="969"/>
                    <a:pt x="1435" y="999"/>
                  </a:cubicBezTo>
                  <a:cubicBezTo>
                    <a:pt x="1447" y="1023"/>
                    <a:pt x="1470" y="1037"/>
                    <a:pt x="1494" y="1037"/>
                  </a:cubicBezTo>
                  <a:cubicBezTo>
                    <a:pt x="1504" y="1037"/>
                    <a:pt x="1515" y="1034"/>
                    <a:pt x="1525" y="1029"/>
                  </a:cubicBezTo>
                  <a:cubicBezTo>
                    <a:pt x="1641" y="972"/>
                    <a:pt x="1744" y="943"/>
                    <a:pt x="1835" y="943"/>
                  </a:cubicBezTo>
                  <a:cubicBezTo>
                    <a:pt x="1922" y="943"/>
                    <a:pt x="1998" y="970"/>
                    <a:pt x="2061" y="1025"/>
                  </a:cubicBezTo>
                  <a:cubicBezTo>
                    <a:pt x="2151" y="1102"/>
                    <a:pt x="2193" y="1222"/>
                    <a:pt x="2181" y="1350"/>
                  </a:cubicBezTo>
                  <a:cubicBezTo>
                    <a:pt x="2108" y="2070"/>
                    <a:pt x="1332" y="2087"/>
                    <a:pt x="1302" y="2087"/>
                  </a:cubicBezTo>
                  <a:cubicBezTo>
                    <a:pt x="998" y="2083"/>
                    <a:pt x="758" y="1976"/>
                    <a:pt x="596" y="1770"/>
                  </a:cubicBezTo>
                  <a:cubicBezTo>
                    <a:pt x="146" y="1209"/>
                    <a:pt x="364" y="91"/>
                    <a:pt x="364" y="82"/>
                  </a:cubicBezTo>
                  <a:cubicBezTo>
                    <a:pt x="373" y="44"/>
                    <a:pt x="347" y="9"/>
                    <a:pt x="313" y="1"/>
                  </a:cubicBezTo>
                  <a:cubicBezTo>
                    <a:pt x="310" y="1"/>
                    <a:pt x="306" y="0"/>
                    <a:pt x="30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29"/>
            <p:cNvSpPr/>
            <p:nvPr/>
          </p:nvSpPr>
          <p:spPr>
            <a:xfrm>
              <a:off x="6450978" y="820898"/>
              <a:ext cx="152450" cy="312811"/>
            </a:xfrm>
            <a:custGeom>
              <a:avLst/>
              <a:gdLst/>
              <a:ahLst/>
              <a:cxnLst/>
              <a:rect l="l" t="t" r="r" b="b"/>
              <a:pathLst>
                <a:path w="1869" h="3835" extrusionOk="0">
                  <a:moveTo>
                    <a:pt x="250" y="1"/>
                  </a:moveTo>
                  <a:cubicBezTo>
                    <a:pt x="222" y="1"/>
                    <a:pt x="196" y="20"/>
                    <a:pt x="189" y="47"/>
                  </a:cubicBezTo>
                  <a:cubicBezTo>
                    <a:pt x="181" y="69"/>
                    <a:pt x="1" y="643"/>
                    <a:pt x="99" y="1397"/>
                  </a:cubicBezTo>
                  <a:cubicBezTo>
                    <a:pt x="194" y="2095"/>
                    <a:pt x="558" y="3080"/>
                    <a:pt x="1757" y="3821"/>
                  </a:cubicBezTo>
                  <a:cubicBezTo>
                    <a:pt x="1766" y="3830"/>
                    <a:pt x="1779" y="3834"/>
                    <a:pt x="1791" y="3834"/>
                  </a:cubicBezTo>
                  <a:cubicBezTo>
                    <a:pt x="1813" y="3834"/>
                    <a:pt x="1834" y="3821"/>
                    <a:pt x="1847" y="3800"/>
                  </a:cubicBezTo>
                  <a:cubicBezTo>
                    <a:pt x="1868" y="3770"/>
                    <a:pt x="1860" y="3727"/>
                    <a:pt x="1826" y="3710"/>
                  </a:cubicBezTo>
                  <a:cubicBezTo>
                    <a:pt x="900" y="3136"/>
                    <a:pt x="365" y="2356"/>
                    <a:pt x="232" y="1384"/>
                  </a:cubicBezTo>
                  <a:cubicBezTo>
                    <a:pt x="134" y="660"/>
                    <a:pt x="314" y="95"/>
                    <a:pt x="314" y="86"/>
                  </a:cubicBezTo>
                  <a:cubicBezTo>
                    <a:pt x="326" y="52"/>
                    <a:pt x="309" y="13"/>
                    <a:pt x="271" y="5"/>
                  </a:cubicBezTo>
                  <a:cubicBezTo>
                    <a:pt x="264" y="2"/>
                    <a:pt x="257" y="1"/>
                    <a:pt x="25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29"/>
            <p:cNvSpPr/>
            <p:nvPr/>
          </p:nvSpPr>
          <p:spPr>
            <a:xfrm>
              <a:off x="6343717" y="820816"/>
              <a:ext cx="116478" cy="377168"/>
            </a:xfrm>
            <a:custGeom>
              <a:avLst/>
              <a:gdLst/>
              <a:ahLst/>
              <a:cxnLst/>
              <a:rect l="l" t="t" r="r" b="b"/>
              <a:pathLst>
                <a:path w="1428" h="4624" extrusionOk="0">
                  <a:moveTo>
                    <a:pt x="361" y="1"/>
                  </a:moveTo>
                  <a:cubicBezTo>
                    <a:pt x="326" y="1"/>
                    <a:pt x="296" y="26"/>
                    <a:pt x="292" y="61"/>
                  </a:cubicBezTo>
                  <a:cubicBezTo>
                    <a:pt x="284" y="190"/>
                    <a:pt x="1" y="3180"/>
                    <a:pt x="1303" y="4602"/>
                  </a:cubicBezTo>
                  <a:cubicBezTo>
                    <a:pt x="1316" y="4615"/>
                    <a:pt x="1337" y="4623"/>
                    <a:pt x="1354" y="4623"/>
                  </a:cubicBezTo>
                  <a:cubicBezTo>
                    <a:pt x="1372" y="4623"/>
                    <a:pt x="1384" y="4619"/>
                    <a:pt x="1397" y="4606"/>
                  </a:cubicBezTo>
                  <a:cubicBezTo>
                    <a:pt x="1427" y="4580"/>
                    <a:pt x="1427" y="4538"/>
                    <a:pt x="1402" y="4512"/>
                  </a:cubicBezTo>
                  <a:cubicBezTo>
                    <a:pt x="142" y="3133"/>
                    <a:pt x="425" y="104"/>
                    <a:pt x="429" y="74"/>
                  </a:cubicBezTo>
                  <a:cubicBezTo>
                    <a:pt x="429" y="36"/>
                    <a:pt x="403" y="6"/>
                    <a:pt x="369" y="1"/>
                  </a:cubicBezTo>
                  <a:cubicBezTo>
                    <a:pt x="366" y="1"/>
                    <a:pt x="364" y="1"/>
                    <a:pt x="36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853821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Scope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71C9042-E870-4E63-9F64-2052941EF3A4}"/>
              </a:ext>
            </a:extLst>
          </p:cNvPr>
          <p:cNvSpPr txBox="1"/>
          <p:nvPr/>
        </p:nvSpPr>
        <p:spPr>
          <a:xfrm>
            <a:off x="1597378" y="1524815"/>
            <a:ext cx="594924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login using phone + OTP</a:t>
            </a:r>
          </a:p>
          <a:p>
            <a:pPr marL="342900" indent="-342900" algn="just"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request (Normal &amp; Urgent)</a:t>
            </a:r>
          </a:p>
          <a:p>
            <a:pPr marL="342900" indent="-342900" algn="just"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Appointment scheduling</a:t>
            </a:r>
          </a:p>
          <a:p>
            <a:pPr marL="342900" indent="-342900" algn="just"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technician assignment</a:t>
            </a:r>
          </a:p>
          <a:p>
            <a:pPr marL="342900" indent="-342900" algn="just"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tracking &amp; warranty checking</a:t>
            </a:r>
          </a:p>
          <a:p>
            <a:pPr marL="342900" indent="-342900" algn="just"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Cash payment recording</a:t>
            </a:r>
          </a:p>
          <a:p>
            <a:pPr marL="342900" indent="-342900" algn="just"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Maintenance scheduling &amp; reminders</a:t>
            </a:r>
          </a:p>
          <a:p>
            <a:pPr marL="342900" indent="-342900" algn="just"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reports and management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Google Shape;1351;p29"/>
          <p:cNvSpPr txBox="1">
            <a:spLocks noGrp="1"/>
          </p:cNvSpPr>
          <p:nvPr>
            <p:ph type="title"/>
          </p:nvPr>
        </p:nvSpPr>
        <p:spPr>
          <a:xfrm>
            <a:off x="713225" y="2599900"/>
            <a:ext cx="3981600" cy="89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Flow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52" name="Google Shape;1352;p29"/>
          <p:cNvSpPr txBox="1">
            <a:spLocks noGrp="1"/>
          </p:cNvSpPr>
          <p:nvPr>
            <p:ph type="title" idx="2"/>
          </p:nvPr>
        </p:nvSpPr>
        <p:spPr>
          <a:xfrm>
            <a:off x="713225" y="1475500"/>
            <a:ext cx="1332600" cy="101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53" name="Google Shape;1353;p29"/>
          <p:cNvSpPr/>
          <p:nvPr/>
        </p:nvSpPr>
        <p:spPr>
          <a:xfrm>
            <a:off x="4572125" y="4297182"/>
            <a:ext cx="4717248" cy="10810"/>
          </a:xfrm>
          <a:custGeom>
            <a:avLst/>
            <a:gdLst/>
            <a:ahLst/>
            <a:cxnLst/>
            <a:rect l="l" t="t" r="r" b="b"/>
            <a:pathLst>
              <a:path w="63710" h="146" extrusionOk="0">
                <a:moveTo>
                  <a:pt x="1" y="0"/>
                </a:moveTo>
                <a:lnTo>
                  <a:pt x="1" y="146"/>
                </a:lnTo>
                <a:lnTo>
                  <a:pt x="63710" y="146"/>
                </a:lnTo>
                <a:lnTo>
                  <a:pt x="6371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54" name="Google Shape;1354;p29"/>
          <p:cNvGrpSpPr/>
          <p:nvPr/>
        </p:nvGrpSpPr>
        <p:grpSpPr>
          <a:xfrm>
            <a:off x="5288076" y="1273563"/>
            <a:ext cx="3188647" cy="3251963"/>
            <a:chOff x="5386476" y="1593719"/>
            <a:chExt cx="3188647" cy="3251963"/>
          </a:xfrm>
        </p:grpSpPr>
        <p:grpSp>
          <p:nvGrpSpPr>
            <p:cNvPr id="1355" name="Google Shape;1355;p29"/>
            <p:cNvGrpSpPr/>
            <p:nvPr/>
          </p:nvGrpSpPr>
          <p:grpSpPr>
            <a:xfrm>
              <a:off x="5386476" y="1593719"/>
              <a:ext cx="2998426" cy="2395111"/>
              <a:chOff x="5386476" y="1593719"/>
              <a:chExt cx="2998426" cy="2395111"/>
            </a:xfrm>
          </p:grpSpPr>
          <p:sp>
            <p:nvSpPr>
              <p:cNvPr id="1356" name="Google Shape;1356;p29"/>
              <p:cNvSpPr/>
              <p:nvPr/>
            </p:nvSpPr>
            <p:spPr>
              <a:xfrm>
                <a:off x="5453900" y="1593725"/>
                <a:ext cx="2898025" cy="2395105"/>
              </a:xfrm>
              <a:custGeom>
                <a:avLst/>
                <a:gdLst/>
                <a:ahLst/>
                <a:cxnLst/>
                <a:rect l="l" t="t" r="r" b="b"/>
                <a:pathLst>
                  <a:path w="20966" h="10082" extrusionOk="0">
                    <a:moveTo>
                      <a:pt x="1" y="1"/>
                    </a:moveTo>
                    <a:lnTo>
                      <a:pt x="1" y="10081"/>
                    </a:lnTo>
                    <a:lnTo>
                      <a:pt x="20965" y="10081"/>
                    </a:lnTo>
                    <a:lnTo>
                      <a:pt x="2096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Google Shape;1357;p29"/>
              <p:cNvSpPr/>
              <p:nvPr/>
            </p:nvSpPr>
            <p:spPr>
              <a:xfrm>
                <a:off x="5425776" y="2034173"/>
                <a:ext cx="2926120" cy="20141"/>
              </a:xfrm>
              <a:custGeom>
                <a:avLst/>
                <a:gdLst/>
                <a:ahLst/>
                <a:cxnLst/>
                <a:rect l="l" t="t" r="r" b="b"/>
                <a:pathLst>
                  <a:path w="20921" h="144" extrusionOk="0">
                    <a:moveTo>
                      <a:pt x="0" y="1"/>
                    </a:moveTo>
                    <a:lnTo>
                      <a:pt x="0" y="143"/>
                    </a:lnTo>
                    <a:lnTo>
                      <a:pt x="20920" y="143"/>
                    </a:lnTo>
                    <a:lnTo>
                      <a:pt x="2092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Google Shape;1358;p29"/>
              <p:cNvSpPr/>
              <p:nvPr/>
            </p:nvSpPr>
            <p:spPr>
              <a:xfrm>
                <a:off x="5425776" y="2543285"/>
                <a:ext cx="2926120" cy="20141"/>
              </a:xfrm>
              <a:custGeom>
                <a:avLst/>
                <a:gdLst/>
                <a:ahLst/>
                <a:cxnLst/>
                <a:rect l="l" t="t" r="r" b="b"/>
                <a:pathLst>
                  <a:path w="20921" h="144" extrusionOk="0">
                    <a:moveTo>
                      <a:pt x="0" y="0"/>
                    </a:moveTo>
                    <a:lnTo>
                      <a:pt x="0" y="143"/>
                    </a:lnTo>
                    <a:lnTo>
                      <a:pt x="20920" y="143"/>
                    </a:lnTo>
                    <a:lnTo>
                      <a:pt x="2092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Google Shape;1359;p29"/>
              <p:cNvSpPr/>
              <p:nvPr/>
            </p:nvSpPr>
            <p:spPr>
              <a:xfrm>
                <a:off x="5976000" y="1593719"/>
                <a:ext cx="21399" cy="2208923"/>
              </a:xfrm>
              <a:custGeom>
                <a:avLst/>
                <a:gdLst/>
                <a:ahLst/>
                <a:cxnLst/>
                <a:rect l="l" t="t" r="r" b="b"/>
                <a:pathLst>
                  <a:path w="153" h="10082" extrusionOk="0">
                    <a:moveTo>
                      <a:pt x="0" y="1"/>
                    </a:moveTo>
                    <a:lnTo>
                      <a:pt x="0" y="10081"/>
                    </a:lnTo>
                    <a:lnTo>
                      <a:pt x="152" y="10081"/>
                    </a:lnTo>
                    <a:lnTo>
                      <a:pt x="15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Google Shape;1360;p29"/>
              <p:cNvSpPr/>
              <p:nvPr/>
            </p:nvSpPr>
            <p:spPr>
              <a:xfrm>
                <a:off x="6875622" y="1593719"/>
                <a:ext cx="20141" cy="2208923"/>
              </a:xfrm>
              <a:custGeom>
                <a:avLst/>
                <a:gdLst/>
                <a:ahLst/>
                <a:cxnLst/>
                <a:rect l="l" t="t" r="r" b="b"/>
                <a:pathLst>
                  <a:path w="144" h="10082" extrusionOk="0">
                    <a:moveTo>
                      <a:pt x="0" y="1"/>
                    </a:moveTo>
                    <a:lnTo>
                      <a:pt x="0" y="10081"/>
                    </a:lnTo>
                    <a:lnTo>
                      <a:pt x="143" y="10081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29"/>
              <p:cNvSpPr/>
              <p:nvPr/>
            </p:nvSpPr>
            <p:spPr>
              <a:xfrm>
                <a:off x="7773984" y="1593719"/>
                <a:ext cx="20141" cy="2208923"/>
              </a:xfrm>
              <a:custGeom>
                <a:avLst/>
                <a:gdLst/>
                <a:ahLst/>
                <a:cxnLst/>
                <a:rect l="l" t="t" r="r" b="b"/>
                <a:pathLst>
                  <a:path w="144" h="10082" extrusionOk="0">
                    <a:moveTo>
                      <a:pt x="1" y="1"/>
                    </a:moveTo>
                    <a:lnTo>
                      <a:pt x="1" y="10081"/>
                    </a:lnTo>
                    <a:lnTo>
                      <a:pt x="143" y="10081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29"/>
              <p:cNvSpPr/>
              <p:nvPr/>
            </p:nvSpPr>
            <p:spPr>
              <a:xfrm>
                <a:off x="5386476" y="1594547"/>
                <a:ext cx="2998426" cy="62520"/>
              </a:xfrm>
              <a:custGeom>
                <a:avLst/>
                <a:gdLst/>
                <a:ahLst/>
                <a:cxnLst/>
                <a:rect l="l" t="t" r="r" b="b"/>
                <a:pathLst>
                  <a:path w="21438" h="447" extrusionOk="0">
                    <a:moveTo>
                      <a:pt x="1" y="0"/>
                    </a:moveTo>
                    <a:lnTo>
                      <a:pt x="1" y="446"/>
                    </a:lnTo>
                    <a:lnTo>
                      <a:pt x="21438" y="446"/>
                    </a:lnTo>
                    <a:lnTo>
                      <a:pt x="2143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29"/>
              <p:cNvSpPr/>
              <p:nvPr/>
            </p:nvSpPr>
            <p:spPr>
              <a:xfrm>
                <a:off x="5425776" y="3047110"/>
                <a:ext cx="2926116" cy="20141"/>
              </a:xfrm>
              <a:custGeom>
                <a:avLst/>
                <a:gdLst/>
                <a:ahLst/>
                <a:cxnLst/>
                <a:rect l="l" t="t" r="r" b="b"/>
                <a:pathLst>
                  <a:path w="20921" h="144" extrusionOk="0">
                    <a:moveTo>
                      <a:pt x="0" y="0"/>
                    </a:moveTo>
                    <a:lnTo>
                      <a:pt x="0" y="143"/>
                    </a:lnTo>
                    <a:lnTo>
                      <a:pt x="20920" y="143"/>
                    </a:lnTo>
                    <a:lnTo>
                      <a:pt x="2092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29"/>
              <p:cNvSpPr/>
              <p:nvPr/>
            </p:nvSpPr>
            <p:spPr>
              <a:xfrm>
                <a:off x="5425776" y="3543585"/>
                <a:ext cx="2926116" cy="20141"/>
              </a:xfrm>
              <a:custGeom>
                <a:avLst/>
                <a:gdLst/>
                <a:ahLst/>
                <a:cxnLst/>
                <a:rect l="l" t="t" r="r" b="b"/>
                <a:pathLst>
                  <a:path w="20921" h="144" extrusionOk="0">
                    <a:moveTo>
                      <a:pt x="0" y="0"/>
                    </a:moveTo>
                    <a:lnTo>
                      <a:pt x="0" y="143"/>
                    </a:lnTo>
                    <a:lnTo>
                      <a:pt x="20920" y="143"/>
                    </a:lnTo>
                    <a:lnTo>
                      <a:pt x="2092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65" name="Google Shape;1365;p29"/>
              <p:cNvGrpSpPr/>
              <p:nvPr/>
            </p:nvGrpSpPr>
            <p:grpSpPr>
              <a:xfrm>
                <a:off x="5427687" y="1655822"/>
                <a:ext cx="2928607" cy="2332938"/>
                <a:chOff x="5427670" y="1723702"/>
                <a:chExt cx="2928607" cy="2164337"/>
              </a:xfrm>
            </p:grpSpPr>
            <p:grpSp>
              <p:nvGrpSpPr>
                <p:cNvPr id="1366" name="Google Shape;1366;p29"/>
                <p:cNvGrpSpPr/>
                <p:nvPr/>
              </p:nvGrpSpPr>
              <p:grpSpPr>
                <a:xfrm>
                  <a:off x="5427670" y="1723702"/>
                  <a:ext cx="538182" cy="2164337"/>
                  <a:chOff x="4507845" y="2437152"/>
                  <a:chExt cx="538182" cy="2164337"/>
                </a:xfrm>
              </p:grpSpPr>
              <p:sp>
                <p:nvSpPr>
                  <p:cNvPr id="1367" name="Google Shape;1367;p29"/>
                  <p:cNvSpPr/>
                  <p:nvPr/>
                </p:nvSpPr>
                <p:spPr>
                  <a:xfrm>
                    <a:off x="4507845" y="2437152"/>
                    <a:ext cx="538182" cy="21609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49" h="38342" extrusionOk="0">
                        <a:moveTo>
                          <a:pt x="0" y="0"/>
                        </a:moveTo>
                        <a:lnTo>
                          <a:pt x="0" y="38342"/>
                        </a:lnTo>
                        <a:lnTo>
                          <a:pt x="9548" y="38342"/>
                        </a:lnTo>
                        <a:lnTo>
                          <a:pt x="9548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68" name="Google Shape;1368;p29"/>
                  <p:cNvSpPr/>
                  <p:nvPr/>
                </p:nvSpPr>
                <p:spPr>
                  <a:xfrm>
                    <a:off x="4570123" y="2450171"/>
                    <a:ext cx="26602" cy="21513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2" h="38171" extrusionOk="0">
                        <a:moveTo>
                          <a:pt x="0" y="0"/>
                        </a:moveTo>
                        <a:lnTo>
                          <a:pt x="0" y="38171"/>
                        </a:lnTo>
                        <a:lnTo>
                          <a:pt x="471" y="38171"/>
                        </a:lnTo>
                        <a:lnTo>
                          <a:pt x="471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69" name="Google Shape;1369;p29"/>
                  <p:cNvSpPr/>
                  <p:nvPr/>
                </p:nvSpPr>
                <p:spPr>
                  <a:xfrm>
                    <a:off x="4698792" y="2450171"/>
                    <a:ext cx="26827" cy="21513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6" h="38171" extrusionOk="0">
                        <a:moveTo>
                          <a:pt x="0" y="0"/>
                        </a:moveTo>
                        <a:lnTo>
                          <a:pt x="0" y="38171"/>
                        </a:lnTo>
                        <a:lnTo>
                          <a:pt x="476" y="38171"/>
                        </a:lnTo>
                        <a:lnTo>
                          <a:pt x="476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70" name="Google Shape;1370;p29"/>
                  <p:cNvSpPr/>
                  <p:nvPr/>
                </p:nvSpPr>
                <p:spPr>
                  <a:xfrm>
                    <a:off x="4827461" y="2450171"/>
                    <a:ext cx="26827" cy="21513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6" h="38171" extrusionOk="0">
                        <a:moveTo>
                          <a:pt x="0" y="0"/>
                        </a:moveTo>
                        <a:lnTo>
                          <a:pt x="0" y="38171"/>
                        </a:lnTo>
                        <a:lnTo>
                          <a:pt x="476" y="38171"/>
                        </a:lnTo>
                        <a:lnTo>
                          <a:pt x="476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71" name="Google Shape;1371;p29"/>
                  <p:cNvSpPr/>
                  <p:nvPr/>
                </p:nvSpPr>
                <p:spPr>
                  <a:xfrm>
                    <a:off x="4956130" y="2450171"/>
                    <a:ext cx="26884" cy="21513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7" h="38171" extrusionOk="0">
                        <a:moveTo>
                          <a:pt x="1" y="0"/>
                        </a:moveTo>
                        <a:lnTo>
                          <a:pt x="1" y="38171"/>
                        </a:lnTo>
                        <a:lnTo>
                          <a:pt x="476" y="38171"/>
                        </a:lnTo>
                        <a:lnTo>
                          <a:pt x="476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372" name="Google Shape;1372;p29"/>
                <p:cNvGrpSpPr/>
                <p:nvPr/>
              </p:nvGrpSpPr>
              <p:grpSpPr>
                <a:xfrm>
                  <a:off x="7818095" y="1723702"/>
                  <a:ext cx="538182" cy="2164337"/>
                  <a:chOff x="4507845" y="2437152"/>
                  <a:chExt cx="538182" cy="2164337"/>
                </a:xfrm>
              </p:grpSpPr>
              <p:sp>
                <p:nvSpPr>
                  <p:cNvPr id="1373" name="Google Shape;1373;p29"/>
                  <p:cNvSpPr/>
                  <p:nvPr/>
                </p:nvSpPr>
                <p:spPr>
                  <a:xfrm>
                    <a:off x="4507845" y="2437152"/>
                    <a:ext cx="538182" cy="21609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49" h="38342" extrusionOk="0">
                        <a:moveTo>
                          <a:pt x="0" y="0"/>
                        </a:moveTo>
                        <a:lnTo>
                          <a:pt x="0" y="38342"/>
                        </a:lnTo>
                        <a:lnTo>
                          <a:pt x="9548" y="38342"/>
                        </a:lnTo>
                        <a:lnTo>
                          <a:pt x="9548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74" name="Google Shape;1374;p29"/>
                  <p:cNvSpPr/>
                  <p:nvPr/>
                </p:nvSpPr>
                <p:spPr>
                  <a:xfrm>
                    <a:off x="4570123" y="2450171"/>
                    <a:ext cx="26602" cy="21513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2" h="38171" extrusionOk="0">
                        <a:moveTo>
                          <a:pt x="0" y="0"/>
                        </a:moveTo>
                        <a:lnTo>
                          <a:pt x="0" y="38171"/>
                        </a:lnTo>
                        <a:lnTo>
                          <a:pt x="471" y="38171"/>
                        </a:lnTo>
                        <a:lnTo>
                          <a:pt x="471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75" name="Google Shape;1375;p29"/>
                  <p:cNvSpPr/>
                  <p:nvPr/>
                </p:nvSpPr>
                <p:spPr>
                  <a:xfrm>
                    <a:off x="4698792" y="2450171"/>
                    <a:ext cx="26827" cy="21513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6" h="38171" extrusionOk="0">
                        <a:moveTo>
                          <a:pt x="0" y="0"/>
                        </a:moveTo>
                        <a:lnTo>
                          <a:pt x="0" y="38171"/>
                        </a:lnTo>
                        <a:lnTo>
                          <a:pt x="476" y="38171"/>
                        </a:lnTo>
                        <a:lnTo>
                          <a:pt x="476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76" name="Google Shape;1376;p29"/>
                  <p:cNvSpPr/>
                  <p:nvPr/>
                </p:nvSpPr>
                <p:spPr>
                  <a:xfrm>
                    <a:off x="4827461" y="2450171"/>
                    <a:ext cx="26827" cy="21513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6" h="38171" extrusionOk="0">
                        <a:moveTo>
                          <a:pt x="0" y="0"/>
                        </a:moveTo>
                        <a:lnTo>
                          <a:pt x="0" y="38171"/>
                        </a:lnTo>
                        <a:lnTo>
                          <a:pt x="476" y="38171"/>
                        </a:lnTo>
                        <a:lnTo>
                          <a:pt x="476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77" name="Google Shape;1377;p29"/>
                  <p:cNvSpPr/>
                  <p:nvPr/>
                </p:nvSpPr>
                <p:spPr>
                  <a:xfrm>
                    <a:off x="4956130" y="2450171"/>
                    <a:ext cx="26884" cy="21513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7" h="38171" extrusionOk="0">
                        <a:moveTo>
                          <a:pt x="1" y="0"/>
                        </a:moveTo>
                        <a:lnTo>
                          <a:pt x="1" y="38171"/>
                        </a:lnTo>
                        <a:lnTo>
                          <a:pt x="476" y="38171"/>
                        </a:lnTo>
                        <a:lnTo>
                          <a:pt x="476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1378" name="Google Shape;1378;p29"/>
            <p:cNvGrpSpPr/>
            <p:nvPr/>
          </p:nvGrpSpPr>
          <p:grpSpPr>
            <a:xfrm>
              <a:off x="5410606" y="3268879"/>
              <a:ext cx="1140912" cy="1324320"/>
              <a:chOff x="5294125" y="884300"/>
              <a:chExt cx="399675" cy="463925"/>
            </a:xfrm>
          </p:grpSpPr>
          <p:sp>
            <p:nvSpPr>
              <p:cNvPr id="1379" name="Google Shape;1379;p29"/>
              <p:cNvSpPr/>
              <p:nvPr/>
            </p:nvSpPr>
            <p:spPr>
              <a:xfrm>
                <a:off x="5472100" y="901250"/>
                <a:ext cx="6950" cy="170200"/>
              </a:xfrm>
              <a:custGeom>
                <a:avLst/>
                <a:gdLst/>
                <a:ahLst/>
                <a:cxnLst/>
                <a:rect l="l" t="t" r="r" b="b"/>
                <a:pathLst>
                  <a:path w="278" h="6808" extrusionOk="0">
                    <a:moveTo>
                      <a:pt x="0" y="0"/>
                    </a:moveTo>
                    <a:lnTo>
                      <a:pt x="0" y="6807"/>
                    </a:lnTo>
                    <a:lnTo>
                      <a:pt x="277" y="6807"/>
                    </a:lnTo>
                    <a:lnTo>
                      <a:pt x="27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Google Shape;1380;p29"/>
              <p:cNvSpPr/>
              <p:nvPr/>
            </p:nvSpPr>
            <p:spPr>
              <a:xfrm>
                <a:off x="5412550" y="884300"/>
                <a:ext cx="126025" cy="80750"/>
              </a:xfrm>
              <a:custGeom>
                <a:avLst/>
                <a:gdLst/>
                <a:ahLst/>
                <a:cxnLst/>
                <a:rect l="l" t="t" r="r" b="b"/>
                <a:pathLst>
                  <a:path w="5041" h="3230" extrusionOk="0">
                    <a:moveTo>
                      <a:pt x="1044" y="0"/>
                    </a:moveTo>
                    <a:lnTo>
                      <a:pt x="1" y="3230"/>
                    </a:lnTo>
                    <a:lnTo>
                      <a:pt x="5041" y="3230"/>
                    </a:lnTo>
                    <a:lnTo>
                      <a:pt x="39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Google Shape;1381;p29"/>
              <p:cNvSpPr/>
              <p:nvPr/>
            </p:nvSpPr>
            <p:spPr>
              <a:xfrm>
                <a:off x="5378875" y="1055800"/>
                <a:ext cx="148325" cy="39950"/>
              </a:xfrm>
              <a:custGeom>
                <a:avLst/>
                <a:gdLst/>
                <a:ahLst/>
                <a:cxnLst/>
                <a:rect l="l" t="t" r="r" b="b"/>
                <a:pathLst>
                  <a:path w="5933" h="1598" extrusionOk="0">
                    <a:moveTo>
                      <a:pt x="0" y="1"/>
                    </a:moveTo>
                    <a:lnTo>
                      <a:pt x="0" y="1597"/>
                    </a:lnTo>
                    <a:lnTo>
                      <a:pt x="5933" y="1597"/>
                    </a:lnTo>
                    <a:lnTo>
                      <a:pt x="593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Google Shape;1382;p29"/>
              <p:cNvSpPr/>
              <p:nvPr/>
            </p:nvSpPr>
            <p:spPr>
              <a:xfrm>
                <a:off x="5492850" y="1055800"/>
                <a:ext cx="17200" cy="39950"/>
              </a:xfrm>
              <a:custGeom>
                <a:avLst/>
                <a:gdLst/>
                <a:ahLst/>
                <a:cxnLst/>
                <a:rect l="l" t="t" r="r" b="b"/>
                <a:pathLst>
                  <a:path w="688" h="1598" extrusionOk="0">
                    <a:moveTo>
                      <a:pt x="0" y="1"/>
                    </a:moveTo>
                    <a:lnTo>
                      <a:pt x="0" y="1597"/>
                    </a:lnTo>
                    <a:lnTo>
                      <a:pt x="687" y="1597"/>
                    </a:lnTo>
                    <a:lnTo>
                      <a:pt x="68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Google Shape;1383;p29"/>
              <p:cNvSpPr/>
              <p:nvPr/>
            </p:nvSpPr>
            <p:spPr>
              <a:xfrm>
                <a:off x="5390250" y="1095725"/>
                <a:ext cx="153700" cy="31025"/>
              </a:xfrm>
              <a:custGeom>
                <a:avLst/>
                <a:gdLst/>
                <a:ahLst/>
                <a:cxnLst/>
                <a:rect l="l" t="t" r="r" b="b"/>
                <a:pathLst>
                  <a:path w="6148" h="1241" extrusionOk="0">
                    <a:moveTo>
                      <a:pt x="0" y="0"/>
                    </a:moveTo>
                    <a:lnTo>
                      <a:pt x="0" y="1241"/>
                    </a:lnTo>
                    <a:lnTo>
                      <a:pt x="6147" y="1241"/>
                    </a:lnTo>
                    <a:lnTo>
                      <a:pt x="614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Google Shape;1384;p29"/>
              <p:cNvSpPr/>
              <p:nvPr/>
            </p:nvSpPr>
            <p:spPr>
              <a:xfrm>
                <a:off x="5406525" y="1095725"/>
                <a:ext cx="14750" cy="31025"/>
              </a:xfrm>
              <a:custGeom>
                <a:avLst/>
                <a:gdLst/>
                <a:ahLst/>
                <a:cxnLst/>
                <a:rect l="l" t="t" r="r" b="b"/>
                <a:pathLst>
                  <a:path w="590" h="1241" extrusionOk="0">
                    <a:moveTo>
                      <a:pt x="1" y="0"/>
                    </a:moveTo>
                    <a:lnTo>
                      <a:pt x="1" y="1241"/>
                    </a:lnTo>
                    <a:lnTo>
                      <a:pt x="589" y="1241"/>
                    </a:lnTo>
                    <a:lnTo>
                      <a:pt x="58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Google Shape;1385;p29"/>
              <p:cNvSpPr/>
              <p:nvPr/>
            </p:nvSpPr>
            <p:spPr>
              <a:xfrm>
                <a:off x="5428600" y="1095725"/>
                <a:ext cx="10300" cy="31025"/>
              </a:xfrm>
              <a:custGeom>
                <a:avLst/>
                <a:gdLst/>
                <a:ahLst/>
                <a:cxnLst/>
                <a:rect l="l" t="t" r="r" b="b"/>
                <a:pathLst>
                  <a:path w="412" h="1241" extrusionOk="0">
                    <a:moveTo>
                      <a:pt x="1" y="0"/>
                    </a:moveTo>
                    <a:lnTo>
                      <a:pt x="1" y="1241"/>
                    </a:lnTo>
                    <a:lnTo>
                      <a:pt x="411" y="1241"/>
                    </a:lnTo>
                    <a:lnTo>
                      <a:pt x="41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Google Shape;1386;p29"/>
              <p:cNvSpPr/>
              <p:nvPr/>
            </p:nvSpPr>
            <p:spPr>
              <a:xfrm>
                <a:off x="5299700" y="1138550"/>
                <a:ext cx="53100" cy="209675"/>
              </a:xfrm>
              <a:custGeom>
                <a:avLst/>
                <a:gdLst/>
                <a:ahLst/>
                <a:cxnLst/>
                <a:rect l="l" t="t" r="r" b="b"/>
                <a:pathLst>
                  <a:path w="2124" h="8387" extrusionOk="0">
                    <a:moveTo>
                      <a:pt x="866" y="0"/>
                    </a:moveTo>
                    <a:lnTo>
                      <a:pt x="9" y="8110"/>
                    </a:lnTo>
                    <a:cubicBezTo>
                      <a:pt x="1" y="8181"/>
                      <a:pt x="18" y="8252"/>
                      <a:pt x="63" y="8306"/>
                    </a:cubicBezTo>
                    <a:cubicBezTo>
                      <a:pt x="108" y="8359"/>
                      <a:pt x="179" y="8386"/>
                      <a:pt x="250" y="8386"/>
                    </a:cubicBezTo>
                    <a:cubicBezTo>
                      <a:pt x="357" y="8386"/>
                      <a:pt x="455" y="8315"/>
                      <a:pt x="482" y="8199"/>
                    </a:cubicBezTo>
                    <a:lnTo>
                      <a:pt x="2124" y="27"/>
                    </a:lnTo>
                    <a:lnTo>
                      <a:pt x="1981" y="0"/>
                    </a:lnTo>
                    <a:lnTo>
                      <a:pt x="340" y="8172"/>
                    </a:lnTo>
                    <a:cubicBezTo>
                      <a:pt x="328" y="8211"/>
                      <a:pt x="285" y="8236"/>
                      <a:pt x="244" y="8236"/>
                    </a:cubicBezTo>
                    <a:cubicBezTo>
                      <a:pt x="219" y="8236"/>
                      <a:pt x="196" y="8228"/>
                      <a:pt x="179" y="8208"/>
                    </a:cubicBezTo>
                    <a:cubicBezTo>
                      <a:pt x="161" y="8190"/>
                      <a:pt x="152" y="8163"/>
                      <a:pt x="161" y="8127"/>
                    </a:cubicBezTo>
                    <a:lnTo>
                      <a:pt x="1018" y="18"/>
                    </a:lnTo>
                    <a:lnTo>
                      <a:pt x="86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Google Shape;1387;p29"/>
              <p:cNvSpPr/>
              <p:nvPr/>
            </p:nvSpPr>
            <p:spPr>
              <a:xfrm>
                <a:off x="5634900" y="1138550"/>
                <a:ext cx="53125" cy="209675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8387" extrusionOk="0">
                    <a:moveTo>
                      <a:pt x="144" y="0"/>
                    </a:moveTo>
                    <a:lnTo>
                      <a:pt x="1" y="27"/>
                    </a:lnTo>
                    <a:lnTo>
                      <a:pt x="1642" y="8208"/>
                    </a:lnTo>
                    <a:cubicBezTo>
                      <a:pt x="1669" y="8315"/>
                      <a:pt x="1767" y="8386"/>
                      <a:pt x="1874" y="8386"/>
                    </a:cubicBezTo>
                    <a:cubicBezTo>
                      <a:pt x="1946" y="8386"/>
                      <a:pt x="2017" y="8359"/>
                      <a:pt x="2062" y="8306"/>
                    </a:cubicBezTo>
                    <a:cubicBezTo>
                      <a:pt x="2106" y="8252"/>
                      <a:pt x="2124" y="8181"/>
                      <a:pt x="2115" y="8110"/>
                    </a:cubicBezTo>
                    <a:lnTo>
                      <a:pt x="1259" y="0"/>
                    </a:lnTo>
                    <a:lnTo>
                      <a:pt x="1116" y="18"/>
                    </a:lnTo>
                    <a:lnTo>
                      <a:pt x="1972" y="8136"/>
                    </a:lnTo>
                    <a:cubicBezTo>
                      <a:pt x="1972" y="8163"/>
                      <a:pt x="1963" y="8190"/>
                      <a:pt x="1946" y="8208"/>
                    </a:cubicBezTo>
                    <a:cubicBezTo>
                      <a:pt x="1929" y="8228"/>
                      <a:pt x="1905" y="8236"/>
                      <a:pt x="1881" y="8236"/>
                    </a:cubicBezTo>
                    <a:cubicBezTo>
                      <a:pt x="1840" y="8236"/>
                      <a:pt x="1800" y="8211"/>
                      <a:pt x="1794" y="8172"/>
                    </a:cubicBezTo>
                    <a:lnTo>
                      <a:pt x="14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Google Shape;1388;p29"/>
              <p:cNvSpPr/>
              <p:nvPr/>
            </p:nvSpPr>
            <p:spPr>
              <a:xfrm>
                <a:off x="5294125" y="1126725"/>
                <a:ext cx="399675" cy="16300"/>
              </a:xfrm>
              <a:custGeom>
                <a:avLst/>
                <a:gdLst/>
                <a:ahLst/>
                <a:cxnLst/>
                <a:rect l="l" t="t" r="r" b="b"/>
                <a:pathLst>
                  <a:path w="15987" h="652" extrusionOk="0">
                    <a:moveTo>
                      <a:pt x="0" y="1"/>
                    </a:moveTo>
                    <a:lnTo>
                      <a:pt x="0" y="652"/>
                    </a:lnTo>
                    <a:lnTo>
                      <a:pt x="15987" y="652"/>
                    </a:lnTo>
                    <a:lnTo>
                      <a:pt x="1598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Google Shape;1389;p29"/>
              <p:cNvSpPr/>
              <p:nvPr/>
            </p:nvSpPr>
            <p:spPr>
              <a:xfrm>
                <a:off x="5313750" y="1065175"/>
                <a:ext cx="47525" cy="57775"/>
              </a:xfrm>
              <a:custGeom>
                <a:avLst/>
                <a:gdLst/>
                <a:ahLst/>
                <a:cxnLst/>
                <a:rect l="l" t="t" r="r" b="b"/>
                <a:pathLst>
                  <a:path w="1901" h="2311" extrusionOk="0">
                    <a:moveTo>
                      <a:pt x="1892" y="0"/>
                    </a:moveTo>
                    <a:lnTo>
                      <a:pt x="1" y="9"/>
                    </a:lnTo>
                    <a:lnTo>
                      <a:pt x="9" y="1651"/>
                    </a:lnTo>
                    <a:cubicBezTo>
                      <a:pt x="9" y="2016"/>
                      <a:pt x="313" y="2311"/>
                      <a:pt x="679" y="2311"/>
                    </a:cubicBezTo>
                    <a:lnTo>
                      <a:pt x="1241" y="2311"/>
                    </a:lnTo>
                    <a:cubicBezTo>
                      <a:pt x="1606" y="2302"/>
                      <a:pt x="1901" y="2008"/>
                      <a:pt x="1901" y="1642"/>
                    </a:cubicBezTo>
                    <a:lnTo>
                      <a:pt x="189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Google Shape;1390;p29"/>
              <p:cNvSpPr/>
              <p:nvPr/>
            </p:nvSpPr>
            <p:spPr>
              <a:xfrm>
                <a:off x="5326025" y="1120250"/>
                <a:ext cx="23000" cy="6500"/>
              </a:xfrm>
              <a:custGeom>
                <a:avLst/>
                <a:gdLst/>
                <a:ahLst/>
                <a:cxnLst/>
                <a:rect l="l" t="t" r="r" b="b"/>
                <a:pathLst>
                  <a:path w="920" h="260" extrusionOk="0">
                    <a:moveTo>
                      <a:pt x="0" y="1"/>
                    </a:moveTo>
                    <a:lnTo>
                      <a:pt x="0" y="260"/>
                    </a:lnTo>
                    <a:lnTo>
                      <a:pt x="919" y="260"/>
                    </a:lnTo>
                    <a:lnTo>
                      <a:pt x="91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Google Shape;1391;p29"/>
              <p:cNvSpPr/>
              <p:nvPr/>
            </p:nvSpPr>
            <p:spPr>
              <a:xfrm>
                <a:off x="5297250" y="1072300"/>
                <a:ext cx="40400" cy="43525"/>
              </a:xfrm>
              <a:custGeom>
                <a:avLst/>
                <a:gdLst/>
                <a:ahLst/>
                <a:cxnLst/>
                <a:rect l="l" t="t" r="r" b="b"/>
                <a:pathLst>
                  <a:path w="1616" h="1741" extrusionOk="0">
                    <a:moveTo>
                      <a:pt x="1312" y="295"/>
                    </a:moveTo>
                    <a:lnTo>
                      <a:pt x="1312" y="1446"/>
                    </a:lnTo>
                    <a:lnTo>
                      <a:pt x="509" y="1446"/>
                    </a:lnTo>
                    <a:cubicBezTo>
                      <a:pt x="393" y="1446"/>
                      <a:pt x="304" y="1348"/>
                      <a:pt x="304" y="1241"/>
                    </a:cubicBezTo>
                    <a:lnTo>
                      <a:pt x="304" y="509"/>
                    </a:lnTo>
                    <a:cubicBezTo>
                      <a:pt x="304" y="393"/>
                      <a:pt x="393" y="295"/>
                      <a:pt x="509" y="295"/>
                    </a:cubicBezTo>
                    <a:close/>
                    <a:moveTo>
                      <a:pt x="509" y="1"/>
                    </a:moveTo>
                    <a:cubicBezTo>
                      <a:pt x="232" y="1"/>
                      <a:pt x="0" y="224"/>
                      <a:pt x="0" y="509"/>
                    </a:cubicBezTo>
                    <a:lnTo>
                      <a:pt x="0" y="1241"/>
                    </a:lnTo>
                    <a:cubicBezTo>
                      <a:pt x="0" y="1517"/>
                      <a:pt x="232" y="1740"/>
                      <a:pt x="509" y="1740"/>
                    </a:cubicBezTo>
                    <a:lnTo>
                      <a:pt x="1615" y="1740"/>
                    </a:lnTo>
                    <a:lnTo>
                      <a:pt x="1615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92" name="Google Shape;1392;p29"/>
            <p:cNvGrpSpPr/>
            <p:nvPr/>
          </p:nvGrpSpPr>
          <p:grpSpPr>
            <a:xfrm>
              <a:off x="7565804" y="2778051"/>
              <a:ext cx="1009319" cy="1816776"/>
              <a:chOff x="7062459" y="2881725"/>
              <a:chExt cx="854414" cy="1537946"/>
            </a:xfrm>
          </p:grpSpPr>
          <p:sp>
            <p:nvSpPr>
              <p:cNvPr id="1393" name="Google Shape;1393;p29"/>
              <p:cNvSpPr/>
              <p:nvPr/>
            </p:nvSpPr>
            <p:spPr>
              <a:xfrm>
                <a:off x="7062459" y="3466939"/>
                <a:ext cx="308804" cy="291378"/>
              </a:xfrm>
              <a:custGeom>
                <a:avLst/>
                <a:gdLst/>
                <a:ahLst/>
                <a:cxnLst/>
                <a:rect l="l" t="t" r="r" b="b"/>
                <a:pathLst>
                  <a:path w="4640" h="4378" extrusionOk="0">
                    <a:moveTo>
                      <a:pt x="1133" y="1"/>
                    </a:moveTo>
                    <a:cubicBezTo>
                      <a:pt x="895" y="1"/>
                      <a:pt x="653" y="48"/>
                      <a:pt x="455" y="192"/>
                    </a:cubicBezTo>
                    <a:cubicBezTo>
                      <a:pt x="152" y="415"/>
                      <a:pt x="36" y="826"/>
                      <a:pt x="18" y="1209"/>
                    </a:cubicBezTo>
                    <a:cubicBezTo>
                      <a:pt x="0" y="1540"/>
                      <a:pt x="45" y="1887"/>
                      <a:pt x="170" y="2200"/>
                    </a:cubicBezTo>
                    <a:cubicBezTo>
                      <a:pt x="500" y="3029"/>
                      <a:pt x="1401" y="4037"/>
                      <a:pt x="2284" y="4296"/>
                    </a:cubicBezTo>
                    <a:cubicBezTo>
                      <a:pt x="2471" y="4353"/>
                      <a:pt x="2664" y="4378"/>
                      <a:pt x="2857" y="4378"/>
                    </a:cubicBezTo>
                    <a:cubicBezTo>
                      <a:pt x="3329" y="4378"/>
                      <a:pt x="3808" y="4232"/>
                      <a:pt x="4238" y="4055"/>
                    </a:cubicBezTo>
                    <a:cubicBezTo>
                      <a:pt x="4639" y="3547"/>
                      <a:pt x="4639" y="2806"/>
                      <a:pt x="4363" y="2209"/>
                    </a:cubicBezTo>
                    <a:cubicBezTo>
                      <a:pt x="4095" y="1620"/>
                      <a:pt x="3604" y="1165"/>
                      <a:pt x="3078" y="781"/>
                    </a:cubicBezTo>
                    <a:cubicBezTo>
                      <a:pt x="2534" y="389"/>
                      <a:pt x="1927" y="50"/>
                      <a:pt x="1258" y="5"/>
                    </a:cubicBezTo>
                    <a:cubicBezTo>
                      <a:pt x="1217" y="2"/>
                      <a:pt x="1175" y="1"/>
                      <a:pt x="113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Google Shape;1394;p29"/>
              <p:cNvSpPr/>
              <p:nvPr/>
            </p:nvSpPr>
            <p:spPr>
              <a:xfrm>
                <a:off x="7574258" y="3216162"/>
                <a:ext cx="291567" cy="377034"/>
              </a:xfrm>
              <a:custGeom>
                <a:avLst/>
                <a:gdLst/>
                <a:ahLst/>
                <a:cxnLst/>
                <a:rect l="l" t="t" r="r" b="b"/>
                <a:pathLst>
                  <a:path w="4381" h="5665" extrusionOk="0">
                    <a:moveTo>
                      <a:pt x="2908" y="1"/>
                    </a:moveTo>
                    <a:cubicBezTo>
                      <a:pt x="2556" y="1"/>
                      <a:pt x="2195" y="139"/>
                      <a:pt x="1909" y="347"/>
                    </a:cubicBezTo>
                    <a:cubicBezTo>
                      <a:pt x="910" y="1079"/>
                      <a:pt x="250" y="2355"/>
                      <a:pt x="98" y="3541"/>
                    </a:cubicBezTo>
                    <a:cubicBezTo>
                      <a:pt x="0" y="4317"/>
                      <a:pt x="223" y="5165"/>
                      <a:pt x="839" y="5655"/>
                    </a:cubicBezTo>
                    <a:cubicBezTo>
                      <a:pt x="895" y="5661"/>
                      <a:pt x="950" y="5664"/>
                      <a:pt x="1005" y="5664"/>
                    </a:cubicBezTo>
                    <a:cubicBezTo>
                      <a:pt x="1596" y="5664"/>
                      <a:pt x="2118" y="5323"/>
                      <a:pt x="2543" y="4915"/>
                    </a:cubicBezTo>
                    <a:cubicBezTo>
                      <a:pt x="3301" y="4175"/>
                      <a:pt x="4050" y="3256"/>
                      <a:pt x="4238" y="2194"/>
                    </a:cubicBezTo>
                    <a:cubicBezTo>
                      <a:pt x="4381" y="1382"/>
                      <a:pt x="4122" y="276"/>
                      <a:pt x="3203" y="35"/>
                    </a:cubicBezTo>
                    <a:cubicBezTo>
                      <a:pt x="3107" y="12"/>
                      <a:pt x="3008" y="1"/>
                      <a:pt x="290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Google Shape;1395;p29"/>
              <p:cNvSpPr/>
              <p:nvPr/>
            </p:nvSpPr>
            <p:spPr>
              <a:xfrm>
                <a:off x="7450734" y="2881725"/>
                <a:ext cx="304078" cy="436068"/>
              </a:xfrm>
              <a:custGeom>
                <a:avLst/>
                <a:gdLst/>
                <a:ahLst/>
                <a:cxnLst/>
                <a:rect l="l" t="t" r="r" b="b"/>
                <a:pathLst>
                  <a:path w="4569" h="6552" extrusionOk="0">
                    <a:moveTo>
                      <a:pt x="3276" y="1"/>
                    </a:moveTo>
                    <a:cubicBezTo>
                      <a:pt x="3070" y="1"/>
                      <a:pt x="2857" y="45"/>
                      <a:pt x="2668" y="118"/>
                    </a:cubicBezTo>
                    <a:cubicBezTo>
                      <a:pt x="1856" y="448"/>
                      <a:pt x="1116" y="1215"/>
                      <a:pt x="723" y="1911"/>
                    </a:cubicBezTo>
                    <a:cubicBezTo>
                      <a:pt x="1" y="3205"/>
                      <a:pt x="45" y="4784"/>
                      <a:pt x="652" y="6042"/>
                    </a:cubicBezTo>
                    <a:cubicBezTo>
                      <a:pt x="759" y="6265"/>
                      <a:pt x="1098" y="6479"/>
                      <a:pt x="1357" y="6550"/>
                    </a:cubicBezTo>
                    <a:cubicBezTo>
                      <a:pt x="1382" y="6551"/>
                      <a:pt x="1408" y="6551"/>
                      <a:pt x="1433" y="6551"/>
                    </a:cubicBezTo>
                    <a:cubicBezTo>
                      <a:pt x="2072" y="6551"/>
                      <a:pt x="2544" y="6336"/>
                      <a:pt x="2802" y="6104"/>
                    </a:cubicBezTo>
                    <a:cubicBezTo>
                      <a:pt x="2927" y="5997"/>
                      <a:pt x="3043" y="5881"/>
                      <a:pt x="3150" y="5756"/>
                    </a:cubicBezTo>
                    <a:cubicBezTo>
                      <a:pt x="3864" y="4971"/>
                      <a:pt x="4310" y="3999"/>
                      <a:pt x="4470" y="3008"/>
                    </a:cubicBezTo>
                    <a:cubicBezTo>
                      <a:pt x="4559" y="2518"/>
                      <a:pt x="4568" y="2009"/>
                      <a:pt x="4488" y="1519"/>
                    </a:cubicBezTo>
                    <a:cubicBezTo>
                      <a:pt x="4417" y="1073"/>
                      <a:pt x="4310" y="457"/>
                      <a:pt x="3881" y="172"/>
                    </a:cubicBezTo>
                    <a:cubicBezTo>
                      <a:pt x="3711" y="51"/>
                      <a:pt x="3497" y="1"/>
                      <a:pt x="327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Google Shape;1396;p29"/>
              <p:cNvSpPr/>
              <p:nvPr/>
            </p:nvSpPr>
            <p:spPr>
              <a:xfrm>
                <a:off x="7662709" y="3522978"/>
                <a:ext cx="254164" cy="221761"/>
              </a:xfrm>
              <a:custGeom>
                <a:avLst/>
                <a:gdLst/>
                <a:ahLst/>
                <a:cxnLst/>
                <a:rect l="l" t="t" r="r" b="b"/>
                <a:pathLst>
                  <a:path w="3819" h="3332" extrusionOk="0">
                    <a:moveTo>
                      <a:pt x="2849" y="0"/>
                    </a:moveTo>
                    <a:cubicBezTo>
                      <a:pt x="2416" y="0"/>
                      <a:pt x="1937" y="147"/>
                      <a:pt x="1580" y="341"/>
                    </a:cubicBezTo>
                    <a:cubicBezTo>
                      <a:pt x="768" y="796"/>
                      <a:pt x="206" y="1670"/>
                      <a:pt x="36" y="2562"/>
                    </a:cubicBezTo>
                    <a:cubicBezTo>
                      <a:pt x="1" y="2714"/>
                      <a:pt x="81" y="2946"/>
                      <a:pt x="179" y="3071"/>
                    </a:cubicBezTo>
                    <a:cubicBezTo>
                      <a:pt x="438" y="3264"/>
                      <a:pt x="696" y="3331"/>
                      <a:pt x="899" y="3331"/>
                    </a:cubicBezTo>
                    <a:cubicBezTo>
                      <a:pt x="948" y="3331"/>
                      <a:pt x="994" y="3327"/>
                      <a:pt x="1035" y="3320"/>
                    </a:cubicBezTo>
                    <a:cubicBezTo>
                      <a:pt x="1133" y="3302"/>
                      <a:pt x="1232" y="3276"/>
                      <a:pt x="1321" y="3249"/>
                    </a:cubicBezTo>
                    <a:cubicBezTo>
                      <a:pt x="1954" y="3062"/>
                      <a:pt x="2525" y="2678"/>
                      <a:pt x="2962" y="2196"/>
                    </a:cubicBezTo>
                    <a:cubicBezTo>
                      <a:pt x="3185" y="1964"/>
                      <a:pt x="3373" y="1688"/>
                      <a:pt x="3515" y="1402"/>
                    </a:cubicBezTo>
                    <a:cubicBezTo>
                      <a:pt x="3649" y="1135"/>
                      <a:pt x="3819" y="760"/>
                      <a:pt x="3721" y="466"/>
                    </a:cubicBezTo>
                    <a:cubicBezTo>
                      <a:pt x="3649" y="225"/>
                      <a:pt x="3408" y="73"/>
                      <a:pt x="3159" y="28"/>
                    </a:cubicBezTo>
                    <a:cubicBezTo>
                      <a:pt x="3060" y="9"/>
                      <a:pt x="2956" y="0"/>
                      <a:pt x="284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Google Shape;1397;p29"/>
              <p:cNvSpPr/>
              <p:nvPr/>
            </p:nvSpPr>
            <p:spPr>
              <a:xfrm>
                <a:off x="7119429" y="3126845"/>
                <a:ext cx="328437" cy="353873"/>
              </a:xfrm>
              <a:custGeom>
                <a:avLst/>
                <a:gdLst/>
                <a:ahLst/>
                <a:cxnLst/>
                <a:rect l="l" t="t" r="r" b="b"/>
                <a:pathLst>
                  <a:path w="4935" h="5317" extrusionOk="0">
                    <a:moveTo>
                      <a:pt x="1509" y="0"/>
                    </a:moveTo>
                    <a:cubicBezTo>
                      <a:pt x="1046" y="0"/>
                      <a:pt x="605" y="152"/>
                      <a:pt x="304" y="539"/>
                    </a:cubicBezTo>
                    <a:cubicBezTo>
                      <a:pt x="1" y="940"/>
                      <a:pt x="81" y="1520"/>
                      <a:pt x="242" y="2002"/>
                    </a:cubicBezTo>
                    <a:cubicBezTo>
                      <a:pt x="652" y="3206"/>
                      <a:pt x="1482" y="4268"/>
                      <a:pt x="2570" y="4955"/>
                    </a:cubicBezTo>
                    <a:cubicBezTo>
                      <a:pt x="2894" y="5160"/>
                      <a:pt x="3306" y="5316"/>
                      <a:pt x="3695" y="5316"/>
                    </a:cubicBezTo>
                    <a:cubicBezTo>
                      <a:pt x="4067" y="5316"/>
                      <a:pt x="4418" y="5173"/>
                      <a:pt x="4649" y="4794"/>
                    </a:cubicBezTo>
                    <a:cubicBezTo>
                      <a:pt x="4934" y="4312"/>
                      <a:pt x="4738" y="3554"/>
                      <a:pt x="4622" y="3037"/>
                    </a:cubicBezTo>
                    <a:cubicBezTo>
                      <a:pt x="4488" y="2430"/>
                      <a:pt x="4256" y="1841"/>
                      <a:pt x="3899" y="1342"/>
                    </a:cubicBezTo>
                    <a:cubicBezTo>
                      <a:pt x="3667" y="1011"/>
                      <a:pt x="3382" y="717"/>
                      <a:pt x="3034" y="485"/>
                    </a:cubicBezTo>
                    <a:cubicBezTo>
                      <a:pt x="2621" y="206"/>
                      <a:pt x="2050" y="0"/>
                      <a:pt x="150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Google Shape;1398;p29"/>
              <p:cNvSpPr/>
              <p:nvPr/>
            </p:nvSpPr>
            <p:spPr>
              <a:xfrm>
                <a:off x="7236431" y="3197127"/>
                <a:ext cx="227410" cy="732105"/>
              </a:xfrm>
              <a:custGeom>
                <a:avLst/>
                <a:gdLst/>
                <a:ahLst/>
                <a:cxnLst/>
                <a:rect l="l" t="t" r="r" b="b"/>
                <a:pathLst>
                  <a:path w="3417" h="11000" extrusionOk="0">
                    <a:moveTo>
                      <a:pt x="72" y="0"/>
                    </a:moveTo>
                    <a:lnTo>
                      <a:pt x="0" y="89"/>
                    </a:lnTo>
                    <a:cubicBezTo>
                      <a:pt x="1445" y="1258"/>
                      <a:pt x="2382" y="3649"/>
                      <a:pt x="2775" y="5486"/>
                    </a:cubicBezTo>
                    <a:cubicBezTo>
                      <a:pt x="3167" y="7297"/>
                      <a:pt x="3239" y="9180"/>
                      <a:pt x="3310" y="11000"/>
                    </a:cubicBezTo>
                    <a:lnTo>
                      <a:pt x="3417" y="11000"/>
                    </a:lnTo>
                    <a:cubicBezTo>
                      <a:pt x="3355" y="9171"/>
                      <a:pt x="3274" y="7280"/>
                      <a:pt x="2891" y="5460"/>
                    </a:cubicBezTo>
                    <a:cubicBezTo>
                      <a:pt x="2489" y="3604"/>
                      <a:pt x="1544" y="1195"/>
                      <a:pt x="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Google Shape;1399;p29"/>
              <p:cNvSpPr/>
              <p:nvPr/>
            </p:nvSpPr>
            <p:spPr>
              <a:xfrm>
                <a:off x="7537454" y="3340219"/>
                <a:ext cx="214366" cy="689976"/>
              </a:xfrm>
              <a:custGeom>
                <a:avLst/>
                <a:gdLst/>
                <a:ahLst/>
                <a:cxnLst/>
                <a:rect l="l" t="t" r="r" b="b"/>
                <a:pathLst>
                  <a:path w="3221" h="10367" extrusionOk="0">
                    <a:moveTo>
                      <a:pt x="3131" y="0"/>
                    </a:moveTo>
                    <a:cubicBezTo>
                      <a:pt x="1695" y="1972"/>
                      <a:pt x="27" y="5861"/>
                      <a:pt x="0" y="10366"/>
                    </a:cubicBezTo>
                    <a:lnTo>
                      <a:pt x="116" y="10366"/>
                    </a:lnTo>
                    <a:cubicBezTo>
                      <a:pt x="134" y="5888"/>
                      <a:pt x="1802" y="2016"/>
                      <a:pt x="3221" y="62"/>
                    </a:cubicBezTo>
                    <a:lnTo>
                      <a:pt x="313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Google Shape;1400;p29"/>
              <p:cNvSpPr/>
              <p:nvPr/>
            </p:nvSpPr>
            <p:spPr>
              <a:xfrm>
                <a:off x="7501249" y="2963188"/>
                <a:ext cx="150276" cy="1042651"/>
              </a:xfrm>
              <a:custGeom>
                <a:avLst/>
                <a:gdLst/>
                <a:ahLst/>
                <a:cxnLst/>
                <a:rect l="l" t="t" r="r" b="b"/>
                <a:pathLst>
                  <a:path w="2258" h="15666" extrusionOk="0">
                    <a:moveTo>
                      <a:pt x="2159" y="0"/>
                    </a:moveTo>
                    <a:cubicBezTo>
                      <a:pt x="0" y="4568"/>
                      <a:pt x="36" y="9251"/>
                      <a:pt x="80" y="14684"/>
                    </a:cubicBezTo>
                    <a:lnTo>
                      <a:pt x="89" y="15665"/>
                    </a:lnTo>
                    <a:lnTo>
                      <a:pt x="205" y="15665"/>
                    </a:lnTo>
                    <a:lnTo>
                      <a:pt x="196" y="14684"/>
                    </a:lnTo>
                    <a:cubicBezTo>
                      <a:pt x="152" y="9269"/>
                      <a:pt x="116" y="4586"/>
                      <a:pt x="2257" y="45"/>
                    </a:cubicBezTo>
                    <a:lnTo>
                      <a:pt x="215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Google Shape;1401;p29"/>
              <p:cNvSpPr/>
              <p:nvPr/>
            </p:nvSpPr>
            <p:spPr>
              <a:xfrm>
                <a:off x="7148513" y="3554525"/>
                <a:ext cx="281517" cy="467948"/>
              </a:xfrm>
              <a:custGeom>
                <a:avLst/>
                <a:gdLst/>
                <a:ahLst/>
                <a:cxnLst/>
                <a:rect l="l" t="t" r="r" b="b"/>
                <a:pathLst>
                  <a:path w="4230" h="7031" extrusionOk="0">
                    <a:moveTo>
                      <a:pt x="54" y="0"/>
                    </a:moveTo>
                    <a:lnTo>
                      <a:pt x="1" y="99"/>
                    </a:lnTo>
                    <a:cubicBezTo>
                      <a:pt x="2508" y="1374"/>
                      <a:pt x="4114" y="4229"/>
                      <a:pt x="3908" y="7021"/>
                    </a:cubicBezTo>
                    <a:lnTo>
                      <a:pt x="4024" y="7030"/>
                    </a:lnTo>
                    <a:cubicBezTo>
                      <a:pt x="4229" y="4193"/>
                      <a:pt x="2597" y="1303"/>
                      <a:pt x="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Google Shape;1402;p29"/>
              <p:cNvSpPr/>
              <p:nvPr/>
            </p:nvSpPr>
            <p:spPr>
              <a:xfrm>
                <a:off x="7546372" y="3604973"/>
                <a:ext cx="255894" cy="464953"/>
              </a:xfrm>
              <a:custGeom>
                <a:avLst/>
                <a:gdLst/>
                <a:ahLst/>
                <a:cxnLst/>
                <a:rect l="l" t="t" r="r" b="b"/>
                <a:pathLst>
                  <a:path w="3845" h="6986" extrusionOk="0">
                    <a:moveTo>
                      <a:pt x="3800" y="1"/>
                    </a:moveTo>
                    <a:cubicBezTo>
                      <a:pt x="1240" y="1214"/>
                      <a:pt x="152" y="4515"/>
                      <a:pt x="0" y="6977"/>
                    </a:cubicBezTo>
                    <a:lnTo>
                      <a:pt x="116" y="6986"/>
                    </a:lnTo>
                    <a:cubicBezTo>
                      <a:pt x="268" y="4550"/>
                      <a:pt x="1338" y="1294"/>
                      <a:pt x="3845" y="99"/>
                    </a:cubicBezTo>
                    <a:lnTo>
                      <a:pt x="3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29"/>
              <p:cNvSpPr/>
              <p:nvPr/>
            </p:nvSpPr>
            <p:spPr>
              <a:xfrm>
                <a:off x="7277361" y="3878113"/>
                <a:ext cx="476849" cy="541558"/>
              </a:xfrm>
              <a:custGeom>
                <a:avLst/>
                <a:gdLst/>
                <a:ahLst/>
                <a:cxnLst/>
                <a:rect l="l" t="t" r="r" b="b"/>
                <a:pathLst>
                  <a:path w="7165" h="8137" extrusionOk="0">
                    <a:moveTo>
                      <a:pt x="1" y="0"/>
                    </a:moveTo>
                    <a:lnTo>
                      <a:pt x="1" y="2043"/>
                    </a:lnTo>
                    <a:cubicBezTo>
                      <a:pt x="1" y="7342"/>
                      <a:pt x="1705" y="8136"/>
                      <a:pt x="1705" y="8136"/>
                    </a:cubicBezTo>
                    <a:lnTo>
                      <a:pt x="5460" y="8136"/>
                    </a:lnTo>
                    <a:cubicBezTo>
                      <a:pt x="5460" y="8136"/>
                      <a:pt x="7164" y="7342"/>
                      <a:pt x="7164" y="2043"/>
                    </a:cubicBezTo>
                    <a:lnTo>
                      <a:pt x="716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04" name="Google Shape;1404;p29"/>
            <p:cNvGrpSpPr/>
            <p:nvPr/>
          </p:nvGrpSpPr>
          <p:grpSpPr>
            <a:xfrm>
              <a:off x="6538214" y="4628582"/>
              <a:ext cx="830058" cy="159799"/>
              <a:chOff x="6538214" y="4628582"/>
              <a:chExt cx="830058" cy="159799"/>
            </a:xfrm>
          </p:grpSpPr>
          <p:sp>
            <p:nvSpPr>
              <p:cNvPr id="1405" name="Google Shape;1405;p29"/>
              <p:cNvSpPr/>
              <p:nvPr/>
            </p:nvSpPr>
            <p:spPr>
              <a:xfrm>
                <a:off x="6538214" y="4718830"/>
                <a:ext cx="343211" cy="51114"/>
              </a:xfrm>
              <a:custGeom>
                <a:avLst/>
                <a:gdLst/>
                <a:ahLst/>
                <a:cxnLst/>
                <a:rect l="l" t="t" r="r" b="b"/>
                <a:pathLst>
                  <a:path w="5157" h="768" extrusionOk="0">
                    <a:moveTo>
                      <a:pt x="0" y="1"/>
                    </a:moveTo>
                    <a:lnTo>
                      <a:pt x="0" y="768"/>
                    </a:lnTo>
                    <a:lnTo>
                      <a:pt x="5156" y="768"/>
                    </a:lnTo>
                    <a:lnTo>
                      <a:pt x="515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Google Shape;1406;p29"/>
              <p:cNvSpPr/>
              <p:nvPr/>
            </p:nvSpPr>
            <p:spPr>
              <a:xfrm>
                <a:off x="6577347" y="4718830"/>
                <a:ext cx="18502" cy="5111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768" extrusionOk="0">
                    <a:moveTo>
                      <a:pt x="1" y="1"/>
                    </a:moveTo>
                    <a:lnTo>
                      <a:pt x="1" y="768"/>
                    </a:lnTo>
                    <a:lnTo>
                      <a:pt x="277" y="768"/>
                    </a:lnTo>
                    <a:lnTo>
                      <a:pt x="27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Google Shape;1407;p29"/>
              <p:cNvSpPr/>
              <p:nvPr/>
            </p:nvSpPr>
            <p:spPr>
              <a:xfrm>
                <a:off x="6839237" y="4718830"/>
                <a:ext cx="18435" cy="51114"/>
              </a:xfrm>
              <a:custGeom>
                <a:avLst/>
                <a:gdLst/>
                <a:ahLst/>
                <a:cxnLst/>
                <a:rect l="l" t="t" r="r" b="b"/>
                <a:pathLst>
                  <a:path w="277" h="768" extrusionOk="0">
                    <a:moveTo>
                      <a:pt x="0" y="1"/>
                    </a:moveTo>
                    <a:lnTo>
                      <a:pt x="0" y="768"/>
                    </a:lnTo>
                    <a:lnTo>
                      <a:pt x="277" y="768"/>
                    </a:lnTo>
                    <a:lnTo>
                      <a:pt x="27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29"/>
              <p:cNvSpPr/>
              <p:nvPr/>
            </p:nvSpPr>
            <p:spPr>
              <a:xfrm>
                <a:off x="6608827" y="4718830"/>
                <a:ext cx="8985" cy="51114"/>
              </a:xfrm>
              <a:custGeom>
                <a:avLst/>
                <a:gdLst/>
                <a:ahLst/>
                <a:cxnLst/>
                <a:rect l="l" t="t" r="r" b="b"/>
                <a:pathLst>
                  <a:path w="135" h="768" extrusionOk="0">
                    <a:moveTo>
                      <a:pt x="1" y="1"/>
                    </a:moveTo>
                    <a:lnTo>
                      <a:pt x="1" y="768"/>
                    </a:lnTo>
                    <a:lnTo>
                      <a:pt x="134" y="768"/>
                    </a:lnTo>
                    <a:lnTo>
                      <a:pt x="13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29"/>
              <p:cNvSpPr/>
              <p:nvPr/>
            </p:nvSpPr>
            <p:spPr>
              <a:xfrm>
                <a:off x="6881366" y="4648748"/>
                <a:ext cx="137830" cy="121197"/>
              </a:xfrm>
              <a:custGeom>
                <a:avLst/>
                <a:gdLst/>
                <a:ahLst/>
                <a:cxnLst/>
                <a:rect l="l" t="t" r="r" b="b"/>
                <a:pathLst>
                  <a:path w="2071" h="1821" extrusionOk="0">
                    <a:moveTo>
                      <a:pt x="2070" y="1"/>
                    </a:moveTo>
                    <a:lnTo>
                      <a:pt x="0" y="1054"/>
                    </a:lnTo>
                    <a:lnTo>
                      <a:pt x="0" y="1821"/>
                    </a:lnTo>
                    <a:lnTo>
                      <a:pt x="2070" y="768"/>
                    </a:lnTo>
                    <a:lnTo>
                      <a:pt x="207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29"/>
              <p:cNvSpPr/>
              <p:nvPr/>
            </p:nvSpPr>
            <p:spPr>
              <a:xfrm>
                <a:off x="6881366" y="4661260"/>
                <a:ext cx="137830" cy="96239"/>
              </a:xfrm>
              <a:custGeom>
                <a:avLst/>
                <a:gdLst/>
                <a:ahLst/>
                <a:cxnLst/>
                <a:rect l="l" t="t" r="r" b="b"/>
                <a:pathLst>
                  <a:path w="2071" h="1446" extrusionOk="0">
                    <a:moveTo>
                      <a:pt x="2070" y="0"/>
                    </a:moveTo>
                    <a:lnTo>
                      <a:pt x="0" y="1053"/>
                    </a:lnTo>
                    <a:lnTo>
                      <a:pt x="0" y="1445"/>
                    </a:lnTo>
                    <a:lnTo>
                      <a:pt x="2070" y="393"/>
                    </a:lnTo>
                    <a:lnTo>
                      <a:pt x="207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Google Shape;1411;p29"/>
              <p:cNvSpPr/>
              <p:nvPr/>
            </p:nvSpPr>
            <p:spPr>
              <a:xfrm>
                <a:off x="6538214" y="4648748"/>
                <a:ext cx="480975" cy="70149"/>
              </a:xfrm>
              <a:custGeom>
                <a:avLst/>
                <a:gdLst/>
                <a:ahLst/>
                <a:cxnLst/>
                <a:rect l="l" t="t" r="r" b="b"/>
                <a:pathLst>
                  <a:path w="7227" h="1054" extrusionOk="0">
                    <a:moveTo>
                      <a:pt x="2070" y="1"/>
                    </a:moveTo>
                    <a:lnTo>
                      <a:pt x="0" y="1054"/>
                    </a:lnTo>
                    <a:lnTo>
                      <a:pt x="5156" y="1054"/>
                    </a:lnTo>
                    <a:lnTo>
                      <a:pt x="722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Google Shape;1412;p29"/>
              <p:cNvSpPr/>
              <p:nvPr/>
            </p:nvSpPr>
            <p:spPr>
              <a:xfrm>
                <a:off x="6809487" y="4659463"/>
                <a:ext cx="156265" cy="48186"/>
              </a:xfrm>
              <a:custGeom>
                <a:avLst/>
                <a:gdLst/>
                <a:ahLst/>
                <a:cxnLst/>
                <a:rect l="l" t="t" r="r" b="b"/>
                <a:pathLst>
                  <a:path w="2348" h="724" extrusionOk="0">
                    <a:moveTo>
                      <a:pt x="1411" y="0"/>
                    </a:moveTo>
                    <a:lnTo>
                      <a:pt x="1" y="723"/>
                    </a:lnTo>
                    <a:lnTo>
                      <a:pt x="929" y="723"/>
                    </a:lnTo>
                    <a:lnTo>
                      <a:pt x="234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Google Shape;1413;p29"/>
              <p:cNvSpPr/>
              <p:nvPr/>
            </p:nvSpPr>
            <p:spPr>
              <a:xfrm>
                <a:off x="6762633" y="4659463"/>
                <a:ext cx="113472" cy="48186"/>
              </a:xfrm>
              <a:custGeom>
                <a:avLst/>
                <a:gdLst/>
                <a:ahLst/>
                <a:cxnLst/>
                <a:rect l="l" t="t" r="r" b="b"/>
                <a:pathLst>
                  <a:path w="1705" h="724" extrusionOk="0">
                    <a:moveTo>
                      <a:pt x="1410" y="0"/>
                    </a:moveTo>
                    <a:lnTo>
                      <a:pt x="0" y="723"/>
                    </a:lnTo>
                    <a:lnTo>
                      <a:pt x="286" y="723"/>
                    </a:lnTo>
                    <a:lnTo>
                      <a:pt x="170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29"/>
              <p:cNvSpPr/>
              <p:nvPr/>
            </p:nvSpPr>
            <p:spPr>
              <a:xfrm>
                <a:off x="6931215" y="4692741"/>
                <a:ext cx="311798" cy="95640"/>
              </a:xfrm>
              <a:custGeom>
                <a:avLst/>
                <a:gdLst/>
                <a:ahLst/>
                <a:cxnLst/>
                <a:rect l="l" t="t" r="r" b="b"/>
                <a:pathLst>
                  <a:path w="4685" h="1437" extrusionOk="0">
                    <a:moveTo>
                      <a:pt x="1" y="0"/>
                    </a:moveTo>
                    <a:lnTo>
                      <a:pt x="1" y="1436"/>
                    </a:lnTo>
                    <a:lnTo>
                      <a:pt x="4684" y="1436"/>
                    </a:lnTo>
                    <a:lnTo>
                      <a:pt x="468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29"/>
              <p:cNvSpPr/>
              <p:nvPr/>
            </p:nvSpPr>
            <p:spPr>
              <a:xfrm>
                <a:off x="7204352" y="4692741"/>
                <a:ext cx="16705" cy="95640"/>
              </a:xfrm>
              <a:custGeom>
                <a:avLst/>
                <a:gdLst/>
                <a:ahLst/>
                <a:cxnLst/>
                <a:rect l="l" t="t" r="r" b="b"/>
                <a:pathLst>
                  <a:path w="251" h="1437" extrusionOk="0">
                    <a:moveTo>
                      <a:pt x="0" y="0"/>
                    </a:moveTo>
                    <a:lnTo>
                      <a:pt x="0" y="1436"/>
                    </a:lnTo>
                    <a:lnTo>
                      <a:pt x="250" y="1436"/>
                    </a:lnTo>
                    <a:lnTo>
                      <a:pt x="25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29"/>
              <p:cNvSpPr/>
              <p:nvPr/>
            </p:nvSpPr>
            <p:spPr>
              <a:xfrm>
                <a:off x="6995373" y="4692741"/>
                <a:ext cx="8386" cy="95640"/>
              </a:xfrm>
              <a:custGeom>
                <a:avLst/>
                <a:gdLst/>
                <a:ahLst/>
                <a:cxnLst/>
                <a:rect l="l" t="t" r="r" b="b"/>
                <a:pathLst>
                  <a:path w="126" h="1437" extrusionOk="0">
                    <a:moveTo>
                      <a:pt x="0" y="0"/>
                    </a:moveTo>
                    <a:lnTo>
                      <a:pt x="0" y="1436"/>
                    </a:lnTo>
                    <a:lnTo>
                      <a:pt x="125" y="1436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29"/>
              <p:cNvSpPr/>
              <p:nvPr/>
            </p:nvSpPr>
            <p:spPr>
              <a:xfrm>
                <a:off x="7242953" y="4628582"/>
                <a:ext cx="125318" cy="159799"/>
              </a:xfrm>
              <a:custGeom>
                <a:avLst/>
                <a:gdLst/>
                <a:ahLst/>
                <a:cxnLst/>
                <a:rect l="l" t="t" r="r" b="b"/>
                <a:pathLst>
                  <a:path w="1883" h="2401" extrusionOk="0">
                    <a:moveTo>
                      <a:pt x="1883" y="1"/>
                    </a:moveTo>
                    <a:lnTo>
                      <a:pt x="0" y="964"/>
                    </a:lnTo>
                    <a:lnTo>
                      <a:pt x="0" y="2400"/>
                    </a:lnTo>
                    <a:lnTo>
                      <a:pt x="1883" y="1446"/>
                    </a:lnTo>
                    <a:lnTo>
                      <a:pt x="188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Google Shape;1418;p29"/>
              <p:cNvSpPr/>
              <p:nvPr/>
            </p:nvSpPr>
            <p:spPr>
              <a:xfrm>
                <a:off x="7242953" y="4640429"/>
                <a:ext cx="125318" cy="136637"/>
              </a:xfrm>
              <a:custGeom>
                <a:avLst/>
                <a:gdLst/>
                <a:ahLst/>
                <a:cxnLst/>
                <a:rect l="l" t="t" r="r" b="b"/>
                <a:pathLst>
                  <a:path w="1883" h="2053" extrusionOk="0">
                    <a:moveTo>
                      <a:pt x="1883" y="1"/>
                    </a:moveTo>
                    <a:lnTo>
                      <a:pt x="0" y="956"/>
                    </a:lnTo>
                    <a:lnTo>
                      <a:pt x="0" y="2053"/>
                    </a:lnTo>
                    <a:lnTo>
                      <a:pt x="1883" y="1089"/>
                    </a:lnTo>
                    <a:lnTo>
                      <a:pt x="188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Google Shape;1419;p29"/>
              <p:cNvSpPr/>
              <p:nvPr/>
            </p:nvSpPr>
            <p:spPr>
              <a:xfrm>
                <a:off x="6931215" y="4628582"/>
                <a:ext cx="437050" cy="64226"/>
              </a:xfrm>
              <a:custGeom>
                <a:avLst/>
                <a:gdLst/>
                <a:ahLst/>
                <a:cxnLst/>
                <a:rect l="l" t="t" r="r" b="b"/>
                <a:pathLst>
                  <a:path w="6567" h="965" extrusionOk="0">
                    <a:moveTo>
                      <a:pt x="1883" y="1"/>
                    </a:moveTo>
                    <a:lnTo>
                      <a:pt x="1" y="964"/>
                    </a:lnTo>
                    <a:lnTo>
                      <a:pt x="4684" y="964"/>
                    </a:lnTo>
                    <a:lnTo>
                      <a:pt x="656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Google Shape;1420;p29"/>
              <p:cNvSpPr/>
              <p:nvPr/>
            </p:nvSpPr>
            <p:spPr>
              <a:xfrm>
                <a:off x="7003692" y="4638698"/>
                <a:ext cx="145484" cy="43993"/>
              </a:xfrm>
              <a:custGeom>
                <a:avLst/>
                <a:gdLst/>
                <a:ahLst/>
                <a:cxnLst/>
                <a:rect l="l" t="t" r="r" b="b"/>
                <a:pathLst>
                  <a:path w="2186" h="661" extrusionOk="0">
                    <a:moveTo>
                      <a:pt x="1285" y="0"/>
                    </a:moveTo>
                    <a:lnTo>
                      <a:pt x="0" y="660"/>
                    </a:lnTo>
                    <a:lnTo>
                      <a:pt x="901" y="660"/>
                    </a:lnTo>
                    <a:lnTo>
                      <a:pt x="218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21" name="Google Shape;1421;p29"/>
            <p:cNvGrpSpPr/>
            <p:nvPr/>
          </p:nvGrpSpPr>
          <p:grpSpPr>
            <a:xfrm>
              <a:off x="6268844" y="4687811"/>
              <a:ext cx="202130" cy="157871"/>
              <a:chOff x="6209238" y="4667184"/>
              <a:chExt cx="171108" cy="133642"/>
            </a:xfrm>
          </p:grpSpPr>
          <p:sp>
            <p:nvSpPr>
              <p:cNvPr id="1422" name="Google Shape;1422;p29"/>
              <p:cNvSpPr/>
              <p:nvPr/>
            </p:nvSpPr>
            <p:spPr>
              <a:xfrm>
                <a:off x="6209238" y="4667184"/>
                <a:ext cx="133105" cy="125323"/>
              </a:xfrm>
              <a:custGeom>
                <a:avLst/>
                <a:gdLst/>
                <a:ahLst/>
                <a:cxnLst/>
                <a:rect l="l" t="t" r="r" b="b"/>
                <a:pathLst>
                  <a:path w="2000" h="1883" extrusionOk="0">
                    <a:moveTo>
                      <a:pt x="10" y="0"/>
                    </a:moveTo>
                    <a:lnTo>
                      <a:pt x="10" y="1330"/>
                    </a:lnTo>
                    <a:cubicBezTo>
                      <a:pt x="1" y="1633"/>
                      <a:pt x="251" y="1874"/>
                      <a:pt x="545" y="1883"/>
                    </a:cubicBezTo>
                    <a:lnTo>
                      <a:pt x="1446" y="1883"/>
                    </a:lnTo>
                    <a:cubicBezTo>
                      <a:pt x="1749" y="1883"/>
                      <a:pt x="1999" y="1642"/>
                      <a:pt x="1999" y="1339"/>
                    </a:cubicBezTo>
                    <a:lnTo>
                      <a:pt x="199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6235992" y="4786516"/>
                <a:ext cx="80196" cy="14309"/>
              </a:xfrm>
              <a:custGeom>
                <a:avLst/>
                <a:gdLst/>
                <a:ahLst/>
                <a:cxnLst/>
                <a:rect l="l" t="t" r="r" b="b"/>
                <a:pathLst>
                  <a:path w="1205" h="215" extrusionOk="0">
                    <a:moveTo>
                      <a:pt x="0" y="1"/>
                    </a:moveTo>
                    <a:lnTo>
                      <a:pt x="0" y="215"/>
                    </a:lnTo>
                    <a:lnTo>
                      <a:pt x="1205" y="215"/>
                    </a:lnTo>
                    <a:lnTo>
                      <a:pt x="1205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6289435" y="4680827"/>
                <a:ext cx="90911" cy="98036"/>
              </a:xfrm>
              <a:custGeom>
                <a:avLst/>
                <a:gdLst/>
                <a:ahLst/>
                <a:cxnLst/>
                <a:rect l="l" t="t" r="r" b="b"/>
                <a:pathLst>
                  <a:path w="1366" h="1473" extrusionOk="0">
                    <a:moveTo>
                      <a:pt x="928" y="295"/>
                    </a:moveTo>
                    <a:cubicBezTo>
                      <a:pt x="999" y="295"/>
                      <a:pt x="1062" y="357"/>
                      <a:pt x="1062" y="438"/>
                    </a:cubicBezTo>
                    <a:lnTo>
                      <a:pt x="1062" y="1035"/>
                    </a:lnTo>
                    <a:cubicBezTo>
                      <a:pt x="1062" y="1107"/>
                      <a:pt x="999" y="1169"/>
                      <a:pt x="928" y="1169"/>
                    </a:cubicBezTo>
                    <a:lnTo>
                      <a:pt x="295" y="1169"/>
                    </a:lnTo>
                    <a:lnTo>
                      <a:pt x="295" y="295"/>
                    </a:lnTo>
                    <a:close/>
                    <a:moveTo>
                      <a:pt x="0" y="1"/>
                    </a:moveTo>
                    <a:lnTo>
                      <a:pt x="0" y="1473"/>
                    </a:lnTo>
                    <a:lnTo>
                      <a:pt x="928" y="1473"/>
                    </a:lnTo>
                    <a:cubicBezTo>
                      <a:pt x="1169" y="1473"/>
                      <a:pt x="1365" y="1276"/>
                      <a:pt x="1365" y="1035"/>
                    </a:cubicBezTo>
                    <a:lnTo>
                      <a:pt x="1365" y="438"/>
                    </a:lnTo>
                    <a:cubicBezTo>
                      <a:pt x="1365" y="197"/>
                      <a:pt x="1169" y="1"/>
                      <a:pt x="92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25" name="Google Shape;1425;p29"/>
            <p:cNvGrpSpPr/>
            <p:nvPr/>
          </p:nvGrpSpPr>
          <p:grpSpPr>
            <a:xfrm>
              <a:off x="5965842" y="2731645"/>
              <a:ext cx="1905712" cy="1887618"/>
              <a:chOff x="5952739" y="3011240"/>
              <a:chExt cx="1613233" cy="1597916"/>
            </a:xfrm>
          </p:grpSpPr>
          <p:sp>
            <p:nvSpPr>
              <p:cNvPr id="1426" name="Google Shape;1426;p29"/>
              <p:cNvSpPr/>
              <p:nvPr/>
            </p:nvSpPr>
            <p:spPr>
              <a:xfrm>
                <a:off x="5952739" y="3488237"/>
                <a:ext cx="1613233" cy="1120919"/>
              </a:xfrm>
              <a:custGeom>
                <a:avLst/>
                <a:gdLst/>
                <a:ahLst/>
                <a:cxnLst/>
                <a:rect l="l" t="t" r="r" b="b"/>
                <a:pathLst>
                  <a:path w="24240" h="16842" extrusionOk="0">
                    <a:moveTo>
                      <a:pt x="14225" y="1"/>
                    </a:moveTo>
                    <a:cubicBezTo>
                      <a:pt x="14024" y="1"/>
                      <a:pt x="13823" y="17"/>
                      <a:pt x="13623" y="51"/>
                    </a:cubicBezTo>
                    <a:cubicBezTo>
                      <a:pt x="12160" y="310"/>
                      <a:pt x="11027" y="1487"/>
                      <a:pt x="10189" y="2709"/>
                    </a:cubicBezTo>
                    <a:cubicBezTo>
                      <a:pt x="9341" y="3940"/>
                      <a:pt x="8672" y="5305"/>
                      <a:pt x="7584" y="6322"/>
                    </a:cubicBezTo>
                    <a:lnTo>
                      <a:pt x="2633" y="11702"/>
                    </a:lnTo>
                    <a:cubicBezTo>
                      <a:pt x="2178" y="12121"/>
                      <a:pt x="536" y="13548"/>
                      <a:pt x="349" y="14628"/>
                    </a:cubicBezTo>
                    <a:cubicBezTo>
                      <a:pt x="1" y="16617"/>
                      <a:pt x="1972" y="16840"/>
                      <a:pt x="5924" y="16840"/>
                    </a:cubicBezTo>
                    <a:cubicBezTo>
                      <a:pt x="6701" y="16840"/>
                      <a:pt x="7559" y="16841"/>
                      <a:pt x="8477" y="16841"/>
                    </a:cubicBezTo>
                    <a:cubicBezTo>
                      <a:pt x="10313" y="16841"/>
                      <a:pt x="12386" y="16837"/>
                      <a:pt x="14515" y="16813"/>
                    </a:cubicBezTo>
                    <a:cubicBezTo>
                      <a:pt x="17210" y="16778"/>
                      <a:pt x="20466" y="16590"/>
                      <a:pt x="22491" y="15877"/>
                    </a:cubicBezTo>
                    <a:cubicBezTo>
                      <a:pt x="23160" y="15636"/>
                      <a:pt x="23740" y="15118"/>
                      <a:pt x="24025" y="14467"/>
                    </a:cubicBezTo>
                    <a:cubicBezTo>
                      <a:pt x="24230" y="13994"/>
                      <a:pt x="24239" y="13459"/>
                      <a:pt x="24186" y="12942"/>
                    </a:cubicBezTo>
                    <a:cubicBezTo>
                      <a:pt x="23981" y="11033"/>
                      <a:pt x="23115" y="9115"/>
                      <a:pt x="22232" y="7429"/>
                    </a:cubicBezTo>
                    <a:cubicBezTo>
                      <a:pt x="21322" y="5707"/>
                      <a:pt x="20145" y="4110"/>
                      <a:pt x="18842" y="2656"/>
                    </a:cubicBezTo>
                    <a:cubicBezTo>
                      <a:pt x="18164" y="1898"/>
                      <a:pt x="17424" y="1175"/>
                      <a:pt x="16549" y="666"/>
                    </a:cubicBezTo>
                    <a:cubicBezTo>
                      <a:pt x="15843" y="259"/>
                      <a:pt x="15033" y="1"/>
                      <a:pt x="1422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5952739" y="3488037"/>
                <a:ext cx="1569308" cy="1121052"/>
              </a:xfrm>
              <a:custGeom>
                <a:avLst/>
                <a:gdLst/>
                <a:ahLst/>
                <a:cxnLst/>
                <a:rect l="l" t="t" r="r" b="b"/>
                <a:pathLst>
                  <a:path w="23580" h="16844" extrusionOk="0">
                    <a:moveTo>
                      <a:pt x="14236" y="1"/>
                    </a:moveTo>
                    <a:cubicBezTo>
                      <a:pt x="14031" y="1"/>
                      <a:pt x="13826" y="18"/>
                      <a:pt x="13623" y="54"/>
                    </a:cubicBezTo>
                    <a:cubicBezTo>
                      <a:pt x="12160" y="313"/>
                      <a:pt x="11027" y="1490"/>
                      <a:pt x="10189" y="2712"/>
                    </a:cubicBezTo>
                    <a:cubicBezTo>
                      <a:pt x="9341" y="3943"/>
                      <a:pt x="8672" y="5308"/>
                      <a:pt x="7584" y="6325"/>
                    </a:cubicBezTo>
                    <a:lnTo>
                      <a:pt x="2633" y="11705"/>
                    </a:lnTo>
                    <a:cubicBezTo>
                      <a:pt x="2178" y="12124"/>
                      <a:pt x="536" y="13551"/>
                      <a:pt x="349" y="14631"/>
                    </a:cubicBezTo>
                    <a:cubicBezTo>
                      <a:pt x="1" y="16620"/>
                      <a:pt x="1972" y="16843"/>
                      <a:pt x="5924" y="16843"/>
                    </a:cubicBezTo>
                    <a:lnTo>
                      <a:pt x="8619" y="16843"/>
                    </a:lnTo>
                    <a:lnTo>
                      <a:pt x="10180" y="16299"/>
                    </a:lnTo>
                    <a:cubicBezTo>
                      <a:pt x="10940" y="16035"/>
                      <a:pt x="11727" y="15772"/>
                      <a:pt x="12523" y="15772"/>
                    </a:cubicBezTo>
                    <a:cubicBezTo>
                      <a:pt x="12643" y="15772"/>
                      <a:pt x="12763" y="15778"/>
                      <a:pt x="12883" y="15791"/>
                    </a:cubicBezTo>
                    <a:cubicBezTo>
                      <a:pt x="13445" y="15862"/>
                      <a:pt x="13936" y="16130"/>
                      <a:pt x="14507" y="16147"/>
                    </a:cubicBezTo>
                    <a:cubicBezTo>
                      <a:pt x="15167" y="16165"/>
                      <a:pt x="15836" y="16192"/>
                      <a:pt x="16505" y="16210"/>
                    </a:cubicBezTo>
                    <a:cubicBezTo>
                      <a:pt x="16549" y="16210"/>
                      <a:pt x="16585" y="16210"/>
                      <a:pt x="16621" y="16192"/>
                    </a:cubicBezTo>
                    <a:cubicBezTo>
                      <a:pt x="16701" y="16130"/>
                      <a:pt x="16612" y="16005"/>
                      <a:pt x="16567" y="15906"/>
                    </a:cubicBezTo>
                    <a:cubicBezTo>
                      <a:pt x="16469" y="15728"/>
                      <a:pt x="16549" y="15496"/>
                      <a:pt x="16692" y="15353"/>
                    </a:cubicBezTo>
                    <a:cubicBezTo>
                      <a:pt x="16844" y="15220"/>
                      <a:pt x="17040" y="15148"/>
                      <a:pt x="17227" y="15077"/>
                    </a:cubicBezTo>
                    <a:cubicBezTo>
                      <a:pt x="18994" y="14461"/>
                      <a:pt x="20716" y="13694"/>
                      <a:pt x="22250" y="12632"/>
                    </a:cubicBezTo>
                    <a:cubicBezTo>
                      <a:pt x="22660" y="12356"/>
                      <a:pt x="23071" y="12035"/>
                      <a:pt x="23312" y="11598"/>
                    </a:cubicBezTo>
                    <a:cubicBezTo>
                      <a:pt x="23552" y="11161"/>
                      <a:pt x="23579" y="10563"/>
                      <a:pt x="23249" y="10188"/>
                    </a:cubicBezTo>
                    <a:cubicBezTo>
                      <a:pt x="22866" y="9751"/>
                      <a:pt x="22196" y="9760"/>
                      <a:pt x="21617" y="9689"/>
                    </a:cubicBezTo>
                    <a:cubicBezTo>
                      <a:pt x="21028" y="9608"/>
                      <a:pt x="20466" y="9412"/>
                      <a:pt x="19957" y="9118"/>
                    </a:cubicBezTo>
                    <a:cubicBezTo>
                      <a:pt x="19815" y="9028"/>
                      <a:pt x="19663" y="8930"/>
                      <a:pt x="19592" y="8779"/>
                    </a:cubicBezTo>
                    <a:cubicBezTo>
                      <a:pt x="19476" y="8538"/>
                      <a:pt x="19583" y="8243"/>
                      <a:pt x="19708" y="8002"/>
                    </a:cubicBezTo>
                    <a:cubicBezTo>
                      <a:pt x="19939" y="7530"/>
                      <a:pt x="20216" y="7075"/>
                      <a:pt x="20403" y="6584"/>
                    </a:cubicBezTo>
                    <a:cubicBezTo>
                      <a:pt x="20591" y="6093"/>
                      <a:pt x="20671" y="5540"/>
                      <a:pt x="20501" y="5041"/>
                    </a:cubicBezTo>
                    <a:cubicBezTo>
                      <a:pt x="20421" y="4818"/>
                      <a:pt x="20341" y="4595"/>
                      <a:pt x="20261" y="4363"/>
                    </a:cubicBezTo>
                    <a:cubicBezTo>
                      <a:pt x="19806" y="3774"/>
                      <a:pt x="19333" y="3203"/>
                      <a:pt x="18842" y="2659"/>
                    </a:cubicBezTo>
                    <a:cubicBezTo>
                      <a:pt x="18164" y="1901"/>
                      <a:pt x="17424" y="1178"/>
                      <a:pt x="16549" y="669"/>
                    </a:cubicBezTo>
                    <a:cubicBezTo>
                      <a:pt x="15846" y="264"/>
                      <a:pt x="15040" y="1"/>
                      <a:pt x="14236" y="1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Google Shape;1428;p29"/>
              <p:cNvSpPr/>
              <p:nvPr/>
            </p:nvSpPr>
            <p:spPr>
              <a:xfrm>
                <a:off x="6696679" y="3096164"/>
                <a:ext cx="51179" cy="123992"/>
              </a:xfrm>
              <a:custGeom>
                <a:avLst/>
                <a:gdLst/>
                <a:ahLst/>
                <a:cxnLst/>
                <a:rect l="l" t="t" r="r" b="b"/>
                <a:pathLst>
                  <a:path w="769" h="1863" extrusionOk="0">
                    <a:moveTo>
                      <a:pt x="411" y="0"/>
                    </a:moveTo>
                    <a:lnTo>
                      <a:pt x="162" y="63"/>
                    </a:lnTo>
                    <a:cubicBezTo>
                      <a:pt x="72" y="161"/>
                      <a:pt x="37" y="286"/>
                      <a:pt x="19" y="420"/>
                    </a:cubicBezTo>
                    <a:cubicBezTo>
                      <a:pt x="1" y="598"/>
                      <a:pt x="10" y="794"/>
                      <a:pt x="63" y="973"/>
                    </a:cubicBezTo>
                    <a:cubicBezTo>
                      <a:pt x="99" y="1125"/>
                      <a:pt x="170" y="1267"/>
                      <a:pt x="215" y="1419"/>
                    </a:cubicBezTo>
                    <a:cubicBezTo>
                      <a:pt x="251" y="1508"/>
                      <a:pt x="278" y="1597"/>
                      <a:pt x="322" y="1678"/>
                    </a:cubicBezTo>
                    <a:cubicBezTo>
                      <a:pt x="367" y="1758"/>
                      <a:pt x="438" y="1838"/>
                      <a:pt x="536" y="1856"/>
                    </a:cubicBezTo>
                    <a:cubicBezTo>
                      <a:pt x="550" y="1861"/>
                      <a:pt x="563" y="1863"/>
                      <a:pt x="576" y="1863"/>
                    </a:cubicBezTo>
                    <a:cubicBezTo>
                      <a:pt x="590" y="1863"/>
                      <a:pt x="603" y="1861"/>
                      <a:pt x="617" y="1856"/>
                    </a:cubicBezTo>
                    <a:cubicBezTo>
                      <a:pt x="679" y="1829"/>
                      <a:pt x="697" y="1758"/>
                      <a:pt x="706" y="1695"/>
                    </a:cubicBezTo>
                    <a:cubicBezTo>
                      <a:pt x="768" y="1223"/>
                      <a:pt x="670" y="741"/>
                      <a:pt x="572" y="277"/>
                    </a:cubicBezTo>
                    <a:cubicBezTo>
                      <a:pt x="545" y="170"/>
                      <a:pt x="509" y="54"/>
                      <a:pt x="4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Google Shape;1429;p29"/>
              <p:cNvSpPr/>
              <p:nvPr/>
            </p:nvSpPr>
            <p:spPr>
              <a:xfrm>
                <a:off x="6706795" y="3182751"/>
                <a:ext cx="38068" cy="55906"/>
              </a:xfrm>
              <a:custGeom>
                <a:avLst/>
                <a:gdLst/>
                <a:ahLst/>
                <a:cxnLst/>
                <a:rect l="l" t="t" r="r" b="b"/>
                <a:pathLst>
                  <a:path w="572" h="840" extrusionOk="0">
                    <a:moveTo>
                      <a:pt x="315" y="1"/>
                    </a:moveTo>
                    <a:cubicBezTo>
                      <a:pt x="251" y="1"/>
                      <a:pt x="202" y="50"/>
                      <a:pt x="161" y="91"/>
                    </a:cubicBezTo>
                    <a:cubicBezTo>
                      <a:pt x="108" y="145"/>
                      <a:pt x="72" y="198"/>
                      <a:pt x="45" y="261"/>
                    </a:cubicBezTo>
                    <a:cubicBezTo>
                      <a:pt x="1" y="394"/>
                      <a:pt x="63" y="582"/>
                      <a:pt x="152" y="698"/>
                    </a:cubicBezTo>
                    <a:cubicBezTo>
                      <a:pt x="203" y="770"/>
                      <a:pt x="312" y="839"/>
                      <a:pt x="413" y="839"/>
                    </a:cubicBezTo>
                    <a:cubicBezTo>
                      <a:pt x="474" y="839"/>
                      <a:pt x="532" y="815"/>
                      <a:pt x="572" y="751"/>
                    </a:cubicBezTo>
                    <a:lnTo>
                      <a:pt x="527" y="243"/>
                    </a:lnTo>
                    <a:cubicBezTo>
                      <a:pt x="509" y="163"/>
                      <a:pt x="465" y="91"/>
                      <a:pt x="402" y="47"/>
                    </a:cubicBezTo>
                    <a:cubicBezTo>
                      <a:pt x="384" y="29"/>
                      <a:pt x="357" y="11"/>
                      <a:pt x="331" y="2"/>
                    </a:cubicBezTo>
                    <a:cubicBezTo>
                      <a:pt x="325" y="1"/>
                      <a:pt x="320" y="1"/>
                      <a:pt x="315" y="1"/>
                    </a:cubicBezTo>
                    <a:close/>
                  </a:path>
                </a:pathLst>
              </a:custGeom>
              <a:solidFill>
                <a:srgbClr val="F2BE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6495420" y="4419601"/>
                <a:ext cx="202519" cy="156071"/>
              </a:xfrm>
              <a:custGeom>
                <a:avLst/>
                <a:gdLst/>
                <a:ahLst/>
                <a:cxnLst/>
                <a:rect l="l" t="t" r="r" b="b"/>
                <a:pathLst>
                  <a:path w="3043" h="2345" extrusionOk="0">
                    <a:moveTo>
                      <a:pt x="3043" y="0"/>
                    </a:moveTo>
                    <a:lnTo>
                      <a:pt x="3043" y="0"/>
                    </a:lnTo>
                    <a:cubicBezTo>
                      <a:pt x="3043" y="0"/>
                      <a:pt x="1624" y="839"/>
                      <a:pt x="1526" y="866"/>
                    </a:cubicBezTo>
                    <a:cubicBezTo>
                      <a:pt x="1505" y="870"/>
                      <a:pt x="1481" y="872"/>
                      <a:pt x="1456" y="872"/>
                    </a:cubicBezTo>
                    <a:cubicBezTo>
                      <a:pt x="1386" y="872"/>
                      <a:pt x="1303" y="859"/>
                      <a:pt x="1215" y="859"/>
                    </a:cubicBezTo>
                    <a:cubicBezTo>
                      <a:pt x="1096" y="859"/>
                      <a:pt x="969" y="884"/>
                      <a:pt x="857" y="1000"/>
                    </a:cubicBezTo>
                    <a:cubicBezTo>
                      <a:pt x="563" y="1294"/>
                      <a:pt x="251" y="1472"/>
                      <a:pt x="161" y="1686"/>
                    </a:cubicBezTo>
                    <a:cubicBezTo>
                      <a:pt x="54" y="1945"/>
                      <a:pt x="1" y="2284"/>
                      <a:pt x="179" y="2338"/>
                    </a:cubicBezTo>
                    <a:cubicBezTo>
                      <a:pt x="195" y="2343"/>
                      <a:pt x="212" y="2345"/>
                      <a:pt x="231" y="2345"/>
                    </a:cubicBezTo>
                    <a:cubicBezTo>
                      <a:pt x="484" y="2345"/>
                      <a:pt x="1035" y="1920"/>
                      <a:pt x="1508" y="1695"/>
                    </a:cubicBezTo>
                    <a:cubicBezTo>
                      <a:pt x="1785" y="1562"/>
                      <a:pt x="2998" y="1276"/>
                      <a:pt x="2998" y="1276"/>
                    </a:cubicBezTo>
                    <a:lnTo>
                      <a:pt x="3043" y="0"/>
                    </a:lnTo>
                    <a:close/>
                  </a:path>
                </a:pathLst>
              </a:custGeom>
              <a:solidFill>
                <a:srgbClr val="F2BE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6637312" y="4050689"/>
                <a:ext cx="892469" cy="467549"/>
              </a:xfrm>
              <a:custGeom>
                <a:avLst/>
                <a:gdLst/>
                <a:ahLst/>
                <a:cxnLst/>
                <a:rect l="l" t="t" r="r" b="b"/>
                <a:pathLst>
                  <a:path w="13410" h="7025" extrusionOk="0">
                    <a:moveTo>
                      <a:pt x="8895" y="0"/>
                    </a:moveTo>
                    <a:cubicBezTo>
                      <a:pt x="6682" y="0"/>
                      <a:pt x="4363" y="476"/>
                      <a:pt x="4363" y="476"/>
                    </a:cubicBezTo>
                    <a:lnTo>
                      <a:pt x="964" y="218"/>
                    </a:lnTo>
                    <a:lnTo>
                      <a:pt x="1339" y="4071"/>
                    </a:lnTo>
                    <a:cubicBezTo>
                      <a:pt x="1580" y="4303"/>
                      <a:pt x="2731" y="4312"/>
                      <a:pt x="2731" y="4312"/>
                    </a:cubicBezTo>
                    <a:lnTo>
                      <a:pt x="1" y="6248"/>
                    </a:lnTo>
                    <a:lnTo>
                      <a:pt x="224" y="7024"/>
                    </a:lnTo>
                    <a:cubicBezTo>
                      <a:pt x="224" y="7024"/>
                      <a:pt x="8913" y="6123"/>
                      <a:pt x="11857" y="3848"/>
                    </a:cubicBezTo>
                    <a:cubicBezTo>
                      <a:pt x="13409" y="2662"/>
                      <a:pt x="13070" y="1627"/>
                      <a:pt x="12526" y="985"/>
                    </a:cubicBezTo>
                    <a:cubicBezTo>
                      <a:pt x="11890" y="225"/>
                      <a:pt x="10417" y="0"/>
                      <a:pt x="889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6886690" y="4422529"/>
                <a:ext cx="184750" cy="150148"/>
              </a:xfrm>
              <a:custGeom>
                <a:avLst/>
                <a:gdLst/>
                <a:ahLst/>
                <a:cxnLst/>
                <a:rect l="l" t="t" r="r" b="b"/>
                <a:pathLst>
                  <a:path w="2776" h="2256" extrusionOk="0">
                    <a:moveTo>
                      <a:pt x="1" y="1"/>
                    </a:moveTo>
                    <a:lnTo>
                      <a:pt x="36" y="1223"/>
                    </a:lnTo>
                    <a:cubicBezTo>
                      <a:pt x="36" y="1223"/>
                      <a:pt x="1205" y="1509"/>
                      <a:pt x="1473" y="1634"/>
                    </a:cubicBezTo>
                    <a:cubicBezTo>
                      <a:pt x="1923" y="1851"/>
                      <a:pt x="2327" y="2255"/>
                      <a:pt x="2560" y="2255"/>
                    </a:cubicBezTo>
                    <a:cubicBezTo>
                      <a:pt x="2576" y="2255"/>
                      <a:pt x="2591" y="2253"/>
                      <a:pt x="2606" y="2249"/>
                    </a:cubicBezTo>
                    <a:cubicBezTo>
                      <a:pt x="2775" y="2196"/>
                      <a:pt x="2775" y="1865"/>
                      <a:pt x="2677" y="1616"/>
                    </a:cubicBezTo>
                    <a:cubicBezTo>
                      <a:pt x="2588" y="1411"/>
                      <a:pt x="2347" y="1277"/>
                      <a:pt x="2097" y="964"/>
                    </a:cubicBezTo>
                    <a:cubicBezTo>
                      <a:pt x="2039" y="894"/>
                      <a:pt x="1959" y="873"/>
                      <a:pt x="1872" y="873"/>
                    </a:cubicBezTo>
                    <a:cubicBezTo>
                      <a:pt x="1744" y="873"/>
                      <a:pt x="1604" y="918"/>
                      <a:pt x="1504" y="918"/>
                    </a:cubicBezTo>
                    <a:cubicBezTo>
                      <a:pt x="1483" y="918"/>
                      <a:pt x="1463" y="916"/>
                      <a:pt x="1446" y="911"/>
                    </a:cubicBezTo>
                    <a:cubicBezTo>
                      <a:pt x="1357" y="884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rgbClr val="F2BE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Google Shape;1433;p29"/>
              <p:cNvSpPr/>
              <p:nvPr/>
            </p:nvSpPr>
            <p:spPr>
              <a:xfrm>
                <a:off x="6072669" y="4060140"/>
                <a:ext cx="884749" cy="458098"/>
              </a:xfrm>
              <a:custGeom>
                <a:avLst/>
                <a:gdLst/>
                <a:ahLst/>
                <a:cxnLst/>
                <a:rect l="l" t="t" r="r" b="b"/>
                <a:pathLst>
                  <a:path w="13294" h="6883" extrusionOk="0">
                    <a:moveTo>
                      <a:pt x="5060" y="0"/>
                    </a:moveTo>
                    <a:cubicBezTo>
                      <a:pt x="3427" y="0"/>
                      <a:pt x="1692" y="221"/>
                      <a:pt x="768" y="1021"/>
                    </a:cubicBezTo>
                    <a:cubicBezTo>
                      <a:pt x="126" y="1574"/>
                      <a:pt x="1" y="2770"/>
                      <a:pt x="1544" y="3787"/>
                    </a:cubicBezTo>
                    <a:cubicBezTo>
                      <a:pt x="4649" y="5839"/>
                      <a:pt x="13070" y="6882"/>
                      <a:pt x="13070" y="6882"/>
                    </a:cubicBezTo>
                    <a:lnTo>
                      <a:pt x="13293" y="6106"/>
                    </a:lnTo>
                    <a:lnTo>
                      <a:pt x="10974" y="4465"/>
                    </a:lnTo>
                    <a:cubicBezTo>
                      <a:pt x="10974" y="4465"/>
                      <a:pt x="11714" y="4161"/>
                      <a:pt x="11955" y="3929"/>
                    </a:cubicBezTo>
                    <a:lnTo>
                      <a:pt x="11866" y="468"/>
                    </a:lnTo>
                    <a:lnTo>
                      <a:pt x="8922" y="334"/>
                    </a:lnTo>
                    <a:cubicBezTo>
                      <a:pt x="8922" y="334"/>
                      <a:pt x="7068" y="0"/>
                      <a:pt x="506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Google Shape;1434;p29"/>
              <p:cNvSpPr/>
              <p:nvPr/>
            </p:nvSpPr>
            <p:spPr>
              <a:xfrm>
                <a:off x="6349400" y="4099540"/>
                <a:ext cx="609821" cy="369979"/>
              </a:xfrm>
              <a:custGeom>
                <a:avLst/>
                <a:gdLst/>
                <a:ahLst/>
                <a:cxnLst/>
                <a:rect l="l" t="t" r="r" b="b"/>
                <a:pathLst>
                  <a:path w="9163" h="5559" extrusionOk="0">
                    <a:moveTo>
                      <a:pt x="9" y="1"/>
                    </a:moveTo>
                    <a:lnTo>
                      <a:pt x="0" y="117"/>
                    </a:lnTo>
                    <a:cubicBezTo>
                      <a:pt x="9" y="117"/>
                      <a:pt x="1240" y="286"/>
                      <a:pt x="2926" y="1277"/>
                    </a:cubicBezTo>
                    <a:cubicBezTo>
                      <a:pt x="3774" y="1767"/>
                      <a:pt x="9046" y="5523"/>
                      <a:pt x="9100" y="5559"/>
                    </a:cubicBezTo>
                    <a:lnTo>
                      <a:pt x="9162" y="5470"/>
                    </a:lnTo>
                    <a:cubicBezTo>
                      <a:pt x="9109" y="5434"/>
                      <a:pt x="3836" y="1669"/>
                      <a:pt x="2989" y="1179"/>
                    </a:cubicBezTo>
                    <a:cubicBezTo>
                      <a:pt x="1276" y="179"/>
                      <a:pt x="27" y="10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6797042" y="4099540"/>
                <a:ext cx="448364" cy="255372"/>
              </a:xfrm>
              <a:custGeom>
                <a:avLst/>
                <a:gdLst/>
                <a:ahLst/>
                <a:cxnLst/>
                <a:rect l="l" t="t" r="r" b="b"/>
                <a:pathLst>
                  <a:path w="6737" h="3837" extrusionOk="0">
                    <a:moveTo>
                      <a:pt x="6718" y="1"/>
                    </a:moveTo>
                    <a:cubicBezTo>
                      <a:pt x="6709" y="10"/>
                      <a:pt x="5460" y="179"/>
                      <a:pt x="3747" y="1179"/>
                    </a:cubicBezTo>
                    <a:cubicBezTo>
                      <a:pt x="2900" y="1669"/>
                      <a:pt x="36" y="3721"/>
                      <a:pt x="1" y="3748"/>
                    </a:cubicBezTo>
                    <a:lnTo>
                      <a:pt x="72" y="3837"/>
                    </a:lnTo>
                    <a:cubicBezTo>
                      <a:pt x="99" y="3819"/>
                      <a:pt x="2962" y="1767"/>
                      <a:pt x="3801" y="1277"/>
                    </a:cubicBezTo>
                    <a:cubicBezTo>
                      <a:pt x="5496" y="286"/>
                      <a:pt x="6727" y="117"/>
                      <a:pt x="6736" y="117"/>
                    </a:cubicBezTo>
                    <a:lnTo>
                      <a:pt x="671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6640307" y="4467121"/>
                <a:ext cx="156199" cy="32080"/>
              </a:xfrm>
              <a:custGeom>
                <a:avLst/>
                <a:gdLst/>
                <a:ahLst/>
                <a:cxnLst/>
                <a:rect l="l" t="t" r="r" b="b"/>
                <a:pathLst>
                  <a:path w="2347" h="482" extrusionOk="0">
                    <a:moveTo>
                      <a:pt x="36" y="0"/>
                    </a:moveTo>
                    <a:lnTo>
                      <a:pt x="0" y="107"/>
                    </a:lnTo>
                    <a:cubicBezTo>
                      <a:pt x="910" y="339"/>
                      <a:pt x="2320" y="482"/>
                      <a:pt x="2338" y="482"/>
                    </a:cubicBezTo>
                    <a:lnTo>
                      <a:pt x="2347" y="375"/>
                    </a:lnTo>
                    <a:cubicBezTo>
                      <a:pt x="2329" y="375"/>
                      <a:pt x="937" y="223"/>
                      <a:pt x="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29"/>
              <p:cNvSpPr/>
              <p:nvPr/>
            </p:nvSpPr>
            <p:spPr>
              <a:xfrm>
                <a:off x="6483573" y="3336625"/>
                <a:ext cx="680433" cy="818626"/>
              </a:xfrm>
              <a:custGeom>
                <a:avLst/>
                <a:gdLst/>
                <a:ahLst/>
                <a:cxnLst/>
                <a:rect l="l" t="t" r="r" b="b"/>
                <a:pathLst>
                  <a:path w="10224" h="12300" extrusionOk="0">
                    <a:moveTo>
                      <a:pt x="6486" y="0"/>
                    </a:moveTo>
                    <a:lnTo>
                      <a:pt x="3542" y="268"/>
                    </a:lnTo>
                    <a:lnTo>
                      <a:pt x="1124" y="3596"/>
                    </a:lnTo>
                    <a:cubicBezTo>
                      <a:pt x="1080" y="6138"/>
                      <a:pt x="286" y="9252"/>
                      <a:pt x="0" y="10902"/>
                    </a:cubicBezTo>
                    <a:cubicBezTo>
                      <a:pt x="848" y="11749"/>
                      <a:pt x="3408" y="12195"/>
                      <a:pt x="4871" y="12285"/>
                    </a:cubicBezTo>
                    <a:cubicBezTo>
                      <a:pt x="5021" y="12295"/>
                      <a:pt x="5183" y="12300"/>
                      <a:pt x="5356" y="12300"/>
                    </a:cubicBezTo>
                    <a:cubicBezTo>
                      <a:pt x="6877" y="12300"/>
                      <a:pt x="9191" y="11900"/>
                      <a:pt x="10224" y="10866"/>
                    </a:cubicBezTo>
                    <a:cubicBezTo>
                      <a:pt x="10224" y="10866"/>
                      <a:pt x="9020" y="3292"/>
                      <a:pt x="8502" y="2213"/>
                    </a:cubicBezTo>
                    <a:lnTo>
                      <a:pt x="648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Google Shape;1438;p29"/>
              <p:cNvSpPr/>
              <p:nvPr/>
            </p:nvSpPr>
            <p:spPr>
              <a:xfrm>
                <a:off x="6238921" y="3336625"/>
                <a:ext cx="495217" cy="611507"/>
              </a:xfrm>
              <a:custGeom>
                <a:avLst/>
                <a:gdLst/>
                <a:ahLst/>
                <a:cxnLst/>
                <a:rect l="l" t="t" r="r" b="b"/>
                <a:pathLst>
                  <a:path w="7441" h="9188" extrusionOk="0">
                    <a:moveTo>
                      <a:pt x="7441" y="0"/>
                    </a:moveTo>
                    <a:lnTo>
                      <a:pt x="7441" y="0"/>
                    </a:lnTo>
                    <a:cubicBezTo>
                      <a:pt x="7441" y="1"/>
                      <a:pt x="5505" y="197"/>
                      <a:pt x="4006" y="1695"/>
                    </a:cubicBezTo>
                    <a:cubicBezTo>
                      <a:pt x="2526" y="3167"/>
                      <a:pt x="1" y="7985"/>
                      <a:pt x="1491" y="8939"/>
                    </a:cubicBezTo>
                    <a:cubicBezTo>
                      <a:pt x="1758" y="9111"/>
                      <a:pt x="2026" y="9187"/>
                      <a:pt x="2291" y="9187"/>
                    </a:cubicBezTo>
                    <a:cubicBezTo>
                      <a:pt x="4282" y="9187"/>
                      <a:pt x="6103" y="4892"/>
                      <a:pt x="6174" y="4648"/>
                    </a:cubicBezTo>
                    <a:lnTo>
                      <a:pt x="744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Google Shape;1439;p29"/>
              <p:cNvSpPr/>
              <p:nvPr/>
            </p:nvSpPr>
            <p:spPr>
              <a:xfrm>
                <a:off x="6895009" y="3331900"/>
                <a:ext cx="390730" cy="617031"/>
              </a:xfrm>
              <a:custGeom>
                <a:avLst/>
                <a:gdLst/>
                <a:ahLst/>
                <a:cxnLst/>
                <a:rect l="l" t="t" r="r" b="b"/>
                <a:pathLst>
                  <a:path w="5871" h="9271" extrusionOk="0">
                    <a:moveTo>
                      <a:pt x="1" y="0"/>
                    </a:moveTo>
                    <a:lnTo>
                      <a:pt x="491" y="5023"/>
                    </a:lnTo>
                    <a:cubicBezTo>
                      <a:pt x="500" y="5032"/>
                      <a:pt x="500" y="5040"/>
                      <a:pt x="509" y="5058"/>
                    </a:cubicBezTo>
                    <a:cubicBezTo>
                      <a:pt x="1098" y="6245"/>
                      <a:pt x="1821" y="7440"/>
                      <a:pt x="2766" y="8368"/>
                    </a:cubicBezTo>
                    <a:cubicBezTo>
                      <a:pt x="3194" y="8796"/>
                      <a:pt x="3782" y="9270"/>
                      <a:pt x="4425" y="9270"/>
                    </a:cubicBezTo>
                    <a:cubicBezTo>
                      <a:pt x="4478" y="9270"/>
                      <a:pt x="4532" y="9267"/>
                      <a:pt x="4586" y="9260"/>
                    </a:cubicBezTo>
                    <a:cubicBezTo>
                      <a:pt x="5746" y="9108"/>
                      <a:pt x="5871" y="7904"/>
                      <a:pt x="5728" y="6967"/>
                    </a:cubicBezTo>
                    <a:cubicBezTo>
                      <a:pt x="5550" y="5879"/>
                      <a:pt x="5184" y="4809"/>
                      <a:pt x="4720" y="3809"/>
                    </a:cubicBezTo>
                    <a:cubicBezTo>
                      <a:pt x="4283" y="2873"/>
                      <a:pt x="3712" y="1874"/>
                      <a:pt x="2873" y="1231"/>
                    </a:cubicBezTo>
                    <a:cubicBezTo>
                      <a:pt x="1544" y="214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Google Shape;1440;p29"/>
              <p:cNvSpPr/>
              <p:nvPr/>
            </p:nvSpPr>
            <p:spPr>
              <a:xfrm>
                <a:off x="6716312" y="3195929"/>
                <a:ext cx="198925" cy="197735"/>
              </a:xfrm>
              <a:custGeom>
                <a:avLst/>
                <a:gdLst/>
                <a:ahLst/>
                <a:cxnLst/>
                <a:rect l="l" t="t" r="r" b="b"/>
                <a:pathLst>
                  <a:path w="2989" h="2971" extrusionOk="0">
                    <a:moveTo>
                      <a:pt x="2061" y="0"/>
                    </a:moveTo>
                    <a:lnTo>
                      <a:pt x="732" y="785"/>
                    </a:lnTo>
                    <a:lnTo>
                      <a:pt x="696" y="1999"/>
                    </a:lnTo>
                    <a:cubicBezTo>
                      <a:pt x="696" y="1999"/>
                      <a:pt x="304" y="2114"/>
                      <a:pt x="36" y="2123"/>
                    </a:cubicBezTo>
                    <a:cubicBezTo>
                      <a:pt x="9" y="2248"/>
                      <a:pt x="0" y="2971"/>
                      <a:pt x="1321" y="2971"/>
                    </a:cubicBezTo>
                    <a:cubicBezTo>
                      <a:pt x="2641" y="2971"/>
                      <a:pt x="2989" y="2114"/>
                      <a:pt x="2989" y="2114"/>
                    </a:cubicBezTo>
                    <a:lnTo>
                      <a:pt x="2364" y="1972"/>
                    </a:lnTo>
                    <a:lnTo>
                      <a:pt x="2061" y="0"/>
                    </a:lnTo>
                    <a:close/>
                  </a:path>
                </a:pathLst>
              </a:custGeom>
              <a:solidFill>
                <a:srgbClr val="F2BE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29"/>
              <p:cNvSpPr/>
              <p:nvPr/>
            </p:nvSpPr>
            <p:spPr>
              <a:xfrm>
                <a:off x="6708592" y="3085648"/>
                <a:ext cx="183485" cy="196670"/>
              </a:xfrm>
              <a:custGeom>
                <a:avLst/>
                <a:gdLst/>
                <a:ahLst/>
                <a:cxnLst/>
                <a:rect l="l" t="t" r="r" b="b"/>
                <a:pathLst>
                  <a:path w="2757" h="2955" extrusionOk="0">
                    <a:moveTo>
                      <a:pt x="972" y="1"/>
                    </a:moveTo>
                    <a:cubicBezTo>
                      <a:pt x="606" y="1"/>
                      <a:pt x="308" y="128"/>
                      <a:pt x="232" y="417"/>
                    </a:cubicBezTo>
                    <a:cubicBezTo>
                      <a:pt x="0" y="1265"/>
                      <a:pt x="464" y="2772"/>
                      <a:pt x="991" y="2924"/>
                    </a:cubicBezTo>
                    <a:cubicBezTo>
                      <a:pt x="1049" y="2942"/>
                      <a:pt x="1141" y="2954"/>
                      <a:pt x="1251" y="2954"/>
                    </a:cubicBezTo>
                    <a:cubicBezTo>
                      <a:pt x="1531" y="2954"/>
                      <a:pt x="1925" y="2873"/>
                      <a:pt x="2168" y="2585"/>
                    </a:cubicBezTo>
                    <a:cubicBezTo>
                      <a:pt x="2498" y="2175"/>
                      <a:pt x="2757" y="1657"/>
                      <a:pt x="2730" y="1220"/>
                    </a:cubicBezTo>
                    <a:cubicBezTo>
                      <a:pt x="2671" y="493"/>
                      <a:pt x="1691" y="1"/>
                      <a:pt x="972" y="1"/>
                    </a:cubicBezTo>
                    <a:close/>
                  </a:path>
                </a:pathLst>
              </a:custGeom>
              <a:solidFill>
                <a:srgbClr val="F2BE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6674716" y="3011240"/>
                <a:ext cx="245313" cy="199931"/>
              </a:xfrm>
              <a:custGeom>
                <a:avLst/>
                <a:gdLst/>
                <a:ahLst/>
                <a:cxnLst/>
                <a:rect l="l" t="t" r="r" b="b"/>
                <a:pathLst>
                  <a:path w="3686" h="3004" extrusionOk="0">
                    <a:moveTo>
                      <a:pt x="1180" y="0"/>
                    </a:moveTo>
                    <a:cubicBezTo>
                      <a:pt x="896" y="0"/>
                      <a:pt x="635" y="230"/>
                      <a:pt x="402" y="367"/>
                    </a:cubicBezTo>
                    <a:cubicBezTo>
                      <a:pt x="260" y="456"/>
                      <a:pt x="135" y="581"/>
                      <a:pt x="99" y="741"/>
                    </a:cubicBezTo>
                    <a:cubicBezTo>
                      <a:pt x="1" y="1169"/>
                      <a:pt x="349" y="1758"/>
                      <a:pt x="795" y="1776"/>
                    </a:cubicBezTo>
                    <a:cubicBezTo>
                      <a:pt x="807" y="1777"/>
                      <a:pt x="818" y="1777"/>
                      <a:pt x="830" y="1777"/>
                    </a:cubicBezTo>
                    <a:cubicBezTo>
                      <a:pt x="994" y="1777"/>
                      <a:pt x="1145" y="1721"/>
                      <a:pt x="1303" y="1696"/>
                    </a:cubicBezTo>
                    <a:cubicBezTo>
                      <a:pt x="1335" y="1691"/>
                      <a:pt x="1366" y="1689"/>
                      <a:pt x="1397" y="1689"/>
                    </a:cubicBezTo>
                    <a:cubicBezTo>
                      <a:pt x="1494" y="1689"/>
                      <a:pt x="1589" y="1707"/>
                      <a:pt x="1685" y="1707"/>
                    </a:cubicBezTo>
                    <a:cubicBezTo>
                      <a:pt x="1724" y="1707"/>
                      <a:pt x="1763" y="1704"/>
                      <a:pt x="1803" y="1696"/>
                    </a:cubicBezTo>
                    <a:cubicBezTo>
                      <a:pt x="1964" y="1660"/>
                      <a:pt x="2088" y="1535"/>
                      <a:pt x="2240" y="1508"/>
                    </a:cubicBezTo>
                    <a:cubicBezTo>
                      <a:pt x="2273" y="1501"/>
                      <a:pt x="2312" y="1498"/>
                      <a:pt x="2354" y="1498"/>
                    </a:cubicBezTo>
                    <a:cubicBezTo>
                      <a:pt x="2474" y="1498"/>
                      <a:pt x="2616" y="1525"/>
                      <a:pt x="2695" y="1571"/>
                    </a:cubicBezTo>
                    <a:cubicBezTo>
                      <a:pt x="2749" y="1607"/>
                      <a:pt x="2793" y="1660"/>
                      <a:pt x="2829" y="1705"/>
                    </a:cubicBezTo>
                    <a:cubicBezTo>
                      <a:pt x="2900" y="1812"/>
                      <a:pt x="2954" y="1937"/>
                      <a:pt x="2989" y="2053"/>
                    </a:cubicBezTo>
                    <a:cubicBezTo>
                      <a:pt x="3043" y="2240"/>
                      <a:pt x="3061" y="2436"/>
                      <a:pt x="3052" y="2632"/>
                    </a:cubicBezTo>
                    <a:cubicBezTo>
                      <a:pt x="3052" y="2723"/>
                      <a:pt x="3033" y="3003"/>
                      <a:pt x="3155" y="3003"/>
                    </a:cubicBezTo>
                    <a:cubicBezTo>
                      <a:pt x="3178" y="3003"/>
                      <a:pt x="3206" y="2994"/>
                      <a:pt x="3239" y="2971"/>
                    </a:cubicBezTo>
                    <a:cubicBezTo>
                      <a:pt x="3373" y="2882"/>
                      <a:pt x="3471" y="2677"/>
                      <a:pt x="3534" y="2525"/>
                    </a:cubicBezTo>
                    <a:cubicBezTo>
                      <a:pt x="3605" y="2365"/>
                      <a:pt x="3641" y="2195"/>
                      <a:pt x="3659" y="2026"/>
                    </a:cubicBezTo>
                    <a:cubicBezTo>
                      <a:pt x="3676" y="1776"/>
                      <a:pt x="3685" y="1526"/>
                      <a:pt x="3632" y="1285"/>
                    </a:cubicBezTo>
                    <a:cubicBezTo>
                      <a:pt x="3551" y="964"/>
                      <a:pt x="3320" y="857"/>
                      <a:pt x="3123" y="634"/>
                    </a:cubicBezTo>
                    <a:cubicBezTo>
                      <a:pt x="3034" y="545"/>
                      <a:pt x="2981" y="429"/>
                      <a:pt x="2900" y="331"/>
                    </a:cubicBezTo>
                    <a:cubicBezTo>
                      <a:pt x="2753" y="143"/>
                      <a:pt x="2510" y="40"/>
                      <a:pt x="2269" y="40"/>
                    </a:cubicBezTo>
                    <a:cubicBezTo>
                      <a:pt x="2144" y="40"/>
                      <a:pt x="2020" y="68"/>
                      <a:pt x="1910" y="126"/>
                    </a:cubicBezTo>
                    <a:cubicBezTo>
                      <a:pt x="1856" y="152"/>
                      <a:pt x="1812" y="188"/>
                      <a:pt x="1758" y="197"/>
                    </a:cubicBezTo>
                    <a:cubicBezTo>
                      <a:pt x="1743" y="200"/>
                      <a:pt x="1728" y="201"/>
                      <a:pt x="1713" y="201"/>
                    </a:cubicBezTo>
                    <a:cubicBezTo>
                      <a:pt x="1550" y="201"/>
                      <a:pt x="1432" y="34"/>
                      <a:pt x="1277" y="10"/>
                    </a:cubicBezTo>
                    <a:cubicBezTo>
                      <a:pt x="1244" y="3"/>
                      <a:pt x="1212" y="0"/>
                      <a:pt x="11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6858205" y="3178026"/>
                <a:ext cx="38068" cy="55906"/>
              </a:xfrm>
              <a:custGeom>
                <a:avLst/>
                <a:gdLst/>
                <a:ahLst/>
                <a:cxnLst/>
                <a:rect l="l" t="t" r="r" b="b"/>
                <a:pathLst>
                  <a:path w="572" h="840" extrusionOk="0">
                    <a:moveTo>
                      <a:pt x="257" y="1"/>
                    </a:moveTo>
                    <a:cubicBezTo>
                      <a:pt x="252" y="1"/>
                      <a:pt x="247" y="1"/>
                      <a:pt x="241" y="2"/>
                    </a:cubicBezTo>
                    <a:cubicBezTo>
                      <a:pt x="215" y="11"/>
                      <a:pt x="188" y="28"/>
                      <a:pt x="170" y="46"/>
                    </a:cubicBezTo>
                    <a:cubicBezTo>
                      <a:pt x="108" y="91"/>
                      <a:pt x="63" y="162"/>
                      <a:pt x="45" y="242"/>
                    </a:cubicBezTo>
                    <a:lnTo>
                      <a:pt x="1" y="751"/>
                    </a:lnTo>
                    <a:cubicBezTo>
                      <a:pt x="41" y="814"/>
                      <a:pt x="98" y="839"/>
                      <a:pt x="159" y="839"/>
                    </a:cubicBezTo>
                    <a:cubicBezTo>
                      <a:pt x="260" y="839"/>
                      <a:pt x="370" y="770"/>
                      <a:pt x="420" y="697"/>
                    </a:cubicBezTo>
                    <a:cubicBezTo>
                      <a:pt x="509" y="581"/>
                      <a:pt x="571" y="394"/>
                      <a:pt x="527" y="260"/>
                    </a:cubicBezTo>
                    <a:cubicBezTo>
                      <a:pt x="500" y="198"/>
                      <a:pt x="464" y="144"/>
                      <a:pt x="411" y="91"/>
                    </a:cubicBezTo>
                    <a:cubicBezTo>
                      <a:pt x="370" y="50"/>
                      <a:pt x="321" y="1"/>
                      <a:pt x="257" y="1"/>
                    </a:cubicBezTo>
                    <a:close/>
                  </a:path>
                </a:pathLst>
              </a:custGeom>
              <a:solidFill>
                <a:srgbClr val="F2BE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6811883" y="3148675"/>
                <a:ext cx="41662" cy="15041"/>
              </a:xfrm>
              <a:custGeom>
                <a:avLst/>
                <a:gdLst/>
                <a:ahLst/>
                <a:cxnLst/>
                <a:rect l="l" t="t" r="r" b="b"/>
                <a:pathLst>
                  <a:path w="626" h="226" extrusionOk="0">
                    <a:moveTo>
                      <a:pt x="203" y="1"/>
                    </a:moveTo>
                    <a:cubicBezTo>
                      <a:pt x="141" y="1"/>
                      <a:pt x="92" y="8"/>
                      <a:pt x="72" y="14"/>
                    </a:cubicBezTo>
                    <a:cubicBezTo>
                      <a:pt x="36" y="23"/>
                      <a:pt x="1" y="121"/>
                      <a:pt x="36" y="157"/>
                    </a:cubicBezTo>
                    <a:cubicBezTo>
                      <a:pt x="39" y="160"/>
                      <a:pt x="47" y="161"/>
                      <a:pt x="60" y="161"/>
                    </a:cubicBezTo>
                    <a:cubicBezTo>
                      <a:pt x="81" y="161"/>
                      <a:pt x="116" y="158"/>
                      <a:pt x="161" y="158"/>
                    </a:cubicBezTo>
                    <a:cubicBezTo>
                      <a:pt x="240" y="158"/>
                      <a:pt x="350" y="168"/>
                      <a:pt x="473" y="220"/>
                    </a:cubicBezTo>
                    <a:cubicBezTo>
                      <a:pt x="488" y="223"/>
                      <a:pt x="503" y="225"/>
                      <a:pt x="517" y="225"/>
                    </a:cubicBezTo>
                    <a:cubicBezTo>
                      <a:pt x="537" y="225"/>
                      <a:pt x="556" y="221"/>
                      <a:pt x="572" y="211"/>
                    </a:cubicBezTo>
                    <a:cubicBezTo>
                      <a:pt x="589" y="202"/>
                      <a:pt x="607" y="193"/>
                      <a:pt x="616" y="175"/>
                    </a:cubicBezTo>
                    <a:cubicBezTo>
                      <a:pt x="625" y="157"/>
                      <a:pt x="625" y="148"/>
                      <a:pt x="616" y="130"/>
                    </a:cubicBezTo>
                    <a:cubicBezTo>
                      <a:pt x="607" y="113"/>
                      <a:pt x="589" y="95"/>
                      <a:pt x="572" y="86"/>
                    </a:cubicBezTo>
                    <a:cubicBezTo>
                      <a:pt x="450" y="19"/>
                      <a:pt x="307" y="1"/>
                      <a:pt x="2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6732950" y="3147610"/>
                <a:ext cx="40397" cy="15507"/>
              </a:xfrm>
              <a:custGeom>
                <a:avLst/>
                <a:gdLst/>
                <a:ahLst/>
                <a:cxnLst/>
                <a:rect l="l" t="t" r="r" b="b"/>
                <a:pathLst>
                  <a:path w="607" h="233" extrusionOk="0">
                    <a:moveTo>
                      <a:pt x="476" y="0"/>
                    </a:moveTo>
                    <a:cubicBezTo>
                      <a:pt x="377" y="0"/>
                      <a:pt x="193" y="20"/>
                      <a:pt x="54" y="111"/>
                    </a:cubicBezTo>
                    <a:cubicBezTo>
                      <a:pt x="36" y="120"/>
                      <a:pt x="18" y="137"/>
                      <a:pt x="9" y="155"/>
                    </a:cubicBezTo>
                    <a:cubicBezTo>
                      <a:pt x="0" y="164"/>
                      <a:pt x="9" y="182"/>
                      <a:pt x="9" y="191"/>
                    </a:cubicBezTo>
                    <a:cubicBezTo>
                      <a:pt x="18" y="209"/>
                      <a:pt x="36" y="218"/>
                      <a:pt x="54" y="227"/>
                    </a:cubicBezTo>
                    <a:cubicBezTo>
                      <a:pt x="65" y="230"/>
                      <a:pt x="77" y="232"/>
                      <a:pt x="91" y="232"/>
                    </a:cubicBezTo>
                    <a:cubicBezTo>
                      <a:pt x="110" y="232"/>
                      <a:pt x="131" y="228"/>
                      <a:pt x="152" y="218"/>
                    </a:cubicBezTo>
                    <a:cubicBezTo>
                      <a:pt x="375" y="120"/>
                      <a:pt x="562" y="155"/>
                      <a:pt x="580" y="137"/>
                    </a:cubicBezTo>
                    <a:cubicBezTo>
                      <a:pt x="607" y="102"/>
                      <a:pt x="571" y="13"/>
                      <a:pt x="535" y="4"/>
                    </a:cubicBezTo>
                    <a:cubicBezTo>
                      <a:pt x="524" y="2"/>
                      <a:pt x="503" y="0"/>
                      <a:pt x="47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Google Shape;1446;p29"/>
              <p:cNvSpPr/>
              <p:nvPr/>
            </p:nvSpPr>
            <p:spPr>
              <a:xfrm>
                <a:off x="6819670" y="3178359"/>
                <a:ext cx="13044" cy="14709"/>
              </a:xfrm>
              <a:custGeom>
                <a:avLst/>
                <a:gdLst/>
                <a:ahLst/>
                <a:cxnLst/>
                <a:rect l="l" t="t" r="r" b="b"/>
                <a:pathLst>
                  <a:path w="196" h="221" extrusionOk="0">
                    <a:moveTo>
                      <a:pt x="88" y="0"/>
                    </a:moveTo>
                    <a:cubicBezTo>
                      <a:pt x="69" y="0"/>
                      <a:pt x="47" y="6"/>
                      <a:pt x="35" y="23"/>
                    </a:cubicBezTo>
                    <a:cubicBezTo>
                      <a:pt x="1" y="92"/>
                      <a:pt x="33" y="220"/>
                      <a:pt x="116" y="220"/>
                    </a:cubicBezTo>
                    <a:cubicBezTo>
                      <a:pt x="119" y="220"/>
                      <a:pt x="122" y="220"/>
                      <a:pt x="125" y="220"/>
                    </a:cubicBezTo>
                    <a:cubicBezTo>
                      <a:pt x="196" y="211"/>
                      <a:pt x="196" y="77"/>
                      <a:pt x="151" y="23"/>
                    </a:cubicBezTo>
                    <a:cubicBezTo>
                      <a:pt x="142" y="14"/>
                      <a:pt x="133" y="6"/>
                      <a:pt x="116" y="6"/>
                    </a:cubicBezTo>
                    <a:cubicBezTo>
                      <a:pt x="109" y="2"/>
                      <a:pt x="99" y="0"/>
                      <a:pt x="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Google Shape;1447;p29"/>
              <p:cNvSpPr/>
              <p:nvPr/>
            </p:nvSpPr>
            <p:spPr>
              <a:xfrm>
                <a:off x="6751918" y="3178092"/>
                <a:ext cx="12512" cy="14975"/>
              </a:xfrm>
              <a:custGeom>
                <a:avLst/>
                <a:gdLst/>
                <a:ahLst/>
                <a:cxnLst/>
                <a:rect l="l" t="t" r="r" b="b"/>
                <a:pathLst>
                  <a:path w="188" h="225" extrusionOk="0">
                    <a:moveTo>
                      <a:pt x="85" y="1"/>
                    </a:moveTo>
                    <a:cubicBezTo>
                      <a:pt x="70" y="1"/>
                      <a:pt x="54" y="5"/>
                      <a:pt x="45" y="18"/>
                    </a:cubicBezTo>
                    <a:cubicBezTo>
                      <a:pt x="1" y="81"/>
                      <a:pt x="1" y="215"/>
                      <a:pt x="90" y="224"/>
                    </a:cubicBezTo>
                    <a:cubicBezTo>
                      <a:pt x="92" y="224"/>
                      <a:pt x="95" y="224"/>
                      <a:pt x="97" y="224"/>
                    </a:cubicBezTo>
                    <a:cubicBezTo>
                      <a:pt x="163" y="224"/>
                      <a:pt x="187" y="105"/>
                      <a:pt x="161" y="45"/>
                    </a:cubicBezTo>
                    <a:cubicBezTo>
                      <a:pt x="152" y="27"/>
                      <a:pt x="143" y="18"/>
                      <a:pt x="126" y="10"/>
                    </a:cubicBezTo>
                    <a:cubicBezTo>
                      <a:pt x="117" y="5"/>
                      <a:pt x="101" y="1"/>
                      <a:pt x="8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6781002" y="3180488"/>
                <a:ext cx="32145" cy="46988"/>
              </a:xfrm>
              <a:custGeom>
                <a:avLst/>
                <a:gdLst/>
                <a:ahLst/>
                <a:cxnLst/>
                <a:rect l="l" t="t" r="r" b="b"/>
                <a:pathLst>
                  <a:path w="483" h="706" extrusionOk="0">
                    <a:moveTo>
                      <a:pt x="99" y="0"/>
                    </a:moveTo>
                    <a:lnTo>
                      <a:pt x="99" y="0"/>
                    </a:lnTo>
                    <a:cubicBezTo>
                      <a:pt x="63" y="179"/>
                      <a:pt x="1" y="616"/>
                      <a:pt x="117" y="678"/>
                    </a:cubicBezTo>
                    <a:cubicBezTo>
                      <a:pt x="152" y="705"/>
                      <a:pt x="197" y="705"/>
                      <a:pt x="242" y="705"/>
                    </a:cubicBezTo>
                    <a:cubicBezTo>
                      <a:pt x="349" y="705"/>
                      <a:pt x="465" y="669"/>
                      <a:pt x="483" y="660"/>
                    </a:cubicBezTo>
                    <a:lnTo>
                      <a:pt x="456" y="589"/>
                    </a:lnTo>
                    <a:cubicBezTo>
                      <a:pt x="411" y="602"/>
                      <a:pt x="315" y="633"/>
                      <a:pt x="235" y="633"/>
                    </a:cubicBezTo>
                    <a:cubicBezTo>
                      <a:pt x="204" y="633"/>
                      <a:pt x="175" y="628"/>
                      <a:pt x="152" y="616"/>
                    </a:cubicBezTo>
                    <a:cubicBezTo>
                      <a:pt x="108" y="589"/>
                      <a:pt x="117" y="312"/>
                      <a:pt x="170" y="9"/>
                    </a:cubicBezTo>
                    <a:lnTo>
                      <a:pt x="99" y="0"/>
                    </a:lnTo>
                    <a:close/>
                  </a:path>
                </a:pathLst>
              </a:custGeom>
              <a:solidFill>
                <a:srgbClr val="DD816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6779804" y="3239855"/>
                <a:ext cx="39266" cy="22163"/>
              </a:xfrm>
              <a:custGeom>
                <a:avLst/>
                <a:gdLst/>
                <a:ahLst/>
                <a:cxnLst/>
                <a:rect l="l" t="t" r="r" b="b"/>
                <a:pathLst>
                  <a:path w="590" h="333" extrusionOk="0">
                    <a:moveTo>
                      <a:pt x="590" y="0"/>
                    </a:moveTo>
                    <a:lnTo>
                      <a:pt x="1" y="36"/>
                    </a:lnTo>
                    <a:cubicBezTo>
                      <a:pt x="10" y="235"/>
                      <a:pt x="139" y="333"/>
                      <a:pt x="275" y="333"/>
                    </a:cubicBezTo>
                    <a:cubicBezTo>
                      <a:pt x="420" y="333"/>
                      <a:pt x="571" y="221"/>
                      <a:pt x="59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6655149" y="3435792"/>
                <a:ext cx="283846" cy="184091"/>
              </a:xfrm>
              <a:custGeom>
                <a:avLst/>
                <a:gdLst/>
                <a:ahLst/>
                <a:cxnLst/>
                <a:rect l="l" t="t" r="r" b="b"/>
                <a:pathLst>
                  <a:path w="4265" h="2766" extrusionOk="0">
                    <a:moveTo>
                      <a:pt x="125" y="0"/>
                    </a:moveTo>
                    <a:lnTo>
                      <a:pt x="1" y="45"/>
                    </a:lnTo>
                    <a:lnTo>
                      <a:pt x="36" y="348"/>
                    </a:lnTo>
                    <a:lnTo>
                      <a:pt x="340" y="2471"/>
                    </a:lnTo>
                    <a:lnTo>
                      <a:pt x="3908" y="2766"/>
                    </a:lnTo>
                    <a:lnTo>
                      <a:pt x="4265" y="125"/>
                    </a:lnTo>
                    <a:lnTo>
                      <a:pt x="4095" y="0"/>
                    </a:lnTo>
                    <a:lnTo>
                      <a:pt x="2133" y="892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29"/>
              <p:cNvSpPr/>
              <p:nvPr/>
            </p:nvSpPr>
            <p:spPr>
              <a:xfrm>
                <a:off x="6807158" y="3438454"/>
                <a:ext cx="137764" cy="247385"/>
              </a:xfrm>
              <a:custGeom>
                <a:avLst/>
                <a:gdLst/>
                <a:ahLst/>
                <a:cxnLst/>
                <a:rect l="l" t="t" r="r" b="b"/>
                <a:pathLst>
                  <a:path w="2070" h="3717" extrusionOk="0">
                    <a:moveTo>
                      <a:pt x="2013" y="0"/>
                    </a:moveTo>
                    <a:cubicBezTo>
                      <a:pt x="2005" y="0"/>
                      <a:pt x="1998" y="2"/>
                      <a:pt x="1990" y="5"/>
                    </a:cubicBezTo>
                    <a:lnTo>
                      <a:pt x="0" y="897"/>
                    </a:lnTo>
                    <a:lnTo>
                      <a:pt x="18" y="3716"/>
                    </a:lnTo>
                    <a:lnTo>
                      <a:pt x="1713" y="2770"/>
                    </a:lnTo>
                    <a:cubicBezTo>
                      <a:pt x="1731" y="2761"/>
                      <a:pt x="1749" y="2735"/>
                      <a:pt x="1749" y="2717"/>
                    </a:cubicBezTo>
                    <a:lnTo>
                      <a:pt x="2070" y="67"/>
                    </a:lnTo>
                    <a:cubicBezTo>
                      <a:pt x="2070" y="31"/>
                      <a:pt x="2046" y="0"/>
                      <a:pt x="20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Google Shape;1452;p29"/>
              <p:cNvSpPr/>
              <p:nvPr/>
            </p:nvSpPr>
            <p:spPr>
              <a:xfrm>
                <a:off x="6649825" y="3438454"/>
                <a:ext cx="137764" cy="247385"/>
              </a:xfrm>
              <a:custGeom>
                <a:avLst/>
                <a:gdLst/>
                <a:ahLst/>
                <a:cxnLst/>
                <a:rect l="l" t="t" r="r" b="b"/>
                <a:pathLst>
                  <a:path w="2070" h="3717" extrusionOk="0">
                    <a:moveTo>
                      <a:pt x="57" y="0"/>
                    </a:moveTo>
                    <a:cubicBezTo>
                      <a:pt x="24" y="0"/>
                      <a:pt x="0" y="31"/>
                      <a:pt x="0" y="67"/>
                    </a:cubicBezTo>
                    <a:lnTo>
                      <a:pt x="321" y="2717"/>
                    </a:lnTo>
                    <a:cubicBezTo>
                      <a:pt x="321" y="2735"/>
                      <a:pt x="339" y="2761"/>
                      <a:pt x="357" y="2770"/>
                    </a:cubicBezTo>
                    <a:lnTo>
                      <a:pt x="2052" y="3716"/>
                    </a:lnTo>
                    <a:lnTo>
                      <a:pt x="2070" y="897"/>
                    </a:lnTo>
                    <a:lnTo>
                      <a:pt x="81" y="5"/>
                    </a:lnTo>
                    <a:cubicBezTo>
                      <a:pt x="72" y="2"/>
                      <a:pt x="65" y="0"/>
                      <a:pt x="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6786393" y="3498087"/>
                <a:ext cx="22029" cy="187752"/>
              </a:xfrm>
              <a:custGeom>
                <a:avLst/>
                <a:gdLst/>
                <a:ahLst/>
                <a:cxnLst/>
                <a:rect l="l" t="t" r="r" b="b"/>
                <a:pathLst>
                  <a:path w="331" h="2821" extrusionOk="0">
                    <a:moveTo>
                      <a:pt x="18" y="1"/>
                    </a:moveTo>
                    <a:lnTo>
                      <a:pt x="0" y="2820"/>
                    </a:lnTo>
                    <a:lnTo>
                      <a:pt x="330" y="2820"/>
                    </a:lnTo>
                    <a:lnTo>
                      <a:pt x="31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6823797" y="3465475"/>
                <a:ext cx="102158" cy="96838"/>
              </a:xfrm>
              <a:custGeom>
                <a:avLst/>
                <a:gdLst/>
                <a:ahLst/>
                <a:cxnLst/>
                <a:rect l="l" t="t" r="r" b="b"/>
                <a:pathLst>
                  <a:path w="1535" h="1455" extrusionOk="0">
                    <a:moveTo>
                      <a:pt x="1535" y="0"/>
                    </a:moveTo>
                    <a:lnTo>
                      <a:pt x="0" y="687"/>
                    </a:lnTo>
                    <a:lnTo>
                      <a:pt x="0" y="1454"/>
                    </a:lnTo>
                    <a:lnTo>
                      <a:pt x="1454" y="821"/>
                    </a:lnTo>
                    <a:lnTo>
                      <a:pt x="153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6766760" y="3249372"/>
                <a:ext cx="93307" cy="39201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589" extrusionOk="0">
                    <a:moveTo>
                      <a:pt x="1348" y="0"/>
                    </a:moveTo>
                    <a:cubicBezTo>
                      <a:pt x="1339" y="0"/>
                      <a:pt x="1009" y="473"/>
                      <a:pt x="607" y="509"/>
                    </a:cubicBezTo>
                    <a:cubicBezTo>
                      <a:pt x="564" y="513"/>
                      <a:pt x="523" y="514"/>
                      <a:pt x="485" y="514"/>
                    </a:cubicBezTo>
                    <a:cubicBezTo>
                      <a:pt x="181" y="514"/>
                      <a:pt x="54" y="402"/>
                      <a:pt x="54" y="402"/>
                    </a:cubicBezTo>
                    <a:lnTo>
                      <a:pt x="1" y="455"/>
                    </a:lnTo>
                    <a:cubicBezTo>
                      <a:pt x="10" y="464"/>
                      <a:pt x="152" y="589"/>
                      <a:pt x="482" y="589"/>
                    </a:cubicBezTo>
                    <a:cubicBezTo>
                      <a:pt x="518" y="589"/>
                      <a:pt x="572" y="589"/>
                      <a:pt x="616" y="580"/>
                    </a:cubicBezTo>
                    <a:cubicBezTo>
                      <a:pt x="1044" y="544"/>
                      <a:pt x="1392" y="63"/>
                      <a:pt x="1401" y="45"/>
                    </a:cubicBezTo>
                    <a:lnTo>
                      <a:pt x="1348" y="0"/>
                    </a:lnTo>
                    <a:close/>
                  </a:path>
                </a:pathLst>
              </a:custGeom>
              <a:solidFill>
                <a:srgbClr val="DD816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Google Shape;1456;p29"/>
              <p:cNvSpPr/>
              <p:nvPr/>
            </p:nvSpPr>
            <p:spPr>
              <a:xfrm>
                <a:off x="6860002" y="3542212"/>
                <a:ext cx="97433" cy="123992"/>
              </a:xfrm>
              <a:custGeom>
                <a:avLst/>
                <a:gdLst/>
                <a:ahLst/>
                <a:cxnLst/>
                <a:rect l="l" t="t" r="r" b="b"/>
                <a:pathLst>
                  <a:path w="1464" h="1863" extrusionOk="0">
                    <a:moveTo>
                      <a:pt x="591" y="1"/>
                    </a:moveTo>
                    <a:cubicBezTo>
                      <a:pt x="583" y="1"/>
                      <a:pt x="577" y="3"/>
                      <a:pt x="571" y="7"/>
                    </a:cubicBezTo>
                    <a:cubicBezTo>
                      <a:pt x="500" y="70"/>
                      <a:pt x="857" y="533"/>
                      <a:pt x="919" y="774"/>
                    </a:cubicBezTo>
                    <a:cubicBezTo>
                      <a:pt x="866" y="658"/>
                      <a:pt x="750" y="542"/>
                      <a:pt x="669" y="400"/>
                    </a:cubicBezTo>
                    <a:cubicBezTo>
                      <a:pt x="544" y="190"/>
                      <a:pt x="418" y="5"/>
                      <a:pt x="359" y="5"/>
                    </a:cubicBezTo>
                    <a:cubicBezTo>
                      <a:pt x="355" y="5"/>
                      <a:pt x="351" y="5"/>
                      <a:pt x="348" y="7"/>
                    </a:cubicBezTo>
                    <a:cubicBezTo>
                      <a:pt x="268" y="52"/>
                      <a:pt x="393" y="364"/>
                      <a:pt x="482" y="507"/>
                    </a:cubicBezTo>
                    <a:cubicBezTo>
                      <a:pt x="580" y="667"/>
                      <a:pt x="678" y="765"/>
                      <a:pt x="776" y="935"/>
                    </a:cubicBezTo>
                    <a:cubicBezTo>
                      <a:pt x="652" y="810"/>
                      <a:pt x="562" y="712"/>
                      <a:pt x="455" y="560"/>
                    </a:cubicBezTo>
                    <a:cubicBezTo>
                      <a:pt x="379" y="459"/>
                      <a:pt x="240" y="191"/>
                      <a:pt x="180" y="191"/>
                    </a:cubicBezTo>
                    <a:cubicBezTo>
                      <a:pt x="176" y="191"/>
                      <a:pt x="173" y="192"/>
                      <a:pt x="170" y="194"/>
                    </a:cubicBezTo>
                    <a:cubicBezTo>
                      <a:pt x="116" y="239"/>
                      <a:pt x="179" y="489"/>
                      <a:pt x="241" y="596"/>
                    </a:cubicBezTo>
                    <a:cubicBezTo>
                      <a:pt x="348" y="765"/>
                      <a:pt x="455" y="908"/>
                      <a:pt x="562" y="1069"/>
                    </a:cubicBezTo>
                    <a:cubicBezTo>
                      <a:pt x="405" y="994"/>
                      <a:pt x="201" y="643"/>
                      <a:pt x="102" y="643"/>
                    </a:cubicBezTo>
                    <a:cubicBezTo>
                      <a:pt x="94" y="643"/>
                      <a:pt x="87" y="645"/>
                      <a:pt x="81" y="649"/>
                    </a:cubicBezTo>
                    <a:cubicBezTo>
                      <a:pt x="0" y="721"/>
                      <a:pt x="259" y="1069"/>
                      <a:pt x="384" y="1220"/>
                    </a:cubicBezTo>
                    <a:cubicBezTo>
                      <a:pt x="571" y="1452"/>
                      <a:pt x="785" y="1666"/>
                      <a:pt x="1017" y="1863"/>
                    </a:cubicBezTo>
                    <a:lnTo>
                      <a:pt x="1463" y="1559"/>
                    </a:lnTo>
                    <a:cubicBezTo>
                      <a:pt x="1463" y="1051"/>
                      <a:pt x="1347" y="632"/>
                      <a:pt x="1062" y="275"/>
                    </a:cubicBezTo>
                    <a:lnTo>
                      <a:pt x="1026" y="560"/>
                    </a:lnTo>
                    <a:cubicBezTo>
                      <a:pt x="951" y="369"/>
                      <a:pt x="691" y="1"/>
                      <a:pt x="591" y="1"/>
                    </a:cubicBezTo>
                    <a:close/>
                  </a:path>
                </a:pathLst>
              </a:custGeom>
              <a:solidFill>
                <a:srgbClr val="F2BE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29"/>
              <p:cNvSpPr/>
              <p:nvPr/>
            </p:nvSpPr>
            <p:spPr>
              <a:xfrm>
                <a:off x="6925291" y="3664939"/>
                <a:ext cx="219756" cy="276736"/>
              </a:xfrm>
              <a:custGeom>
                <a:avLst/>
                <a:gdLst/>
                <a:ahLst/>
                <a:cxnLst/>
                <a:rect l="l" t="t" r="r" b="b"/>
                <a:pathLst>
                  <a:path w="3302" h="4158" extrusionOk="0">
                    <a:moveTo>
                      <a:pt x="72" y="1"/>
                    </a:moveTo>
                    <a:lnTo>
                      <a:pt x="1" y="28"/>
                    </a:lnTo>
                    <a:cubicBezTo>
                      <a:pt x="1615" y="3605"/>
                      <a:pt x="3212" y="4140"/>
                      <a:pt x="3275" y="4158"/>
                    </a:cubicBezTo>
                    <a:lnTo>
                      <a:pt x="3301" y="4087"/>
                    </a:lnTo>
                    <a:cubicBezTo>
                      <a:pt x="3284" y="4087"/>
                      <a:pt x="1669" y="3542"/>
                      <a:pt x="7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6956172" y="3643575"/>
                <a:ext cx="235197" cy="146155"/>
              </a:xfrm>
              <a:custGeom>
                <a:avLst/>
                <a:gdLst/>
                <a:ahLst/>
                <a:cxnLst/>
                <a:rect l="l" t="t" r="r" b="b"/>
                <a:pathLst>
                  <a:path w="3534" h="2196" extrusionOk="0">
                    <a:moveTo>
                      <a:pt x="36" y="1"/>
                    </a:moveTo>
                    <a:lnTo>
                      <a:pt x="0" y="63"/>
                    </a:lnTo>
                    <a:cubicBezTo>
                      <a:pt x="27" y="81"/>
                      <a:pt x="2516" y="1232"/>
                      <a:pt x="3480" y="2195"/>
                    </a:cubicBezTo>
                    <a:lnTo>
                      <a:pt x="3533" y="2142"/>
                    </a:lnTo>
                    <a:cubicBezTo>
                      <a:pt x="2561" y="1169"/>
                      <a:pt x="54" y="10"/>
                      <a:pt x="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7033974" y="3512995"/>
                <a:ext cx="74872" cy="213176"/>
              </a:xfrm>
              <a:custGeom>
                <a:avLst/>
                <a:gdLst/>
                <a:ahLst/>
                <a:cxnLst/>
                <a:rect l="l" t="t" r="r" b="b"/>
                <a:pathLst>
                  <a:path w="1125" h="3203" extrusionOk="0">
                    <a:moveTo>
                      <a:pt x="63" y="0"/>
                    </a:moveTo>
                    <a:lnTo>
                      <a:pt x="0" y="36"/>
                    </a:lnTo>
                    <a:cubicBezTo>
                      <a:pt x="518" y="928"/>
                      <a:pt x="1044" y="3185"/>
                      <a:pt x="1053" y="3203"/>
                    </a:cubicBezTo>
                    <a:lnTo>
                      <a:pt x="1124" y="3185"/>
                    </a:lnTo>
                    <a:cubicBezTo>
                      <a:pt x="1115" y="3167"/>
                      <a:pt x="589" y="901"/>
                      <a:pt x="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Google Shape;1460;p29"/>
              <p:cNvSpPr/>
              <p:nvPr/>
            </p:nvSpPr>
            <p:spPr>
              <a:xfrm>
                <a:off x="6615949" y="3542212"/>
                <a:ext cx="97433" cy="123992"/>
              </a:xfrm>
              <a:custGeom>
                <a:avLst/>
                <a:gdLst/>
                <a:ahLst/>
                <a:cxnLst/>
                <a:rect l="l" t="t" r="r" b="b"/>
                <a:pathLst>
                  <a:path w="1464" h="1863" extrusionOk="0">
                    <a:moveTo>
                      <a:pt x="875" y="1"/>
                    </a:moveTo>
                    <a:cubicBezTo>
                      <a:pt x="780" y="1"/>
                      <a:pt x="513" y="369"/>
                      <a:pt x="438" y="560"/>
                    </a:cubicBezTo>
                    <a:lnTo>
                      <a:pt x="411" y="275"/>
                    </a:lnTo>
                    <a:cubicBezTo>
                      <a:pt x="117" y="632"/>
                      <a:pt x="1" y="1051"/>
                      <a:pt x="10" y="1559"/>
                    </a:cubicBezTo>
                    <a:lnTo>
                      <a:pt x="447" y="1863"/>
                    </a:lnTo>
                    <a:cubicBezTo>
                      <a:pt x="679" y="1666"/>
                      <a:pt x="893" y="1452"/>
                      <a:pt x="1080" y="1220"/>
                    </a:cubicBezTo>
                    <a:cubicBezTo>
                      <a:pt x="1205" y="1069"/>
                      <a:pt x="1464" y="721"/>
                      <a:pt x="1383" y="649"/>
                    </a:cubicBezTo>
                    <a:cubicBezTo>
                      <a:pt x="1378" y="645"/>
                      <a:pt x="1371" y="643"/>
                      <a:pt x="1364" y="643"/>
                    </a:cubicBezTo>
                    <a:cubicBezTo>
                      <a:pt x="1271" y="643"/>
                      <a:pt x="1067" y="994"/>
                      <a:pt x="902" y="1069"/>
                    </a:cubicBezTo>
                    <a:cubicBezTo>
                      <a:pt x="1009" y="908"/>
                      <a:pt x="1116" y="765"/>
                      <a:pt x="1223" y="596"/>
                    </a:cubicBezTo>
                    <a:cubicBezTo>
                      <a:pt x="1294" y="489"/>
                      <a:pt x="1357" y="239"/>
                      <a:pt x="1303" y="194"/>
                    </a:cubicBezTo>
                    <a:cubicBezTo>
                      <a:pt x="1300" y="192"/>
                      <a:pt x="1297" y="191"/>
                      <a:pt x="1293" y="191"/>
                    </a:cubicBezTo>
                    <a:cubicBezTo>
                      <a:pt x="1232" y="191"/>
                      <a:pt x="1085" y="459"/>
                      <a:pt x="1009" y="560"/>
                    </a:cubicBezTo>
                    <a:cubicBezTo>
                      <a:pt x="902" y="712"/>
                      <a:pt x="821" y="810"/>
                      <a:pt x="697" y="935"/>
                    </a:cubicBezTo>
                    <a:cubicBezTo>
                      <a:pt x="795" y="765"/>
                      <a:pt x="893" y="667"/>
                      <a:pt x="991" y="507"/>
                    </a:cubicBezTo>
                    <a:cubicBezTo>
                      <a:pt x="1071" y="364"/>
                      <a:pt x="1205" y="52"/>
                      <a:pt x="1116" y="7"/>
                    </a:cubicBezTo>
                    <a:cubicBezTo>
                      <a:pt x="1113" y="5"/>
                      <a:pt x="1110" y="5"/>
                      <a:pt x="1107" y="5"/>
                    </a:cubicBezTo>
                    <a:cubicBezTo>
                      <a:pt x="1055" y="5"/>
                      <a:pt x="929" y="190"/>
                      <a:pt x="804" y="400"/>
                    </a:cubicBezTo>
                    <a:cubicBezTo>
                      <a:pt x="714" y="542"/>
                      <a:pt x="598" y="658"/>
                      <a:pt x="545" y="774"/>
                    </a:cubicBezTo>
                    <a:cubicBezTo>
                      <a:pt x="607" y="533"/>
                      <a:pt x="964" y="70"/>
                      <a:pt x="893" y="7"/>
                    </a:cubicBezTo>
                    <a:cubicBezTo>
                      <a:pt x="888" y="3"/>
                      <a:pt x="882" y="1"/>
                      <a:pt x="875" y="1"/>
                    </a:cubicBezTo>
                    <a:close/>
                  </a:path>
                </a:pathLst>
              </a:custGeom>
              <a:solidFill>
                <a:srgbClr val="F2BE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Google Shape;1461;p29"/>
              <p:cNvSpPr/>
              <p:nvPr/>
            </p:nvSpPr>
            <p:spPr>
              <a:xfrm>
                <a:off x="6428932" y="3664939"/>
                <a:ext cx="219157" cy="276736"/>
              </a:xfrm>
              <a:custGeom>
                <a:avLst/>
                <a:gdLst/>
                <a:ahLst/>
                <a:cxnLst/>
                <a:rect l="l" t="t" r="r" b="b"/>
                <a:pathLst>
                  <a:path w="3293" h="4158" extrusionOk="0">
                    <a:moveTo>
                      <a:pt x="3230" y="1"/>
                    </a:moveTo>
                    <a:cubicBezTo>
                      <a:pt x="1624" y="3542"/>
                      <a:pt x="10" y="4087"/>
                      <a:pt x="1" y="4087"/>
                    </a:cubicBezTo>
                    <a:lnTo>
                      <a:pt x="18" y="4158"/>
                    </a:lnTo>
                    <a:cubicBezTo>
                      <a:pt x="90" y="4140"/>
                      <a:pt x="1678" y="3605"/>
                      <a:pt x="3292" y="28"/>
                    </a:cubicBezTo>
                    <a:lnTo>
                      <a:pt x="323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29"/>
              <p:cNvSpPr/>
              <p:nvPr/>
            </p:nvSpPr>
            <p:spPr>
              <a:xfrm>
                <a:off x="6382611" y="3643575"/>
                <a:ext cx="234598" cy="146155"/>
              </a:xfrm>
              <a:custGeom>
                <a:avLst/>
                <a:gdLst/>
                <a:ahLst/>
                <a:cxnLst/>
                <a:rect l="l" t="t" r="r" b="b"/>
                <a:pathLst>
                  <a:path w="3525" h="2196" extrusionOk="0">
                    <a:moveTo>
                      <a:pt x="3498" y="1"/>
                    </a:moveTo>
                    <a:cubicBezTo>
                      <a:pt x="3471" y="10"/>
                      <a:pt x="973" y="1169"/>
                      <a:pt x="1" y="2142"/>
                    </a:cubicBezTo>
                    <a:lnTo>
                      <a:pt x="54" y="2195"/>
                    </a:lnTo>
                    <a:cubicBezTo>
                      <a:pt x="1018" y="1232"/>
                      <a:pt x="3507" y="81"/>
                      <a:pt x="3525" y="63"/>
                    </a:cubicBezTo>
                    <a:lnTo>
                      <a:pt x="349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6549461" y="3514725"/>
                <a:ext cx="54706" cy="16392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2463" extrusionOk="0">
                    <a:moveTo>
                      <a:pt x="759" y="1"/>
                    </a:moveTo>
                    <a:cubicBezTo>
                      <a:pt x="277" y="1125"/>
                      <a:pt x="1" y="2427"/>
                      <a:pt x="1" y="2445"/>
                    </a:cubicBezTo>
                    <a:lnTo>
                      <a:pt x="72" y="2463"/>
                    </a:lnTo>
                    <a:cubicBezTo>
                      <a:pt x="72" y="2445"/>
                      <a:pt x="348" y="1152"/>
                      <a:pt x="821" y="36"/>
                    </a:cubicBezTo>
                    <a:lnTo>
                      <a:pt x="75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64" name="Google Shape;1464;p29"/>
          <p:cNvGrpSpPr/>
          <p:nvPr/>
        </p:nvGrpSpPr>
        <p:grpSpPr>
          <a:xfrm>
            <a:off x="5160873" y="281048"/>
            <a:ext cx="2533802" cy="1512017"/>
            <a:chOff x="5359848" y="509229"/>
            <a:chExt cx="2275733" cy="1358017"/>
          </a:xfrm>
        </p:grpSpPr>
        <p:sp>
          <p:nvSpPr>
            <p:cNvPr id="1465" name="Google Shape;1465;p29"/>
            <p:cNvSpPr/>
            <p:nvPr/>
          </p:nvSpPr>
          <p:spPr>
            <a:xfrm>
              <a:off x="5359848" y="509229"/>
              <a:ext cx="1928745" cy="488181"/>
            </a:xfrm>
            <a:custGeom>
              <a:avLst/>
              <a:gdLst/>
              <a:ahLst/>
              <a:cxnLst/>
              <a:rect l="l" t="t" r="r" b="b"/>
              <a:pathLst>
                <a:path w="23646" h="5985" extrusionOk="0">
                  <a:moveTo>
                    <a:pt x="1542" y="0"/>
                  </a:moveTo>
                  <a:cubicBezTo>
                    <a:pt x="690" y="0"/>
                    <a:pt x="0" y="690"/>
                    <a:pt x="0" y="1542"/>
                  </a:cubicBezTo>
                  <a:lnTo>
                    <a:pt x="0" y="4447"/>
                  </a:lnTo>
                  <a:cubicBezTo>
                    <a:pt x="0" y="5295"/>
                    <a:pt x="690" y="5984"/>
                    <a:pt x="1542" y="5984"/>
                  </a:cubicBezTo>
                  <a:lnTo>
                    <a:pt x="22108" y="5984"/>
                  </a:lnTo>
                  <a:cubicBezTo>
                    <a:pt x="22956" y="5984"/>
                    <a:pt x="23645" y="5295"/>
                    <a:pt x="23645" y="4447"/>
                  </a:cubicBezTo>
                  <a:lnTo>
                    <a:pt x="23645" y="1542"/>
                  </a:lnTo>
                  <a:cubicBezTo>
                    <a:pt x="23645" y="690"/>
                    <a:pt x="22956" y="0"/>
                    <a:pt x="2210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29"/>
            <p:cNvSpPr/>
            <p:nvPr/>
          </p:nvSpPr>
          <p:spPr>
            <a:xfrm>
              <a:off x="5359848" y="835906"/>
              <a:ext cx="1928745" cy="161504"/>
            </a:xfrm>
            <a:custGeom>
              <a:avLst/>
              <a:gdLst/>
              <a:ahLst/>
              <a:cxnLst/>
              <a:rect l="l" t="t" r="r" b="b"/>
              <a:pathLst>
                <a:path w="23646" h="1980" extrusionOk="0">
                  <a:moveTo>
                    <a:pt x="0" y="1"/>
                  </a:moveTo>
                  <a:lnTo>
                    <a:pt x="0" y="1217"/>
                  </a:lnTo>
                  <a:cubicBezTo>
                    <a:pt x="0" y="1641"/>
                    <a:pt x="343" y="1979"/>
                    <a:pt x="763" y="1979"/>
                  </a:cubicBezTo>
                  <a:lnTo>
                    <a:pt x="22883" y="1979"/>
                  </a:lnTo>
                  <a:cubicBezTo>
                    <a:pt x="23307" y="1979"/>
                    <a:pt x="23645" y="1641"/>
                    <a:pt x="23645" y="1217"/>
                  </a:cubicBezTo>
                  <a:lnTo>
                    <a:pt x="23645" y="1"/>
                  </a:lnTo>
                  <a:cubicBezTo>
                    <a:pt x="23645" y="425"/>
                    <a:pt x="23307" y="767"/>
                    <a:pt x="22883" y="767"/>
                  </a:cubicBezTo>
                  <a:lnTo>
                    <a:pt x="763" y="767"/>
                  </a:lnTo>
                  <a:cubicBezTo>
                    <a:pt x="343" y="767"/>
                    <a:pt x="0" y="425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29"/>
            <p:cNvSpPr/>
            <p:nvPr/>
          </p:nvSpPr>
          <p:spPr>
            <a:xfrm>
              <a:off x="5421350" y="822285"/>
              <a:ext cx="1805741" cy="27651"/>
            </a:xfrm>
            <a:custGeom>
              <a:avLst/>
              <a:gdLst/>
              <a:ahLst/>
              <a:cxnLst/>
              <a:rect l="l" t="t" r="r" b="b"/>
              <a:pathLst>
                <a:path w="22138" h="339" extrusionOk="0">
                  <a:moveTo>
                    <a:pt x="0" y="0"/>
                  </a:moveTo>
                  <a:lnTo>
                    <a:pt x="0" y="339"/>
                  </a:lnTo>
                  <a:lnTo>
                    <a:pt x="22138" y="339"/>
                  </a:lnTo>
                  <a:lnTo>
                    <a:pt x="221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29"/>
            <p:cNvSpPr/>
            <p:nvPr/>
          </p:nvSpPr>
          <p:spPr>
            <a:xfrm>
              <a:off x="5421350" y="760457"/>
              <a:ext cx="1805741" cy="27651"/>
            </a:xfrm>
            <a:custGeom>
              <a:avLst/>
              <a:gdLst/>
              <a:ahLst/>
              <a:cxnLst/>
              <a:rect l="l" t="t" r="r" b="b"/>
              <a:pathLst>
                <a:path w="22138" h="339" extrusionOk="0">
                  <a:moveTo>
                    <a:pt x="0" y="0"/>
                  </a:moveTo>
                  <a:lnTo>
                    <a:pt x="0" y="339"/>
                  </a:lnTo>
                  <a:lnTo>
                    <a:pt x="22138" y="339"/>
                  </a:lnTo>
                  <a:lnTo>
                    <a:pt x="221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29"/>
            <p:cNvSpPr/>
            <p:nvPr/>
          </p:nvSpPr>
          <p:spPr>
            <a:xfrm>
              <a:off x="5421350" y="698955"/>
              <a:ext cx="1805741" cy="27651"/>
            </a:xfrm>
            <a:custGeom>
              <a:avLst/>
              <a:gdLst/>
              <a:ahLst/>
              <a:cxnLst/>
              <a:rect l="l" t="t" r="r" b="b"/>
              <a:pathLst>
                <a:path w="22138" h="339" extrusionOk="0">
                  <a:moveTo>
                    <a:pt x="0" y="0"/>
                  </a:moveTo>
                  <a:lnTo>
                    <a:pt x="0" y="339"/>
                  </a:lnTo>
                  <a:lnTo>
                    <a:pt x="22138" y="339"/>
                  </a:lnTo>
                  <a:lnTo>
                    <a:pt x="221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29"/>
            <p:cNvSpPr/>
            <p:nvPr/>
          </p:nvSpPr>
          <p:spPr>
            <a:xfrm>
              <a:off x="6003417" y="571791"/>
              <a:ext cx="641936" cy="27651"/>
            </a:xfrm>
            <a:custGeom>
              <a:avLst/>
              <a:gdLst/>
              <a:ahLst/>
              <a:cxnLst/>
              <a:rect l="l" t="t" r="r" b="b"/>
              <a:pathLst>
                <a:path w="7870" h="339" extrusionOk="0">
                  <a:moveTo>
                    <a:pt x="168" y="0"/>
                  </a:moveTo>
                  <a:cubicBezTo>
                    <a:pt x="73" y="0"/>
                    <a:pt x="1" y="73"/>
                    <a:pt x="1" y="167"/>
                  </a:cubicBezTo>
                  <a:cubicBezTo>
                    <a:pt x="1" y="261"/>
                    <a:pt x="73" y="339"/>
                    <a:pt x="168" y="339"/>
                  </a:cubicBezTo>
                  <a:lnTo>
                    <a:pt x="7698" y="339"/>
                  </a:lnTo>
                  <a:cubicBezTo>
                    <a:pt x="7792" y="339"/>
                    <a:pt x="7870" y="261"/>
                    <a:pt x="7870" y="167"/>
                  </a:cubicBezTo>
                  <a:cubicBezTo>
                    <a:pt x="7870" y="73"/>
                    <a:pt x="7792" y="0"/>
                    <a:pt x="769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29"/>
            <p:cNvSpPr/>
            <p:nvPr/>
          </p:nvSpPr>
          <p:spPr>
            <a:xfrm>
              <a:off x="7162737" y="542834"/>
              <a:ext cx="47228" cy="25857"/>
            </a:xfrm>
            <a:custGeom>
              <a:avLst/>
              <a:gdLst/>
              <a:ahLst/>
              <a:cxnLst/>
              <a:rect l="l" t="t" r="r" b="b"/>
              <a:pathLst>
                <a:path w="579" h="317" extrusionOk="0">
                  <a:moveTo>
                    <a:pt x="541" y="1"/>
                  </a:moveTo>
                  <a:cubicBezTo>
                    <a:pt x="536" y="1"/>
                    <a:pt x="532" y="2"/>
                    <a:pt x="527" y="4"/>
                  </a:cubicBezTo>
                  <a:lnTo>
                    <a:pt x="26" y="252"/>
                  </a:lnTo>
                  <a:cubicBezTo>
                    <a:pt x="9" y="261"/>
                    <a:pt x="0" y="278"/>
                    <a:pt x="9" y="295"/>
                  </a:cubicBezTo>
                  <a:cubicBezTo>
                    <a:pt x="18" y="308"/>
                    <a:pt x="26" y="317"/>
                    <a:pt x="39" y="317"/>
                  </a:cubicBezTo>
                  <a:cubicBezTo>
                    <a:pt x="43" y="317"/>
                    <a:pt x="52" y="312"/>
                    <a:pt x="56" y="312"/>
                  </a:cubicBezTo>
                  <a:lnTo>
                    <a:pt x="557" y="64"/>
                  </a:lnTo>
                  <a:cubicBezTo>
                    <a:pt x="570" y="55"/>
                    <a:pt x="579" y="34"/>
                    <a:pt x="570" y="21"/>
                  </a:cubicBezTo>
                  <a:cubicBezTo>
                    <a:pt x="564" y="9"/>
                    <a:pt x="553" y="1"/>
                    <a:pt x="5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29"/>
            <p:cNvSpPr/>
            <p:nvPr/>
          </p:nvSpPr>
          <p:spPr>
            <a:xfrm>
              <a:off x="7156456" y="570730"/>
              <a:ext cx="51795" cy="27651"/>
            </a:xfrm>
            <a:custGeom>
              <a:avLst/>
              <a:gdLst/>
              <a:ahLst/>
              <a:cxnLst/>
              <a:rect l="l" t="t" r="r" b="b"/>
              <a:pathLst>
                <a:path w="635" h="339" extrusionOk="0">
                  <a:moveTo>
                    <a:pt x="601" y="0"/>
                  </a:moveTo>
                  <a:cubicBezTo>
                    <a:pt x="595" y="0"/>
                    <a:pt x="589" y="2"/>
                    <a:pt x="583" y="5"/>
                  </a:cubicBezTo>
                  <a:lnTo>
                    <a:pt x="26" y="274"/>
                  </a:lnTo>
                  <a:cubicBezTo>
                    <a:pt x="9" y="283"/>
                    <a:pt x="0" y="300"/>
                    <a:pt x="9" y="317"/>
                  </a:cubicBezTo>
                  <a:cubicBezTo>
                    <a:pt x="13" y="330"/>
                    <a:pt x="26" y="339"/>
                    <a:pt x="39" y="339"/>
                  </a:cubicBezTo>
                  <a:cubicBezTo>
                    <a:pt x="43" y="339"/>
                    <a:pt x="47" y="334"/>
                    <a:pt x="52" y="334"/>
                  </a:cubicBezTo>
                  <a:lnTo>
                    <a:pt x="613" y="65"/>
                  </a:lnTo>
                  <a:cubicBezTo>
                    <a:pt x="630" y="56"/>
                    <a:pt x="634" y="35"/>
                    <a:pt x="630" y="17"/>
                  </a:cubicBezTo>
                  <a:cubicBezTo>
                    <a:pt x="624" y="6"/>
                    <a:pt x="613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29"/>
            <p:cNvSpPr/>
            <p:nvPr/>
          </p:nvSpPr>
          <p:spPr>
            <a:xfrm>
              <a:off x="5586932" y="913885"/>
              <a:ext cx="47228" cy="25857"/>
            </a:xfrm>
            <a:custGeom>
              <a:avLst/>
              <a:gdLst/>
              <a:ahLst/>
              <a:cxnLst/>
              <a:rect l="l" t="t" r="r" b="b"/>
              <a:pathLst>
                <a:path w="579" h="317" extrusionOk="0">
                  <a:moveTo>
                    <a:pt x="538" y="1"/>
                  </a:moveTo>
                  <a:cubicBezTo>
                    <a:pt x="533" y="1"/>
                    <a:pt x="528" y="2"/>
                    <a:pt x="523" y="4"/>
                  </a:cubicBezTo>
                  <a:lnTo>
                    <a:pt x="26" y="252"/>
                  </a:lnTo>
                  <a:cubicBezTo>
                    <a:pt x="9" y="261"/>
                    <a:pt x="1" y="282"/>
                    <a:pt x="9" y="300"/>
                  </a:cubicBezTo>
                  <a:cubicBezTo>
                    <a:pt x="14" y="308"/>
                    <a:pt x="26" y="317"/>
                    <a:pt x="39" y="317"/>
                  </a:cubicBezTo>
                  <a:cubicBezTo>
                    <a:pt x="44" y="317"/>
                    <a:pt x="48" y="317"/>
                    <a:pt x="52" y="312"/>
                  </a:cubicBezTo>
                  <a:lnTo>
                    <a:pt x="553" y="64"/>
                  </a:lnTo>
                  <a:cubicBezTo>
                    <a:pt x="570" y="55"/>
                    <a:pt x="579" y="38"/>
                    <a:pt x="570" y="21"/>
                  </a:cubicBezTo>
                  <a:cubicBezTo>
                    <a:pt x="564" y="9"/>
                    <a:pt x="551" y="1"/>
                    <a:pt x="5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29"/>
            <p:cNvSpPr/>
            <p:nvPr/>
          </p:nvSpPr>
          <p:spPr>
            <a:xfrm>
              <a:off x="5580652" y="941863"/>
              <a:ext cx="51795" cy="27570"/>
            </a:xfrm>
            <a:custGeom>
              <a:avLst/>
              <a:gdLst/>
              <a:ahLst/>
              <a:cxnLst/>
              <a:rect l="l" t="t" r="r" b="b"/>
              <a:pathLst>
                <a:path w="635" h="338" extrusionOk="0">
                  <a:moveTo>
                    <a:pt x="597" y="0"/>
                  </a:moveTo>
                  <a:cubicBezTo>
                    <a:pt x="592" y="0"/>
                    <a:pt x="588" y="1"/>
                    <a:pt x="583" y="4"/>
                  </a:cubicBezTo>
                  <a:lnTo>
                    <a:pt x="22" y="274"/>
                  </a:lnTo>
                  <a:cubicBezTo>
                    <a:pt x="9" y="282"/>
                    <a:pt x="1" y="304"/>
                    <a:pt x="9" y="321"/>
                  </a:cubicBezTo>
                  <a:cubicBezTo>
                    <a:pt x="13" y="329"/>
                    <a:pt x="26" y="338"/>
                    <a:pt x="39" y="338"/>
                  </a:cubicBezTo>
                  <a:cubicBezTo>
                    <a:pt x="43" y="338"/>
                    <a:pt x="48" y="338"/>
                    <a:pt x="52" y="334"/>
                  </a:cubicBezTo>
                  <a:lnTo>
                    <a:pt x="613" y="64"/>
                  </a:lnTo>
                  <a:cubicBezTo>
                    <a:pt x="630" y="55"/>
                    <a:pt x="635" y="34"/>
                    <a:pt x="626" y="21"/>
                  </a:cubicBezTo>
                  <a:cubicBezTo>
                    <a:pt x="620" y="8"/>
                    <a:pt x="609" y="0"/>
                    <a:pt x="5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9"/>
            <p:cNvSpPr/>
            <p:nvPr/>
          </p:nvSpPr>
          <p:spPr>
            <a:xfrm>
              <a:off x="5465397" y="822285"/>
              <a:ext cx="2170185" cy="1044961"/>
            </a:xfrm>
            <a:custGeom>
              <a:avLst/>
              <a:gdLst/>
              <a:ahLst/>
              <a:cxnLst/>
              <a:rect l="l" t="t" r="r" b="b"/>
              <a:pathLst>
                <a:path w="26606" h="12811" extrusionOk="0">
                  <a:moveTo>
                    <a:pt x="681" y="0"/>
                  </a:moveTo>
                  <a:cubicBezTo>
                    <a:pt x="681" y="0"/>
                    <a:pt x="0" y="3029"/>
                    <a:pt x="3131" y="4181"/>
                  </a:cubicBezTo>
                  <a:cubicBezTo>
                    <a:pt x="6258" y="5333"/>
                    <a:pt x="8503" y="6644"/>
                    <a:pt x="8948" y="8790"/>
                  </a:cubicBezTo>
                  <a:cubicBezTo>
                    <a:pt x="9301" y="10474"/>
                    <a:pt x="12290" y="12810"/>
                    <a:pt x="16574" y="12810"/>
                  </a:cubicBezTo>
                  <a:cubicBezTo>
                    <a:pt x="17749" y="12810"/>
                    <a:pt x="19022" y="12634"/>
                    <a:pt x="20364" y="12221"/>
                  </a:cubicBezTo>
                  <a:cubicBezTo>
                    <a:pt x="26605" y="10302"/>
                    <a:pt x="25770" y="7677"/>
                    <a:pt x="23067" y="6404"/>
                  </a:cubicBezTo>
                  <a:cubicBezTo>
                    <a:pt x="20364" y="5136"/>
                    <a:pt x="21520" y="3457"/>
                    <a:pt x="21598" y="2686"/>
                  </a:cubicBezTo>
                  <a:cubicBezTo>
                    <a:pt x="21679" y="1915"/>
                    <a:pt x="21195" y="159"/>
                    <a:pt x="20480" y="0"/>
                  </a:cubicBezTo>
                  <a:close/>
                </a:path>
              </a:pathLst>
            </a:custGeom>
            <a:solidFill>
              <a:srgbClr val="FFFFFF">
                <a:alpha val="22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9"/>
            <p:cNvSpPr/>
            <p:nvPr/>
          </p:nvSpPr>
          <p:spPr>
            <a:xfrm>
              <a:off x="5421350" y="585413"/>
              <a:ext cx="58729" cy="23818"/>
            </a:xfrm>
            <a:custGeom>
              <a:avLst/>
              <a:gdLst/>
              <a:ahLst/>
              <a:cxnLst/>
              <a:rect l="l" t="t" r="r" b="b"/>
              <a:pathLst>
                <a:path w="720" h="292" extrusionOk="0">
                  <a:moveTo>
                    <a:pt x="0" y="0"/>
                  </a:moveTo>
                  <a:lnTo>
                    <a:pt x="0" y="292"/>
                  </a:lnTo>
                  <a:lnTo>
                    <a:pt x="720" y="292"/>
                  </a:lnTo>
                  <a:lnTo>
                    <a:pt x="720" y="0"/>
                  </a:lnTo>
                  <a:close/>
                </a:path>
              </a:pathLst>
            </a:custGeom>
            <a:solidFill>
              <a:srgbClr val="E2F2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9"/>
            <p:cNvSpPr/>
            <p:nvPr/>
          </p:nvSpPr>
          <p:spPr>
            <a:xfrm>
              <a:off x="5515642" y="585413"/>
              <a:ext cx="58484" cy="23818"/>
            </a:xfrm>
            <a:custGeom>
              <a:avLst/>
              <a:gdLst/>
              <a:ahLst/>
              <a:cxnLst/>
              <a:rect l="l" t="t" r="r" b="b"/>
              <a:pathLst>
                <a:path w="717" h="292" extrusionOk="0">
                  <a:moveTo>
                    <a:pt x="1" y="0"/>
                  </a:moveTo>
                  <a:lnTo>
                    <a:pt x="1" y="292"/>
                  </a:lnTo>
                  <a:lnTo>
                    <a:pt x="716" y="292"/>
                  </a:lnTo>
                  <a:lnTo>
                    <a:pt x="716" y="0"/>
                  </a:lnTo>
                  <a:close/>
                </a:path>
              </a:pathLst>
            </a:custGeom>
            <a:solidFill>
              <a:srgbClr val="E2F2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29"/>
            <p:cNvSpPr/>
            <p:nvPr/>
          </p:nvSpPr>
          <p:spPr>
            <a:xfrm>
              <a:off x="5716951" y="585413"/>
              <a:ext cx="58402" cy="23818"/>
            </a:xfrm>
            <a:custGeom>
              <a:avLst/>
              <a:gdLst/>
              <a:ahLst/>
              <a:cxnLst/>
              <a:rect l="l" t="t" r="r" b="b"/>
              <a:pathLst>
                <a:path w="716" h="292" extrusionOk="0">
                  <a:moveTo>
                    <a:pt x="0" y="0"/>
                  </a:moveTo>
                  <a:lnTo>
                    <a:pt x="0" y="292"/>
                  </a:lnTo>
                  <a:lnTo>
                    <a:pt x="716" y="292"/>
                  </a:lnTo>
                  <a:lnTo>
                    <a:pt x="7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29"/>
            <p:cNvSpPr/>
            <p:nvPr/>
          </p:nvSpPr>
          <p:spPr>
            <a:xfrm>
              <a:off x="5904557" y="816657"/>
              <a:ext cx="190134" cy="181488"/>
            </a:xfrm>
            <a:custGeom>
              <a:avLst/>
              <a:gdLst/>
              <a:ahLst/>
              <a:cxnLst/>
              <a:rect l="l" t="t" r="r" b="b"/>
              <a:pathLst>
                <a:path w="2331" h="2225" extrusionOk="0">
                  <a:moveTo>
                    <a:pt x="2031" y="0"/>
                  </a:moveTo>
                  <a:cubicBezTo>
                    <a:pt x="2028" y="0"/>
                    <a:pt x="2025" y="1"/>
                    <a:pt x="2022" y="1"/>
                  </a:cubicBezTo>
                  <a:cubicBezTo>
                    <a:pt x="1984" y="9"/>
                    <a:pt x="1962" y="44"/>
                    <a:pt x="1967" y="82"/>
                  </a:cubicBezTo>
                  <a:cubicBezTo>
                    <a:pt x="1971" y="91"/>
                    <a:pt x="2189" y="1205"/>
                    <a:pt x="1740" y="1770"/>
                  </a:cubicBezTo>
                  <a:cubicBezTo>
                    <a:pt x="1572" y="1976"/>
                    <a:pt x="1337" y="2083"/>
                    <a:pt x="1033" y="2087"/>
                  </a:cubicBezTo>
                  <a:cubicBezTo>
                    <a:pt x="998" y="2087"/>
                    <a:pt x="227" y="2070"/>
                    <a:pt x="150" y="1350"/>
                  </a:cubicBezTo>
                  <a:cubicBezTo>
                    <a:pt x="138" y="1222"/>
                    <a:pt x="185" y="1102"/>
                    <a:pt x="275" y="1025"/>
                  </a:cubicBezTo>
                  <a:cubicBezTo>
                    <a:pt x="338" y="970"/>
                    <a:pt x="413" y="943"/>
                    <a:pt x="500" y="943"/>
                  </a:cubicBezTo>
                  <a:cubicBezTo>
                    <a:pt x="591" y="943"/>
                    <a:pt x="694" y="972"/>
                    <a:pt x="810" y="1029"/>
                  </a:cubicBezTo>
                  <a:cubicBezTo>
                    <a:pt x="819" y="1034"/>
                    <a:pt x="829" y="1037"/>
                    <a:pt x="839" y="1037"/>
                  </a:cubicBezTo>
                  <a:cubicBezTo>
                    <a:pt x="863" y="1037"/>
                    <a:pt x="888" y="1023"/>
                    <a:pt x="900" y="999"/>
                  </a:cubicBezTo>
                  <a:cubicBezTo>
                    <a:pt x="917" y="969"/>
                    <a:pt x="900" y="926"/>
                    <a:pt x="870" y="909"/>
                  </a:cubicBezTo>
                  <a:cubicBezTo>
                    <a:pt x="724" y="837"/>
                    <a:pt x="602" y="810"/>
                    <a:pt x="501" y="810"/>
                  </a:cubicBezTo>
                  <a:cubicBezTo>
                    <a:pt x="360" y="810"/>
                    <a:pt x="259" y="862"/>
                    <a:pt x="189" y="922"/>
                  </a:cubicBezTo>
                  <a:cubicBezTo>
                    <a:pt x="65" y="1025"/>
                    <a:pt x="0" y="1192"/>
                    <a:pt x="18" y="1363"/>
                  </a:cubicBezTo>
                  <a:cubicBezTo>
                    <a:pt x="108" y="2203"/>
                    <a:pt x="1020" y="2224"/>
                    <a:pt x="1033" y="2224"/>
                  </a:cubicBezTo>
                  <a:cubicBezTo>
                    <a:pt x="1380" y="2215"/>
                    <a:pt x="1654" y="2091"/>
                    <a:pt x="1842" y="1851"/>
                  </a:cubicBezTo>
                  <a:cubicBezTo>
                    <a:pt x="2331" y="1243"/>
                    <a:pt x="2108" y="104"/>
                    <a:pt x="2099" y="57"/>
                  </a:cubicBezTo>
                  <a:cubicBezTo>
                    <a:pt x="2092" y="21"/>
                    <a:pt x="2062" y="0"/>
                    <a:pt x="20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29"/>
            <p:cNvSpPr/>
            <p:nvPr/>
          </p:nvSpPr>
          <p:spPr>
            <a:xfrm>
              <a:off x="6045342" y="820898"/>
              <a:ext cx="152450" cy="312811"/>
            </a:xfrm>
            <a:custGeom>
              <a:avLst/>
              <a:gdLst/>
              <a:ahLst/>
              <a:cxnLst/>
              <a:rect l="l" t="t" r="r" b="b"/>
              <a:pathLst>
                <a:path w="1869" h="3835" extrusionOk="0">
                  <a:moveTo>
                    <a:pt x="1615" y="1"/>
                  </a:moveTo>
                  <a:cubicBezTo>
                    <a:pt x="1608" y="1"/>
                    <a:pt x="1601" y="2"/>
                    <a:pt x="1594" y="5"/>
                  </a:cubicBezTo>
                  <a:cubicBezTo>
                    <a:pt x="1560" y="13"/>
                    <a:pt x="1538" y="52"/>
                    <a:pt x="1551" y="86"/>
                  </a:cubicBezTo>
                  <a:cubicBezTo>
                    <a:pt x="1551" y="95"/>
                    <a:pt x="1731" y="660"/>
                    <a:pt x="1633" y="1384"/>
                  </a:cubicBezTo>
                  <a:cubicBezTo>
                    <a:pt x="1500" y="2356"/>
                    <a:pt x="964" y="3136"/>
                    <a:pt x="39" y="3710"/>
                  </a:cubicBezTo>
                  <a:cubicBezTo>
                    <a:pt x="9" y="3727"/>
                    <a:pt x="1" y="3770"/>
                    <a:pt x="18" y="3800"/>
                  </a:cubicBezTo>
                  <a:cubicBezTo>
                    <a:pt x="31" y="3821"/>
                    <a:pt x="52" y="3834"/>
                    <a:pt x="74" y="3834"/>
                  </a:cubicBezTo>
                  <a:cubicBezTo>
                    <a:pt x="86" y="3834"/>
                    <a:pt x="99" y="3830"/>
                    <a:pt x="112" y="3821"/>
                  </a:cubicBezTo>
                  <a:cubicBezTo>
                    <a:pt x="1311" y="3080"/>
                    <a:pt x="1676" y="2095"/>
                    <a:pt x="1766" y="1397"/>
                  </a:cubicBezTo>
                  <a:cubicBezTo>
                    <a:pt x="1868" y="643"/>
                    <a:pt x="1688" y="69"/>
                    <a:pt x="1680" y="47"/>
                  </a:cubicBezTo>
                  <a:cubicBezTo>
                    <a:pt x="1670" y="20"/>
                    <a:pt x="1643" y="1"/>
                    <a:pt x="16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29"/>
            <p:cNvSpPr/>
            <p:nvPr/>
          </p:nvSpPr>
          <p:spPr>
            <a:xfrm>
              <a:off x="6188249" y="820816"/>
              <a:ext cx="116478" cy="377168"/>
            </a:xfrm>
            <a:custGeom>
              <a:avLst/>
              <a:gdLst/>
              <a:ahLst/>
              <a:cxnLst/>
              <a:rect l="l" t="t" r="r" b="b"/>
              <a:pathLst>
                <a:path w="1428" h="4624" extrusionOk="0">
                  <a:moveTo>
                    <a:pt x="1070" y="1"/>
                  </a:moveTo>
                  <a:cubicBezTo>
                    <a:pt x="1068" y="1"/>
                    <a:pt x="1065" y="1"/>
                    <a:pt x="1063" y="1"/>
                  </a:cubicBezTo>
                  <a:cubicBezTo>
                    <a:pt x="1024" y="6"/>
                    <a:pt x="999" y="36"/>
                    <a:pt x="1003" y="74"/>
                  </a:cubicBezTo>
                  <a:cubicBezTo>
                    <a:pt x="1007" y="104"/>
                    <a:pt x="1290" y="3133"/>
                    <a:pt x="26" y="4512"/>
                  </a:cubicBezTo>
                  <a:cubicBezTo>
                    <a:pt x="1" y="4538"/>
                    <a:pt x="5" y="4580"/>
                    <a:pt x="31" y="4606"/>
                  </a:cubicBezTo>
                  <a:cubicBezTo>
                    <a:pt x="43" y="4619"/>
                    <a:pt x="61" y="4623"/>
                    <a:pt x="78" y="4623"/>
                  </a:cubicBezTo>
                  <a:cubicBezTo>
                    <a:pt x="95" y="4623"/>
                    <a:pt x="112" y="4615"/>
                    <a:pt x="125" y="4602"/>
                  </a:cubicBezTo>
                  <a:cubicBezTo>
                    <a:pt x="1427" y="3180"/>
                    <a:pt x="1149" y="190"/>
                    <a:pt x="1136" y="61"/>
                  </a:cubicBezTo>
                  <a:cubicBezTo>
                    <a:pt x="1132" y="26"/>
                    <a:pt x="1102" y="1"/>
                    <a:pt x="107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29"/>
            <p:cNvSpPr/>
            <p:nvPr/>
          </p:nvSpPr>
          <p:spPr>
            <a:xfrm>
              <a:off x="6553753" y="816657"/>
              <a:ext cx="190460" cy="181488"/>
            </a:xfrm>
            <a:custGeom>
              <a:avLst/>
              <a:gdLst/>
              <a:ahLst/>
              <a:cxnLst/>
              <a:rect l="l" t="t" r="r" b="b"/>
              <a:pathLst>
                <a:path w="2335" h="2225" extrusionOk="0">
                  <a:moveTo>
                    <a:pt x="303" y="0"/>
                  </a:moveTo>
                  <a:cubicBezTo>
                    <a:pt x="269" y="0"/>
                    <a:pt x="239" y="21"/>
                    <a:pt x="232" y="57"/>
                  </a:cubicBezTo>
                  <a:cubicBezTo>
                    <a:pt x="223" y="104"/>
                    <a:pt x="0" y="1243"/>
                    <a:pt x="489" y="1851"/>
                  </a:cubicBezTo>
                  <a:cubicBezTo>
                    <a:pt x="681" y="2091"/>
                    <a:pt x="951" y="2215"/>
                    <a:pt x="1302" y="2224"/>
                  </a:cubicBezTo>
                  <a:cubicBezTo>
                    <a:pt x="1311" y="2224"/>
                    <a:pt x="2228" y="2203"/>
                    <a:pt x="2313" y="1363"/>
                  </a:cubicBezTo>
                  <a:cubicBezTo>
                    <a:pt x="2335" y="1192"/>
                    <a:pt x="2270" y="1025"/>
                    <a:pt x="2146" y="922"/>
                  </a:cubicBezTo>
                  <a:cubicBezTo>
                    <a:pt x="2077" y="862"/>
                    <a:pt x="1975" y="810"/>
                    <a:pt x="1835" y="810"/>
                  </a:cubicBezTo>
                  <a:cubicBezTo>
                    <a:pt x="1733" y="810"/>
                    <a:pt x="1611" y="837"/>
                    <a:pt x="1465" y="909"/>
                  </a:cubicBezTo>
                  <a:cubicBezTo>
                    <a:pt x="1431" y="926"/>
                    <a:pt x="1418" y="969"/>
                    <a:pt x="1435" y="999"/>
                  </a:cubicBezTo>
                  <a:cubicBezTo>
                    <a:pt x="1447" y="1023"/>
                    <a:pt x="1470" y="1037"/>
                    <a:pt x="1494" y="1037"/>
                  </a:cubicBezTo>
                  <a:cubicBezTo>
                    <a:pt x="1504" y="1037"/>
                    <a:pt x="1515" y="1034"/>
                    <a:pt x="1525" y="1029"/>
                  </a:cubicBezTo>
                  <a:cubicBezTo>
                    <a:pt x="1641" y="972"/>
                    <a:pt x="1744" y="943"/>
                    <a:pt x="1835" y="943"/>
                  </a:cubicBezTo>
                  <a:cubicBezTo>
                    <a:pt x="1922" y="943"/>
                    <a:pt x="1998" y="970"/>
                    <a:pt x="2061" y="1025"/>
                  </a:cubicBezTo>
                  <a:cubicBezTo>
                    <a:pt x="2151" y="1102"/>
                    <a:pt x="2193" y="1222"/>
                    <a:pt x="2181" y="1350"/>
                  </a:cubicBezTo>
                  <a:cubicBezTo>
                    <a:pt x="2108" y="2070"/>
                    <a:pt x="1332" y="2087"/>
                    <a:pt x="1302" y="2087"/>
                  </a:cubicBezTo>
                  <a:cubicBezTo>
                    <a:pt x="998" y="2083"/>
                    <a:pt x="758" y="1976"/>
                    <a:pt x="596" y="1770"/>
                  </a:cubicBezTo>
                  <a:cubicBezTo>
                    <a:pt x="146" y="1209"/>
                    <a:pt x="364" y="91"/>
                    <a:pt x="364" y="82"/>
                  </a:cubicBezTo>
                  <a:cubicBezTo>
                    <a:pt x="373" y="44"/>
                    <a:pt x="347" y="9"/>
                    <a:pt x="313" y="1"/>
                  </a:cubicBezTo>
                  <a:cubicBezTo>
                    <a:pt x="310" y="1"/>
                    <a:pt x="306" y="0"/>
                    <a:pt x="30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29"/>
            <p:cNvSpPr/>
            <p:nvPr/>
          </p:nvSpPr>
          <p:spPr>
            <a:xfrm>
              <a:off x="6450978" y="820898"/>
              <a:ext cx="152450" cy="312811"/>
            </a:xfrm>
            <a:custGeom>
              <a:avLst/>
              <a:gdLst/>
              <a:ahLst/>
              <a:cxnLst/>
              <a:rect l="l" t="t" r="r" b="b"/>
              <a:pathLst>
                <a:path w="1869" h="3835" extrusionOk="0">
                  <a:moveTo>
                    <a:pt x="250" y="1"/>
                  </a:moveTo>
                  <a:cubicBezTo>
                    <a:pt x="222" y="1"/>
                    <a:pt x="196" y="20"/>
                    <a:pt x="189" y="47"/>
                  </a:cubicBezTo>
                  <a:cubicBezTo>
                    <a:pt x="181" y="69"/>
                    <a:pt x="1" y="643"/>
                    <a:pt x="99" y="1397"/>
                  </a:cubicBezTo>
                  <a:cubicBezTo>
                    <a:pt x="194" y="2095"/>
                    <a:pt x="558" y="3080"/>
                    <a:pt x="1757" y="3821"/>
                  </a:cubicBezTo>
                  <a:cubicBezTo>
                    <a:pt x="1766" y="3830"/>
                    <a:pt x="1779" y="3834"/>
                    <a:pt x="1791" y="3834"/>
                  </a:cubicBezTo>
                  <a:cubicBezTo>
                    <a:pt x="1813" y="3834"/>
                    <a:pt x="1834" y="3821"/>
                    <a:pt x="1847" y="3800"/>
                  </a:cubicBezTo>
                  <a:cubicBezTo>
                    <a:pt x="1868" y="3770"/>
                    <a:pt x="1860" y="3727"/>
                    <a:pt x="1826" y="3710"/>
                  </a:cubicBezTo>
                  <a:cubicBezTo>
                    <a:pt x="900" y="3136"/>
                    <a:pt x="365" y="2356"/>
                    <a:pt x="232" y="1384"/>
                  </a:cubicBezTo>
                  <a:cubicBezTo>
                    <a:pt x="134" y="660"/>
                    <a:pt x="314" y="95"/>
                    <a:pt x="314" y="86"/>
                  </a:cubicBezTo>
                  <a:cubicBezTo>
                    <a:pt x="326" y="52"/>
                    <a:pt x="309" y="13"/>
                    <a:pt x="271" y="5"/>
                  </a:cubicBezTo>
                  <a:cubicBezTo>
                    <a:pt x="264" y="2"/>
                    <a:pt x="257" y="1"/>
                    <a:pt x="25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29"/>
            <p:cNvSpPr/>
            <p:nvPr/>
          </p:nvSpPr>
          <p:spPr>
            <a:xfrm>
              <a:off x="6343717" y="820816"/>
              <a:ext cx="116478" cy="377168"/>
            </a:xfrm>
            <a:custGeom>
              <a:avLst/>
              <a:gdLst/>
              <a:ahLst/>
              <a:cxnLst/>
              <a:rect l="l" t="t" r="r" b="b"/>
              <a:pathLst>
                <a:path w="1428" h="4624" extrusionOk="0">
                  <a:moveTo>
                    <a:pt x="361" y="1"/>
                  </a:moveTo>
                  <a:cubicBezTo>
                    <a:pt x="326" y="1"/>
                    <a:pt x="296" y="26"/>
                    <a:pt x="292" y="61"/>
                  </a:cubicBezTo>
                  <a:cubicBezTo>
                    <a:pt x="284" y="190"/>
                    <a:pt x="1" y="3180"/>
                    <a:pt x="1303" y="4602"/>
                  </a:cubicBezTo>
                  <a:cubicBezTo>
                    <a:pt x="1316" y="4615"/>
                    <a:pt x="1337" y="4623"/>
                    <a:pt x="1354" y="4623"/>
                  </a:cubicBezTo>
                  <a:cubicBezTo>
                    <a:pt x="1372" y="4623"/>
                    <a:pt x="1384" y="4619"/>
                    <a:pt x="1397" y="4606"/>
                  </a:cubicBezTo>
                  <a:cubicBezTo>
                    <a:pt x="1427" y="4580"/>
                    <a:pt x="1427" y="4538"/>
                    <a:pt x="1402" y="4512"/>
                  </a:cubicBezTo>
                  <a:cubicBezTo>
                    <a:pt x="142" y="3133"/>
                    <a:pt x="425" y="104"/>
                    <a:pt x="429" y="74"/>
                  </a:cubicBezTo>
                  <a:cubicBezTo>
                    <a:pt x="429" y="36"/>
                    <a:pt x="403" y="6"/>
                    <a:pt x="369" y="1"/>
                  </a:cubicBezTo>
                  <a:cubicBezTo>
                    <a:pt x="366" y="1"/>
                    <a:pt x="364" y="1"/>
                    <a:pt x="36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234755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Google Shape;1510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Flow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16E39E7-8FCB-46C6-AC53-3FFB99B7F75C}"/>
              </a:ext>
            </a:extLst>
          </p:cNvPr>
          <p:cNvSpPr txBox="1"/>
          <p:nvPr/>
        </p:nvSpPr>
        <p:spPr>
          <a:xfrm>
            <a:off x="1706336" y="1345852"/>
            <a:ext cx="5731328" cy="2806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with phone + OTP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service type (Normal/Urgent)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 appointment (if needed)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finds nearest technician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confirms request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service status &amp; warranty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Google Shape;1351;p29"/>
          <p:cNvSpPr txBox="1">
            <a:spLocks noGrp="1"/>
          </p:cNvSpPr>
          <p:nvPr>
            <p:ph type="title"/>
          </p:nvPr>
        </p:nvSpPr>
        <p:spPr>
          <a:xfrm>
            <a:off x="713224" y="2599900"/>
            <a:ext cx="4203015" cy="89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Technician Flow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52" name="Google Shape;1352;p29"/>
          <p:cNvSpPr txBox="1">
            <a:spLocks noGrp="1"/>
          </p:cNvSpPr>
          <p:nvPr>
            <p:ph type="title" idx="2"/>
          </p:nvPr>
        </p:nvSpPr>
        <p:spPr>
          <a:xfrm>
            <a:off x="713225" y="1475500"/>
            <a:ext cx="1332600" cy="101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53" name="Google Shape;1353;p29"/>
          <p:cNvSpPr/>
          <p:nvPr/>
        </p:nvSpPr>
        <p:spPr>
          <a:xfrm>
            <a:off x="4572125" y="4297182"/>
            <a:ext cx="4717248" cy="10810"/>
          </a:xfrm>
          <a:custGeom>
            <a:avLst/>
            <a:gdLst/>
            <a:ahLst/>
            <a:cxnLst/>
            <a:rect l="l" t="t" r="r" b="b"/>
            <a:pathLst>
              <a:path w="63710" h="146" extrusionOk="0">
                <a:moveTo>
                  <a:pt x="1" y="0"/>
                </a:moveTo>
                <a:lnTo>
                  <a:pt x="1" y="146"/>
                </a:lnTo>
                <a:lnTo>
                  <a:pt x="63710" y="146"/>
                </a:lnTo>
                <a:lnTo>
                  <a:pt x="6371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54" name="Google Shape;1354;p29"/>
          <p:cNvGrpSpPr/>
          <p:nvPr/>
        </p:nvGrpSpPr>
        <p:grpSpPr>
          <a:xfrm>
            <a:off x="5288076" y="1273563"/>
            <a:ext cx="3188647" cy="3251963"/>
            <a:chOff x="5386476" y="1593719"/>
            <a:chExt cx="3188647" cy="3251963"/>
          </a:xfrm>
        </p:grpSpPr>
        <p:grpSp>
          <p:nvGrpSpPr>
            <p:cNvPr id="1355" name="Google Shape;1355;p29"/>
            <p:cNvGrpSpPr/>
            <p:nvPr/>
          </p:nvGrpSpPr>
          <p:grpSpPr>
            <a:xfrm>
              <a:off x="5386476" y="1593719"/>
              <a:ext cx="2998426" cy="2395111"/>
              <a:chOff x="5386476" y="1593719"/>
              <a:chExt cx="2998426" cy="2395111"/>
            </a:xfrm>
          </p:grpSpPr>
          <p:sp>
            <p:nvSpPr>
              <p:cNvPr id="1356" name="Google Shape;1356;p29"/>
              <p:cNvSpPr/>
              <p:nvPr/>
            </p:nvSpPr>
            <p:spPr>
              <a:xfrm>
                <a:off x="5453900" y="1593725"/>
                <a:ext cx="2898025" cy="2395105"/>
              </a:xfrm>
              <a:custGeom>
                <a:avLst/>
                <a:gdLst/>
                <a:ahLst/>
                <a:cxnLst/>
                <a:rect l="l" t="t" r="r" b="b"/>
                <a:pathLst>
                  <a:path w="20966" h="10082" extrusionOk="0">
                    <a:moveTo>
                      <a:pt x="1" y="1"/>
                    </a:moveTo>
                    <a:lnTo>
                      <a:pt x="1" y="10081"/>
                    </a:lnTo>
                    <a:lnTo>
                      <a:pt x="20965" y="10081"/>
                    </a:lnTo>
                    <a:lnTo>
                      <a:pt x="2096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Google Shape;1357;p29"/>
              <p:cNvSpPr/>
              <p:nvPr/>
            </p:nvSpPr>
            <p:spPr>
              <a:xfrm>
                <a:off x="5425776" y="2034173"/>
                <a:ext cx="2926120" cy="20141"/>
              </a:xfrm>
              <a:custGeom>
                <a:avLst/>
                <a:gdLst/>
                <a:ahLst/>
                <a:cxnLst/>
                <a:rect l="l" t="t" r="r" b="b"/>
                <a:pathLst>
                  <a:path w="20921" h="144" extrusionOk="0">
                    <a:moveTo>
                      <a:pt x="0" y="1"/>
                    </a:moveTo>
                    <a:lnTo>
                      <a:pt x="0" y="143"/>
                    </a:lnTo>
                    <a:lnTo>
                      <a:pt x="20920" y="143"/>
                    </a:lnTo>
                    <a:lnTo>
                      <a:pt x="2092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Google Shape;1358;p29"/>
              <p:cNvSpPr/>
              <p:nvPr/>
            </p:nvSpPr>
            <p:spPr>
              <a:xfrm>
                <a:off x="5425776" y="2543285"/>
                <a:ext cx="2926120" cy="20141"/>
              </a:xfrm>
              <a:custGeom>
                <a:avLst/>
                <a:gdLst/>
                <a:ahLst/>
                <a:cxnLst/>
                <a:rect l="l" t="t" r="r" b="b"/>
                <a:pathLst>
                  <a:path w="20921" h="144" extrusionOk="0">
                    <a:moveTo>
                      <a:pt x="0" y="0"/>
                    </a:moveTo>
                    <a:lnTo>
                      <a:pt x="0" y="143"/>
                    </a:lnTo>
                    <a:lnTo>
                      <a:pt x="20920" y="143"/>
                    </a:lnTo>
                    <a:lnTo>
                      <a:pt x="2092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Google Shape;1359;p29"/>
              <p:cNvSpPr/>
              <p:nvPr/>
            </p:nvSpPr>
            <p:spPr>
              <a:xfrm>
                <a:off x="5976000" y="1593719"/>
                <a:ext cx="21399" cy="2208923"/>
              </a:xfrm>
              <a:custGeom>
                <a:avLst/>
                <a:gdLst/>
                <a:ahLst/>
                <a:cxnLst/>
                <a:rect l="l" t="t" r="r" b="b"/>
                <a:pathLst>
                  <a:path w="153" h="10082" extrusionOk="0">
                    <a:moveTo>
                      <a:pt x="0" y="1"/>
                    </a:moveTo>
                    <a:lnTo>
                      <a:pt x="0" y="10081"/>
                    </a:lnTo>
                    <a:lnTo>
                      <a:pt x="152" y="10081"/>
                    </a:lnTo>
                    <a:lnTo>
                      <a:pt x="15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Google Shape;1360;p29"/>
              <p:cNvSpPr/>
              <p:nvPr/>
            </p:nvSpPr>
            <p:spPr>
              <a:xfrm>
                <a:off x="6875622" y="1593719"/>
                <a:ext cx="20141" cy="2208923"/>
              </a:xfrm>
              <a:custGeom>
                <a:avLst/>
                <a:gdLst/>
                <a:ahLst/>
                <a:cxnLst/>
                <a:rect l="l" t="t" r="r" b="b"/>
                <a:pathLst>
                  <a:path w="144" h="10082" extrusionOk="0">
                    <a:moveTo>
                      <a:pt x="0" y="1"/>
                    </a:moveTo>
                    <a:lnTo>
                      <a:pt x="0" y="10081"/>
                    </a:lnTo>
                    <a:lnTo>
                      <a:pt x="143" y="10081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29"/>
              <p:cNvSpPr/>
              <p:nvPr/>
            </p:nvSpPr>
            <p:spPr>
              <a:xfrm>
                <a:off x="7773984" y="1593719"/>
                <a:ext cx="20141" cy="2208923"/>
              </a:xfrm>
              <a:custGeom>
                <a:avLst/>
                <a:gdLst/>
                <a:ahLst/>
                <a:cxnLst/>
                <a:rect l="l" t="t" r="r" b="b"/>
                <a:pathLst>
                  <a:path w="144" h="10082" extrusionOk="0">
                    <a:moveTo>
                      <a:pt x="1" y="1"/>
                    </a:moveTo>
                    <a:lnTo>
                      <a:pt x="1" y="10081"/>
                    </a:lnTo>
                    <a:lnTo>
                      <a:pt x="143" y="10081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29"/>
              <p:cNvSpPr/>
              <p:nvPr/>
            </p:nvSpPr>
            <p:spPr>
              <a:xfrm>
                <a:off x="5386476" y="1594547"/>
                <a:ext cx="2998426" cy="62520"/>
              </a:xfrm>
              <a:custGeom>
                <a:avLst/>
                <a:gdLst/>
                <a:ahLst/>
                <a:cxnLst/>
                <a:rect l="l" t="t" r="r" b="b"/>
                <a:pathLst>
                  <a:path w="21438" h="447" extrusionOk="0">
                    <a:moveTo>
                      <a:pt x="1" y="0"/>
                    </a:moveTo>
                    <a:lnTo>
                      <a:pt x="1" y="446"/>
                    </a:lnTo>
                    <a:lnTo>
                      <a:pt x="21438" y="446"/>
                    </a:lnTo>
                    <a:lnTo>
                      <a:pt x="2143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29"/>
              <p:cNvSpPr/>
              <p:nvPr/>
            </p:nvSpPr>
            <p:spPr>
              <a:xfrm>
                <a:off x="5425776" y="3047110"/>
                <a:ext cx="2926116" cy="20141"/>
              </a:xfrm>
              <a:custGeom>
                <a:avLst/>
                <a:gdLst/>
                <a:ahLst/>
                <a:cxnLst/>
                <a:rect l="l" t="t" r="r" b="b"/>
                <a:pathLst>
                  <a:path w="20921" h="144" extrusionOk="0">
                    <a:moveTo>
                      <a:pt x="0" y="0"/>
                    </a:moveTo>
                    <a:lnTo>
                      <a:pt x="0" y="143"/>
                    </a:lnTo>
                    <a:lnTo>
                      <a:pt x="20920" y="143"/>
                    </a:lnTo>
                    <a:lnTo>
                      <a:pt x="2092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29"/>
              <p:cNvSpPr/>
              <p:nvPr/>
            </p:nvSpPr>
            <p:spPr>
              <a:xfrm>
                <a:off x="5425776" y="3543585"/>
                <a:ext cx="2926116" cy="20141"/>
              </a:xfrm>
              <a:custGeom>
                <a:avLst/>
                <a:gdLst/>
                <a:ahLst/>
                <a:cxnLst/>
                <a:rect l="l" t="t" r="r" b="b"/>
                <a:pathLst>
                  <a:path w="20921" h="144" extrusionOk="0">
                    <a:moveTo>
                      <a:pt x="0" y="0"/>
                    </a:moveTo>
                    <a:lnTo>
                      <a:pt x="0" y="143"/>
                    </a:lnTo>
                    <a:lnTo>
                      <a:pt x="20920" y="143"/>
                    </a:lnTo>
                    <a:lnTo>
                      <a:pt x="2092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65" name="Google Shape;1365;p29"/>
              <p:cNvGrpSpPr/>
              <p:nvPr/>
            </p:nvGrpSpPr>
            <p:grpSpPr>
              <a:xfrm>
                <a:off x="5427687" y="1655822"/>
                <a:ext cx="2928607" cy="2332938"/>
                <a:chOff x="5427670" y="1723702"/>
                <a:chExt cx="2928607" cy="2164337"/>
              </a:xfrm>
            </p:grpSpPr>
            <p:grpSp>
              <p:nvGrpSpPr>
                <p:cNvPr id="1366" name="Google Shape;1366;p29"/>
                <p:cNvGrpSpPr/>
                <p:nvPr/>
              </p:nvGrpSpPr>
              <p:grpSpPr>
                <a:xfrm>
                  <a:off x="5427670" y="1723702"/>
                  <a:ext cx="538182" cy="2164337"/>
                  <a:chOff x="4507845" y="2437152"/>
                  <a:chExt cx="538182" cy="2164337"/>
                </a:xfrm>
              </p:grpSpPr>
              <p:sp>
                <p:nvSpPr>
                  <p:cNvPr id="1367" name="Google Shape;1367;p29"/>
                  <p:cNvSpPr/>
                  <p:nvPr/>
                </p:nvSpPr>
                <p:spPr>
                  <a:xfrm>
                    <a:off x="4507845" y="2437152"/>
                    <a:ext cx="538182" cy="21609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49" h="38342" extrusionOk="0">
                        <a:moveTo>
                          <a:pt x="0" y="0"/>
                        </a:moveTo>
                        <a:lnTo>
                          <a:pt x="0" y="38342"/>
                        </a:lnTo>
                        <a:lnTo>
                          <a:pt x="9548" y="38342"/>
                        </a:lnTo>
                        <a:lnTo>
                          <a:pt x="9548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68" name="Google Shape;1368;p29"/>
                  <p:cNvSpPr/>
                  <p:nvPr/>
                </p:nvSpPr>
                <p:spPr>
                  <a:xfrm>
                    <a:off x="4570123" y="2450171"/>
                    <a:ext cx="26602" cy="21513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2" h="38171" extrusionOk="0">
                        <a:moveTo>
                          <a:pt x="0" y="0"/>
                        </a:moveTo>
                        <a:lnTo>
                          <a:pt x="0" y="38171"/>
                        </a:lnTo>
                        <a:lnTo>
                          <a:pt x="471" y="38171"/>
                        </a:lnTo>
                        <a:lnTo>
                          <a:pt x="471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69" name="Google Shape;1369;p29"/>
                  <p:cNvSpPr/>
                  <p:nvPr/>
                </p:nvSpPr>
                <p:spPr>
                  <a:xfrm>
                    <a:off x="4698792" y="2450171"/>
                    <a:ext cx="26827" cy="21513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6" h="38171" extrusionOk="0">
                        <a:moveTo>
                          <a:pt x="0" y="0"/>
                        </a:moveTo>
                        <a:lnTo>
                          <a:pt x="0" y="38171"/>
                        </a:lnTo>
                        <a:lnTo>
                          <a:pt x="476" y="38171"/>
                        </a:lnTo>
                        <a:lnTo>
                          <a:pt x="476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70" name="Google Shape;1370;p29"/>
                  <p:cNvSpPr/>
                  <p:nvPr/>
                </p:nvSpPr>
                <p:spPr>
                  <a:xfrm>
                    <a:off x="4827461" y="2450171"/>
                    <a:ext cx="26827" cy="21513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6" h="38171" extrusionOk="0">
                        <a:moveTo>
                          <a:pt x="0" y="0"/>
                        </a:moveTo>
                        <a:lnTo>
                          <a:pt x="0" y="38171"/>
                        </a:lnTo>
                        <a:lnTo>
                          <a:pt x="476" y="38171"/>
                        </a:lnTo>
                        <a:lnTo>
                          <a:pt x="476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71" name="Google Shape;1371;p29"/>
                  <p:cNvSpPr/>
                  <p:nvPr/>
                </p:nvSpPr>
                <p:spPr>
                  <a:xfrm>
                    <a:off x="4956130" y="2450171"/>
                    <a:ext cx="26884" cy="21513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7" h="38171" extrusionOk="0">
                        <a:moveTo>
                          <a:pt x="1" y="0"/>
                        </a:moveTo>
                        <a:lnTo>
                          <a:pt x="1" y="38171"/>
                        </a:lnTo>
                        <a:lnTo>
                          <a:pt x="476" y="38171"/>
                        </a:lnTo>
                        <a:lnTo>
                          <a:pt x="476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372" name="Google Shape;1372;p29"/>
                <p:cNvGrpSpPr/>
                <p:nvPr/>
              </p:nvGrpSpPr>
              <p:grpSpPr>
                <a:xfrm>
                  <a:off x="7818095" y="1723702"/>
                  <a:ext cx="538182" cy="2164337"/>
                  <a:chOff x="4507845" y="2437152"/>
                  <a:chExt cx="538182" cy="2164337"/>
                </a:xfrm>
              </p:grpSpPr>
              <p:sp>
                <p:nvSpPr>
                  <p:cNvPr id="1373" name="Google Shape;1373;p29"/>
                  <p:cNvSpPr/>
                  <p:nvPr/>
                </p:nvSpPr>
                <p:spPr>
                  <a:xfrm>
                    <a:off x="4507845" y="2437152"/>
                    <a:ext cx="538182" cy="21609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49" h="38342" extrusionOk="0">
                        <a:moveTo>
                          <a:pt x="0" y="0"/>
                        </a:moveTo>
                        <a:lnTo>
                          <a:pt x="0" y="38342"/>
                        </a:lnTo>
                        <a:lnTo>
                          <a:pt x="9548" y="38342"/>
                        </a:lnTo>
                        <a:lnTo>
                          <a:pt x="9548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74" name="Google Shape;1374;p29"/>
                  <p:cNvSpPr/>
                  <p:nvPr/>
                </p:nvSpPr>
                <p:spPr>
                  <a:xfrm>
                    <a:off x="4570123" y="2450171"/>
                    <a:ext cx="26602" cy="21513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2" h="38171" extrusionOk="0">
                        <a:moveTo>
                          <a:pt x="0" y="0"/>
                        </a:moveTo>
                        <a:lnTo>
                          <a:pt x="0" y="38171"/>
                        </a:lnTo>
                        <a:lnTo>
                          <a:pt x="471" y="38171"/>
                        </a:lnTo>
                        <a:lnTo>
                          <a:pt x="471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75" name="Google Shape;1375;p29"/>
                  <p:cNvSpPr/>
                  <p:nvPr/>
                </p:nvSpPr>
                <p:spPr>
                  <a:xfrm>
                    <a:off x="4698792" y="2450171"/>
                    <a:ext cx="26827" cy="21513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6" h="38171" extrusionOk="0">
                        <a:moveTo>
                          <a:pt x="0" y="0"/>
                        </a:moveTo>
                        <a:lnTo>
                          <a:pt x="0" y="38171"/>
                        </a:lnTo>
                        <a:lnTo>
                          <a:pt x="476" y="38171"/>
                        </a:lnTo>
                        <a:lnTo>
                          <a:pt x="476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76" name="Google Shape;1376;p29"/>
                  <p:cNvSpPr/>
                  <p:nvPr/>
                </p:nvSpPr>
                <p:spPr>
                  <a:xfrm>
                    <a:off x="4827461" y="2450171"/>
                    <a:ext cx="26827" cy="21513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6" h="38171" extrusionOk="0">
                        <a:moveTo>
                          <a:pt x="0" y="0"/>
                        </a:moveTo>
                        <a:lnTo>
                          <a:pt x="0" y="38171"/>
                        </a:lnTo>
                        <a:lnTo>
                          <a:pt x="476" y="38171"/>
                        </a:lnTo>
                        <a:lnTo>
                          <a:pt x="476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77" name="Google Shape;1377;p29"/>
                  <p:cNvSpPr/>
                  <p:nvPr/>
                </p:nvSpPr>
                <p:spPr>
                  <a:xfrm>
                    <a:off x="4956130" y="2450171"/>
                    <a:ext cx="26884" cy="21513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7" h="38171" extrusionOk="0">
                        <a:moveTo>
                          <a:pt x="1" y="0"/>
                        </a:moveTo>
                        <a:lnTo>
                          <a:pt x="1" y="38171"/>
                        </a:lnTo>
                        <a:lnTo>
                          <a:pt x="476" y="38171"/>
                        </a:lnTo>
                        <a:lnTo>
                          <a:pt x="476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1378" name="Google Shape;1378;p29"/>
            <p:cNvGrpSpPr/>
            <p:nvPr/>
          </p:nvGrpSpPr>
          <p:grpSpPr>
            <a:xfrm>
              <a:off x="5410606" y="3268879"/>
              <a:ext cx="1140912" cy="1324320"/>
              <a:chOff x="5294125" y="884300"/>
              <a:chExt cx="399675" cy="463925"/>
            </a:xfrm>
          </p:grpSpPr>
          <p:sp>
            <p:nvSpPr>
              <p:cNvPr id="1379" name="Google Shape;1379;p29"/>
              <p:cNvSpPr/>
              <p:nvPr/>
            </p:nvSpPr>
            <p:spPr>
              <a:xfrm>
                <a:off x="5472100" y="901250"/>
                <a:ext cx="6950" cy="170200"/>
              </a:xfrm>
              <a:custGeom>
                <a:avLst/>
                <a:gdLst/>
                <a:ahLst/>
                <a:cxnLst/>
                <a:rect l="l" t="t" r="r" b="b"/>
                <a:pathLst>
                  <a:path w="278" h="6808" extrusionOk="0">
                    <a:moveTo>
                      <a:pt x="0" y="0"/>
                    </a:moveTo>
                    <a:lnTo>
                      <a:pt x="0" y="6807"/>
                    </a:lnTo>
                    <a:lnTo>
                      <a:pt x="277" y="6807"/>
                    </a:lnTo>
                    <a:lnTo>
                      <a:pt x="27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Google Shape;1380;p29"/>
              <p:cNvSpPr/>
              <p:nvPr/>
            </p:nvSpPr>
            <p:spPr>
              <a:xfrm>
                <a:off x="5412550" y="884300"/>
                <a:ext cx="126025" cy="80750"/>
              </a:xfrm>
              <a:custGeom>
                <a:avLst/>
                <a:gdLst/>
                <a:ahLst/>
                <a:cxnLst/>
                <a:rect l="l" t="t" r="r" b="b"/>
                <a:pathLst>
                  <a:path w="5041" h="3230" extrusionOk="0">
                    <a:moveTo>
                      <a:pt x="1044" y="0"/>
                    </a:moveTo>
                    <a:lnTo>
                      <a:pt x="1" y="3230"/>
                    </a:lnTo>
                    <a:lnTo>
                      <a:pt x="5041" y="3230"/>
                    </a:lnTo>
                    <a:lnTo>
                      <a:pt x="39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Google Shape;1381;p29"/>
              <p:cNvSpPr/>
              <p:nvPr/>
            </p:nvSpPr>
            <p:spPr>
              <a:xfrm>
                <a:off x="5378875" y="1055800"/>
                <a:ext cx="148325" cy="39950"/>
              </a:xfrm>
              <a:custGeom>
                <a:avLst/>
                <a:gdLst/>
                <a:ahLst/>
                <a:cxnLst/>
                <a:rect l="l" t="t" r="r" b="b"/>
                <a:pathLst>
                  <a:path w="5933" h="1598" extrusionOk="0">
                    <a:moveTo>
                      <a:pt x="0" y="1"/>
                    </a:moveTo>
                    <a:lnTo>
                      <a:pt x="0" y="1597"/>
                    </a:lnTo>
                    <a:lnTo>
                      <a:pt x="5933" y="1597"/>
                    </a:lnTo>
                    <a:lnTo>
                      <a:pt x="593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Google Shape;1382;p29"/>
              <p:cNvSpPr/>
              <p:nvPr/>
            </p:nvSpPr>
            <p:spPr>
              <a:xfrm>
                <a:off x="5492850" y="1055800"/>
                <a:ext cx="17200" cy="39950"/>
              </a:xfrm>
              <a:custGeom>
                <a:avLst/>
                <a:gdLst/>
                <a:ahLst/>
                <a:cxnLst/>
                <a:rect l="l" t="t" r="r" b="b"/>
                <a:pathLst>
                  <a:path w="688" h="1598" extrusionOk="0">
                    <a:moveTo>
                      <a:pt x="0" y="1"/>
                    </a:moveTo>
                    <a:lnTo>
                      <a:pt x="0" y="1597"/>
                    </a:lnTo>
                    <a:lnTo>
                      <a:pt x="687" y="1597"/>
                    </a:lnTo>
                    <a:lnTo>
                      <a:pt x="68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Google Shape;1383;p29"/>
              <p:cNvSpPr/>
              <p:nvPr/>
            </p:nvSpPr>
            <p:spPr>
              <a:xfrm>
                <a:off x="5390250" y="1095725"/>
                <a:ext cx="153700" cy="31025"/>
              </a:xfrm>
              <a:custGeom>
                <a:avLst/>
                <a:gdLst/>
                <a:ahLst/>
                <a:cxnLst/>
                <a:rect l="l" t="t" r="r" b="b"/>
                <a:pathLst>
                  <a:path w="6148" h="1241" extrusionOk="0">
                    <a:moveTo>
                      <a:pt x="0" y="0"/>
                    </a:moveTo>
                    <a:lnTo>
                      <a:pt x="0" y="1241"/>
                    </a:lnTo>
                    <a:lnTo>
                      <a:pt x="6147" y="1241"/>
                    </a:lnTo>
                    <a:lnTo>
                      <a:pt x="614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Google Shape;1384;p29"/>
              <p:cNvSpPr/>
              <p:nvPr/>
            </p:nvSpPr>
            <p:spPr>
              <a:xfrm>
                <a:off x="5406525" y="1095725"/>
                <a:ext cx="14750" cy="31025"/>
              </a:xfrm>
              <a:custGeom>
                <a:avLst/>
                <a:gdLst/>
                <a:ahLst/>
                <a:cxnLst/>
                <a:rect l="l" t="t" r="r" b="b"/>
                <a:pathLst>
                  <a:path w="590" h="1241" extrusionOk="0">
                    <a:moveTo>
                      <a:pt x="1" y="0"/>
                    </a:moveTo>
                    <a:lnTo>
                      <a:pt x="1" y="1241"/>
                    </a:lnTo>
                    <a:lnTo>
                      <a:pt x="589" y="1241"/>
                    </a:lnTo>
                    <a:lnTo>
                      <a:pt x="58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Google Shape;1385;p29"/>
              <p:cNvSpPr/>
              <p:nvPr/>
            </p:nvSpPr>
            <p:spPr>
              <a:xfrm>
                <a:off x="5428600" y="1095725"/>
                <a:ext cx="10300" cy="31025"/>
              </a:xfrm>
              <a:custGeom>
                <a:avLst/>
                <a:gdLst/>
                <a:ahLst/>
                <a:cxnLst/>
                <a:rect l="l" t="t" r="r" b="b"/>
                <a:pathLst>
                  <a:path w="412" h="1241" extrusionOk="0">
                    <a:moveTo>
                      <a:pt x="1" y="0"/>
                    </a:moveTo>
                    <a:lnTo>
                      <a:pt x="1" y="1241"/>
                    </a:lnTo>
                    <a:lnTo>
                      <a:pt x="411" y="1241"/>
                    </a:lnTo>
                    <a:lnTo>
                      <a:pt x="41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Google Shape;1386;p29"/>
              <p:cNvSpPr/>
              <p:nvPr/>
            </p:nvSpPr>
            <p:spPr>
              <a:xfrm>
                <a:off x="5299700" y="1138550"/>
                <a:ext cx="53100" cy="209675"/>
              </a:xfrm>
              <a:custGeom>
                <a:avLst/>
                <a:gdLst/>
                <a:ahLst/>
                <a:cxnLst/>
                <a:rect l="l" t="t" r="r" b="b"/>
                <a:pathLst>
                  <a:path w="2124" h="8387" extrusionOk="0">
                    <a:moveTo>
                      <a:pt x="866" y="0"/>
                    </a:moveTo>
                    <a:lnTo>
                      <a:pt x="9" y="8110"/>
                    </a:lnTo>
                    <a:cubicBezTo>
                      <a:pt x="1" y="8181"/>
                      <a:pt x="18" y="8252"/>
                      <a:pt x="63" y="8306"/>
                    </a:cubicBezTo>
                    <a:cubicBezTo>
                      <a:pt x="108" y="8359"/>
                      <a:pt x="179" y="8386"/>
                      <a:pt x="250" y="8386"/>
                    </a:cubicBezTo>
                    <a:cubicBezTo>
                      <a:pt x="357" y="8386"/>
                      <a:pt x="455" y="8315"/>
                      <a:pt x="482" y="8199"/>
                    </a:cubicBezTo>
                    <a:lnTo>
                      <a:pt x="2124" y="27"/>
                    </a:lnTo>
                    <a:lnTo>
                      <a:pt x="1981" y="0"/>
                    </a:lnTo>
                    <a:lnTo>
                      <a:pt x="340" y="8172"/>
                    </a:lnTo>
                    <a:cubicBezTo>
                      <a:pt x="328" y="8211"/>
                      <a:pt x="285" y="8236"/>
                      <a:pt x="244" y="8236"/>
                    </a:cubicBezTo>
                    <a:cubicBezTo>
                      <a:pt x="219" y="8236"/>
                      <a:pt x="196" y="8228"/>
                      <a:pt x="179" y="8208"/>
                    </a:cubicBezTo>
                    <a:cubicBezTo>
                      <a:pt x="161" y="8190"/>
                      <a:pt x="152" y="8163"/>
                      <a:pt x="161" y="8127"/>
                    </a:cubicBezTo>
                    <a:lnTo>
                      <a:pt x="1018" y="18"/>
                    </a:lnTo>
                    <a:lnTo>
                      <a:pt x="86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Google Shape;1387;p29"/>
              <p:cNvSpPr/>
              <p:nvPr/>
            </p:nvSpPr>
            <p:spPr>
              <a:xfrm>
                <a:off x="5634900" y="1138550"/>
                <a:ext cx="53125" cy="209675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8387" extrusionOk="0">
                    <a:moveTo>
                      <a:pt x="144" y="0"/>
                    </a:moveTo>
                    <a:lnTo>
                      <a:pt x="1" y="27"/>
                    </a:lnTo>
                    <a:lnTo>
                      <a:pt x="1642" y="8208"/>
                    </a:lnTo>
                    <a:cubicBezTo>
                      <a:pt x="1669" y="8315"/>
                      <a:pt x="1767" y="8386"/>
                      <a:pt x="1874" y="8386"/>
                    </a:cubicBezTo>
                    <a:cubicBezTo>
                      <a:pt x="1946" y="8386"/>
                      <a:pt x="2017" y="8359"/>
                      <a:pt x="2062" y="8306"/>
                    </a:cubicBezTo>
                    <a:cubicBezTo>
                      <a:pt x="2106" y="8252"/>
                      <a:pt x="2124" y="8181"/>
                      <a:pt x="2115" y="8110"/>
                    </a:cubicBezTo>
                    <a:lnTo>
                      <a:pt x="1259" y="0"/>
                    </a:lnTo>
                    <a:lnTo>
                      <a:pt x="1116" y="18"/>
                    </a:lnTo>
                    <a:lnTo>
                      <a:pt x="1972" y="8136"/>
                    </a:lnTo>
                    <a:cubicBezTo>
                      <a:pt x="1972" y="8163"/>
                      <a:pt x="1963" y="8190"/>
                      <a:pt x="1946" y="8208"/>
                    </a:cubicBezTo>
                    <a:cubicBezTo>
                      <a:pt x="1929" y="8228"/>
                      <a:pt x="1905" y="8236"/>
                      <a:pt x="1881" y="8236"/>
                    </a:cubicBezTo>
                    <a:cubicBezTo>
                      <a:pt x="1840" y="8236"/>
                      <a:pt x="1800" y="8211"/>
                      <a:pt x="1794" y="8172"/>
                    </a:cubicBezTo>
                    <a:lnTo>
                      <a:pt x="14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Google Shape;1388;p29"/>
              <p:cNvSpPr/>
              <p:nvPr/>
            </p:nvSpPr>
            <p:spPr>
              <a:xfrm>
                <a:off x="5294125" y="1126725"/>
                <a:ext cx="399675" cy="16300"/>
              </a:xfrm>
              <a:custGeom>
                <a:avLst/>
                <a:gdLst/>
                <a:ahLst/>
                <a:cxnLst/>
                <a:rect l="l" t="t" r="r" b="b"/>
                <a:pathLst>
                  <a:path w="15987" h="652" extrusionOk="0">
                    <a:moveTo>
                      <a:pt x="0" y="1"/>
                    </a:moveTo>
                    <a:lnTo>
                      <a:pt x="0" y="652"/>
                    </a:lnTo>
                    <a:lnTo>
                      <a:pt x="15987" y="652"/>
                    </a:lnTo>
                    <a:lnTo>
                      <a:pt x="1598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Google Shape;1389;p29"/>
              <p:cNvSpPr/>
              <p:nvPr/>
            </p:nvSpPr>
            <p:spPr>
              <a:xfrm>
                <a:off x="5313750" y="1065175"/>
                <a:ext cx="47525" cy="57775"/>
              </a:xfrm>
              <a:custGeom>
                <a:avLst/>
                <a:gdLst/>
                <a:ahLst/>
                <a:cxnLst/>
                <a:rect l="l" t="t" r="r" b="b"/>
                <a:pathLst>
                  <a:path w="1901" h="2311" extrusionOk="0">
                    <a:moveTo>
                      <a:pt x="1892" y="0"/>
                    </a:moveTo>
                    <a:lnTo>
                      <a:pt x="1" y="9"/>
                    </a:lnTo>
                    <a:lnTo>
                      <a:pt x="9" y="1651"/>
                    </a:lnTo>
                    <a:cubicBezTo>
                      <a:pt x="9" y="2016"/>
                      <a:pt x="313" y="2311"/>
                      <a:pt x="679" y="2311"/>
                    </a:cubicBezTo>
                    <a:lnTo>
                      <a:pt x="1241" y="2311"/>
                    </a:lnTo>
                    <a:cubicBezTo>
                      <a:pt x="1606" y="2302"/>
                      <a:pt x="1901" y="2008"/>
                      <a:pt x="1901" y="1642"/>
                    </a:cubicBezTo>
                    <a:lnTo>
                      <a:pt x="189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Google Shape;1390;p29"/>
              <p:cNvSpPr/>
              <p:nvPr/>
            </p:nvSpPr>
            <p:spPr>
              <a:xfrm>
                <a:off x="5326025" y="1120250"/>
                <a:ext cx="23000" cy="6500"/>
              </a:xfrm>
              <a:custGeom>
                <a:avLst/>
                <a:gdLst/>
                <a:ahLst/>
                <a:cxnLst/>
                <a:rect l="l" t="t" r="r" b="b"/>
                <a:pathLst>
                  <a:path w="920" h="260" extrusionOk="0">
                    <a:moveTo>
                      <a:pt x="0" y="1"/>
                    </a:moveTo>
                    <a:lnTo>
                      <a:pt x="0" y="260"/>
                    </a:lnTo>
                    <a:lnTo>
                      <a:pt x="919" y="260"/>
                    </a:lnTo>
                    <a:lnTo>
                      <a:pt x="91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Google Shape;1391;p29"/>
              <p:cNvSpPr/>
              <p:nvPr/>
            </p:nvSpPr>
            <p:spPr>
              <a:xfrm>
                <a:off x="5297250" y="1072300"/>
                <a:ext cx="40400" cy="43525"/>
              </a:xfrm>
              <a:custGeom>
                <a:avLst/>
                <a:gdLst/>
                <a:ahLst/>
                <a:cxnLst/>
                <a:rect l="l" t="t" r="r" b="b"/>
                <a:pathLst>
                  <a:path w="1616" h="1741" extrusionOk="0">
                    <a:moveTo>
                      <a:pt x="1312" y="295"/>
                    </a:moveTo>
                    <a:lnTo>
                      <a:pt x="1312" y="1446"/>
                    </a:lnTo>
                    <a:lnTo>
                      <a:pt x="509" y="1446"/>
                    </a:lnTo>
                    <a:cubicBezTo>
                      <a:pt x="393" y="1446"/>
                      <a:pt x="304" y="1348"/>
                      <a:pt x="304" y="1241"/>
                    </a:cubicBezTo>
                    <a:lnTo>
                      <a:pt x="304" y="509"/>
                    </a:lnTo>
                    <a:cubicBezTo>
                      <a:pt x="304" y="393"/>
                      <a:pt x="393" y="295"/>
                      <a:pt x="509" y="295"/>
                    </a:cubicBezTo>
                    <a:close/>
                    <a:moveTo>
                      <a:pt x="509" y="1"/>
                    </a:moveTo>
                    <a:cubicBezTo>
                      <a:pt x="232" y="1"/>
                      <a:pt x="0" y="224"/>
                      <a:pt x="0" y="509"/>
                    </a:cubicBezTo>
                    <a:lnTo>
                      <a:pt x="0" y="1241"/>
                    </a:lnTo>
                    <a:cubicBezTo>
                      <a:pt x="0" y="1517"/>
                      <a:pt x="232" y="1740"/>
                      <a:pt x="509" y="1740"/>
                    </a:cubicBezTo>
                    <a:lnTo>
                      <a:pt x="1615" y="1740"/>
                    </a:lnTo>
                    <a:lnTo>
                      <a:pt x="1615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92" name="Google Shape;1392;p29"/>
            <p:cNvGrpSpPr/>
            <p:nvPr/>
          </p:nvGrpSpPr>
          <p:grpSpPr>
            <a:xfrm>
              <a:off x="7565804" y="2778051"/>
              <a:ext cx="1009319" cy="1816776"/>
              <a:chOff x="7062459" y="2881725"/>
              <a:chExt cx="854414" cy="1537946"/>
            </a:xfrm>
          </p:grpSpPr>
          <p:sp>
            <p:nvSpPr>
              <p:cNvPr id="1393" name="Google Shape;1393;p29"/>
              <p:cNvSpPr/>
              <p:nvPr/>
            </p:nvSpPr>
            <p:spPr>
              <a:xfrm>
                <a:off x="7062459" y="3466939"/>
                <a:ext cx="308804" cy="291378"/>
              </a:xfrm>
              <a:custGeom>
                <a:avLst/>
                <a:gdLst/>
                <a:ahLst/>
                <a:cxnLst/>
                <a:rect l="l" t="t" r="r" b="b"/>
                <a:pathLst>
                  <a:path w="4640" h="4378" extrusionOk="0">
                    <a:moveTo>
                      <a:pt x="1133" y="1"/>
                    </a:moveTo>
                    <a:cubicBezTo>
                      <a:pt x="895" y="1"/>
                      <a:pt x="653" y="48"/>
                      <a:pt x="455" y="192"/>
                    </a:cubicBezTo>
                    <a:cubicBezTo>
                      <a:pt x="152" y="415"/>
                      <a:pt x="36" y="826"/>
                      <a:pt x="18" y="1209"/>
                    </a:cubicBezTo>
                    <a:cubicBezTo>
                      <a:pt x="0" y="1540"/>
                      <a:pt x="45" y="1887"/>
                      <a:pt x="170" y="2200"/>
                    </a:cubicBezTo>
                    <a:cubicBezTo>
                      <a:pt x="500" y="3029"/>
                      <a:pt x="1401" y="4037"/>
                      <a:pt x="2284" y="4296"/>
                    </a:cubicBezTo>
                    <a:cubicBezTo>
                      <a:pt x="2471" y="4353"/>
                      <a:pt x="2664" y="4378"/>
                      <a:pt x="2857" y="4378"/>
                    </a:cubicBezTo>
                    <a:cubicBezTo>
                      <a:pt x="3329" y="4378"/>
                      <a:pt x="3808" y="4232"/>
                      <a:pt x="4238" y="4055"/>
                    </a:cubicBezTo>
                    <a:cubicBezTo>
                      <a:pt x="4639" y="3547"/>
                      <a:pt x="4639" y="2806"/>
                      <a:pt x="4363" y="2209"/>
                    </a:cubicBezTo>
                    <a:cubicBezTo>
                      <a:pt x="4095" y="1620"/>
                      <a:pt x="3604" y="1165"/>
                      <a:pt x="3078" y="781"/>
                    </a:cubicBezTo>
                    <a:cubicBezTo>
                      <a:pt x="2534" y="389"/>
                      <a:pt x="1927" y="50"/>
                      <a:pt x="1258" y="5"/>
                    </a:cubicBezTo>
                    <a:cubicBezTo>
                      <a:pt x="1217" y="2"/>
                      <a:pt x="1175" y="1"/>
                      <a:pt x="113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Google Shape;1394;p29"/>
              <p:cNvSpPr/>
              <p:nvPr/>
            </p:nvSpPr>
            <p:spPr>
              <a:xfrm>
                <a:off x="7574258" y="3216162"/>
                <a:ext cx="291567" cy="377034"/>
              </a:xfrm>
              <a:custGeom>
                <a:avLst/>
                <a:gdLst/>
                <a:ahLst/>
                <a:cxnLst/>
                <a:rect l="l" t="t" r="r" b="b"/>
                <a:pathLst>
                  <a:path w="4381" h="5665" extrusionOk="0">
                    <a:moveTo>
                      <a:pt x="2908" y="1"/>
                    </a:moveTo>
                    <a:cubicBezTo>
                      <a:pt x="2556" y="1"/>
                      <a:pt x="2195" y="139"/>
                      <a:pt x="1909" y="347"/>
                    </a:cubicBezTo>
                    <a:cubicBezTo>
                      <a:pt x="910" y="1079"/>
                      <a:pt x="250" y="2355"/>
                      <a:pt x="98" y="3541"/>
                    </a:cubicBezTo>
                    <a:cubicBezTo>
                      <a:pt x="0" y="4317"/>
                      <a:pt x="223" y="5165"/>
                      <a:pt x="839" y="5655"/>
                    </a:cubicBezTo>
                    <a:cubicBezTo>
                      <a:pt x="895" y="5661"/>
                      <a:pt x="950" y="5664"/>
                      <a:pt x="1005" y="5664"/>
                    </a:cubicBezTo>
                    <a:cubicBezTo>
                      <a:pt x="1596" y="5664"/>
                      <a:pt x="2118" y="5323"/>
                      <a:pt x="2543" y="4915"/>
                    </a:cubicBezTo>
                    <a:cubicBezTo>
                      <a:pt x="3301" y="4175"/>
                      <a:pt x="4050" y="3256"/>
                      <a:pt x="4238" y="2194"/>
                    </a:cubicBezTo>
                    <a:cubicBezTo>
                      <a:pt x="4381" y="1382"/>
                      <a:pt x="4122" y="276"/>
                      <a:pt x="3203" y="35"/>
                    </a:cubicBezTo>
                    <a:cubicBezTo>
                      <a:pt x="3107" y="12"/>
                      <a:pt x="3008" y="1"/>
                      <a:pt x="290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Google Shape;1395;p29"/>
              <p:cNvSpPr/>
              <p:nvPr/>
            </p:nvSpPr>
            <p:spPr>
              <a:xfrm>
                <a:off x="7450734" y="2881725"/>
                <a:ext cx="304078" cy="436068"/>
              </a:xfrm>
              <a:custGeom>
                <a:avLst/>
                <a:gdLst/>
                <a:ahLst/>
                <a:cxnLst/>
                <a:rect l="l" t="t" r="r" b="b"/>
                <a:pathLst>
                  <a:path w="4569" h="6552" extrusionOk="0">
                    <a:moveTo>
                      <a:pt x="3276" y="1"/>
                    </a:moveTo>
                    <a:cubicBezTo>
                      <a:pt x="3070" y="1"/>
                      <a:pt x="2857" y="45"/>
                      <a:pt x="2668" y="118"/>
                    </a:cubicBezTo>
                    <a:cubicBezTo>
                      <a:pt x="1856" y="448"/>
                      <a:pt x="1116" y="1215"/>
                      <a:pt x="723" y="1911"/>
                    </a:cubicBezTo>
                    <a:cubicBezTo>
                      <a:pt x="1" y="3205"/>
                      <a:pt x="45" y="4784"/>
                      <a:pt x="652" y="6042"/>
                    </a:cubicBezTo>
                    <a:cubicBezTo>
                      <a:pt x="759" y="6265"/>
                      <a:pt x="1098" y="6479"/>
                      <a:pt x="1357" y="6550"/>
                    </a:cubicBezTo>
                    <a:cubicBezTo>
                      <a:pt x="1382" y="6551"/>
                      <a:pt x="1408" y="6551"/>
                      <a:pt x="1433" y="6551"/>
                    </a:cubicBezTo>
                    <a:cubicBezTo>
                      <a:pt x="2072" y="6551"/>
                      <a:pt x="2544" y="6336"/>
                      <a:pt x="2802" y="6104"/>
                    </a:cubicBezTo>
                    <a:cubicBezTo>
                      <a:pt x="2927" y="5997"/>
                      <a:pt x="3043" y="5881"/>
                      <a:pt x="3150" y="5756"/>
                    </a:cubicBezTo>
                    <a:cubicBezTo>
                      <a:pt x="3864" y="4971"/>
                      <a:pt x="4310" y="3999"/>
                      <a:pt x="4470" y="3008"/>
                    </a:cubicBezTo>
                    <a:cubicBezTo>
                      <a:pt x="4559" y="2518"/>
                      <a:pt x="4568" y="2009"/>
                      <a:pt x="4488" y="1519"/>
                    </a:cubicBezTo>
                    <a:cubicBezTo>
                      <a:pt x="4417" y="1073"/>
                      <a:pt x="4310" y="457"/>
                      <a:pt x="3881" y="172"/>
                    </a:cubicBezTo>
                    <a:cubicBezTo>
                      <a:pt x="3711" y="51"/>
                      <a:pt x="3497" y="1"/>
                      <a:pt x="327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Google Shape;1396;p29"/>
              <p:cNvSpPr/>
              <p:nvPr/>
            </p:nvSpPr>
            <p:spPr>
              <a:xfrm>
                <a:off x="7662709" y="3522978"/>
                <a:ext cx="254164" cy="221761"/>
              </a:xfrm>
              <a:custGeom>
                <a:avLst/>
                <a:gdLst/>
                <a:ahLst/>
                <a:cxnLst/>
                <a:rect l="l" t="t" r="r" b="b"/>
                <a:pathLst>
                  <a:path w="3819" h="3332" extrusionOk="0">
                    <a:moveTo>
                      <a:pt x="2849" y="0"/>
                    </a:moveTo>
                    <a:cubicBezTo>
                      <a:pt x="2416" y="0"/>
                      <a:pt x="1937" y="147"/>
                      <a:pt x="1580" y="341"/>
                    </a:cubicBezTo>
                    <a:cubicBezTo>
                      <a:pt x="768" y="796"/>
                      <a:pt x="206" y="1670"/>
                      <a:pt x="36" y="2562"/>
                    </a:cubicBezTo>
                    <a:cubicBezTo>
                      <a:pt x="1" y="2714"/>
                      <a:pt x="81" y="2946"/>
                      <a:pt x="179" y="3071"/>
                    </a:cubicBezTo>
                    <a:cubicBezTo>
                      <a:pt x="438" y="3264"/>
                      <a:pt x="696" y="3331"/>
                      <a:pt x="899" y="3331"/>
                    </a:cubicBezTo>
                    <a:cubicBezTo>
                      <a:pt x="948" y="3331"/>
                      <a:pt x="994" y="3327"/>
                      <a:pt x="1035" y="3320"/>
                    </a:cubicBezTo>
                    <a:cubicBezTo>
                      <a:pt x="1133" y="3302"/>
                      <a:pt x="1232" y="3276"/>
                      <a:pt x="1321" y="3249"/>
                    </a:cubicBezTo>
                    <a:cubicBezTo>
                      <a:pt x="1954" y="3062"/>
                      <a:pt x="2525" y="2678"/>
                      <a:pt x="2962" y="2196"/>
                    </a:cubicBezTo>
                    <a:cubicBezTo>
                      <a:pt x="3185" y="1964"/>
                      <a:pt x="3373" y="1688"/>
                      <a:pt x="3515" y="1402"/>
                    </a:cubicBezTo>
                    <a:cubicBezTo>
                      <a:pt x="3649" y="1135"/>
                      <a:pt x="3819" y="760"/>
                      <a:pt x="3721" y="466"/>
                    </a:cubicBezTo>
                    <a:cubicBezTo>
                      <a:pt x="3649" y="225"/>
                      <a:pt x="3408" y="73"/>
                      <a:pt x="3159" y="28"/>
                    </a:cubicBezTo>
                    <a:cubicBezTo>
                      <a:pt x="3060" y="9"/>
                      <a:pt x="2956" y="0"/>
                      <a:pt x="284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Google Shape;1397;p29"/>
              <p:cNvSpPr/>
              <p:nvPr/>
            </p:nvSpPr>
            <p:spPr>
              <a:xfrm>
                <a:off x="7119429" y="3126845"/>
                <a:ext cx="328437" cy="353873"/>
              </a:xfrm>
              <a:custGeom>
                <a:avLst/>
                <a:gdLst/>
                <a:ahLst/>
                <a:cxnLst/>
                <a:rect l="l" t="t" r="r" b="b"/>
                <a:pathLst>
                  <a:path w="4935" h="5317" extrusionOk="0">
                    <a:moveTo>
                      <a:pt x="1509" y="0"/>
                    </a:moveTo>
                    <a:cubicBezTo>
                      <a:pt x="1046" y="0"/>
                      <a:pt x="605" y="152"/>
                      <a:pt x="304" y="539"/>
                    </a:cubicBezTo>
                    <a:cubicBezTo>
                      <a:pt x="1" y="940"/>
                      <a:pt x="81" y="1520"/>
                      <a:pt x="242" y="2002"/>
                    </a:cubicBezTo>
                    <a:cubicBezTo>
                      <a:pt x="652" y="3206"/>
                      <a:pt x="1482" y="4268"/>
                      <a:pt x="2570" y="4955"/>
                    </a:cubicBezTo>
                    <a:cubicBezTo>
                      <a:pt x="2894" y="5160"/>
                      <a:pt x="3306" y="5316"/>
                      <a:pt x="3695" y="5316"/>
                    </a:cubicBezTo>
                    <a:cubicBezTo>
                      <a:pt x="4067" y="5316"/>
                      <a:pt x="4418" y="5173"/>
                      <a:pt x="4649" y="4794"/>
                    </a:cubicBezTo>
                    <a:cubicBezTo>
                      <a:pt x="4934" y="4312"/>
                      <a:pt x="4738" y="3554"/>
                      <a:pt x="4622" y="3037"/>
                    </a:cubicBezTo>
                    <a:cubicBezTo>
                      <a:pt x="4488" y="2430"/>
                      <a:pt x="4256" y="1841"/>
                      <a:pt x="3899" y="1342"/>
                    </a:cubicBezTo>
                    <a:cubicBezTo>
                      <a:pt x="3667" y="1011"/>
                      <a:pt x="3382" y="717"/>
                      <a:pt x="3034" y="485"/>
                    </a:cubicBezTo>
                    <a:cubicBezTo>
                      <a:pt x="2621" y="206"/>
                      <a:pt x="2050" y="0"/>
                      <a:pt x="150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Google Shape;1398;p29"/>
              <p:cNvSpPr/>
              <p:nvPr/>
            </p:nvSpPr>
            <p:spPr>
              <a:xfrm>
                <a:off x="7236431" y="3197127"/>
                <a:ext cx="227410" cy="732105"/>
              </a:xfrm>
              <a:custGeom>
                <a:avLst/>
                <a:gdLst/>
                <a:ahLst/>
                <a:cxnLst/>
                <a:rect l="l" t="t" r="r" b="b"/>
                <a:pathLst>
                  <a:path w="3417" h="11000" extrusionOk="0">
                    <a:moveTo>
                      <a:pt x="72" y="0"/>
                    </a:moveTo>
                    <a:lnTo>
                      <a:pt x="0" y="89"/>
                    </a:lnTo>
                    <a:cubicBezTo>
                      <a:pt x="1445" y="1258"/>
                      <a:pt x="2382" y="3649"/>
                      <a:pt x="2775" y="5486"/>
                    </a:cubicBezTo>
                    <a:cubicBezTo>
                      <a:pt x="3167" y="7297"/>
                      <a:pt x="3239" y="9180"/>
                      <a:pt x="3310" y="11000"/>
                    </a:cubicBezTo>
                    <a:lnTo>
                      <a:pt x="3417" y="11000"/>
                    </a:lnTo>
                    <a:cubicBezTo>
                      <a:pt x="3355" y="9171"/>
                      <a:pt x="3274" y="7280"/>
                      <a:pt x="2891" y="5460"/>
                    </a:cubicBezTo>
                    <a:cubicBezTo>
                      <a:pt x="2489" y="3604"/>
                      <a:pt x="1544" y="1195"/>
                      <a:pt x="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Google Shape;1399;p29"/>
              <p:cNvSpPr/>
              <p:nvPr/>
            </p:nvSpPr>
            <p:spPr>
              <a:xfrm>
                <a:off x="7537454" y="3340219"/>
                <a:ext cx="214366" cy="689976"/>
              </a:xfrm>
              <a:custGeom>
                <a:avLst/>
                <a:gdLst/>
                <a:ahLst/>
                <a:cxnLst/>
                <a:rect l="l" t="t" r="r" b="b"/>
                <a:pathLst>
                  <a:path w="3221" h="10367" extrusionOk="0">
                    <a:moveTo>
                      <a:pt x="3131" y="0"/>
                    </a:moveTo>
                    <a:cubicBezTo>
                      <a:pt x="1695" y="1972"/>
                      <a:pt x="27" y="5861"/>
                      <a:pt x="0" y="10366"/>
                    </a:cubicBezTo>
                    <a:lnTo>
                      <a:pt x="116" y="10366"/>
                    </a:lnTo>
                    <a:cubicBezTo>
                      <a:pt x="134" y="5888"/>
                      <a:pt x="1802" y="2016"/>
                      <a:pt x="3221" y="62"/>
                    </a:cubicBezTo>
                    <a:lnTo>
                      <a:pt x="313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Google Shape;1400;p29"/>
              <p:cNvSpPr/>
              <p:nvPr/>
            </p:nvSpPr>
            <p:spPr>
              <a:xfrm>
                <a:off x="7501249" y="2963188"/>
                <a:ext cx="150276" cy="1042651"/>
              </a:xfrm>
              <a:custGeom>
                <a:avLst/>
                <a:gdLst/>
                <a:ahLst/>
                <a:cxnLst/>
                <a:rect l="l" t="t" r="r" b="b"/>
                <a:pathLst>
                  <a:path w="2258" h="15666" extrusionOk="0">
                    <a:moveTo>
                      <a:pt x="2159" y="0"/>
                    </a:moveTo>
                    <a:cubicBezTo>
                      <a:pt x="0" y="4568"/>
                      <a:pt x="36" y="9251"/>
                      <a:pt x="80" y="14684"/>
                    </a:cubicBezTo>
                    <a:lnTo>
                      <a:pt x="89" y="15665"/>
                    </a:lnTo>
                    <a:lnTo>
                      <a:pt x="205" y="15665"/>
                    </a:lnTo>
                    <a:lnTo>
                      <a:pt x="196" y="14684"/>
                    </a:lnTo>
                    <a:cubicBezTo>
                      <a:pt x="152" y="9269"/>
                      <a:pt x="116" y="4586"/>
                      <a:pt x="2257" y="45"/>
                    </a:cubicBezTo>
                    <a:lnTo>
                      <a:pt x="215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Google Shape;1401;p29"/>
              <p:cNvSpPr/>
              <p:nvPr/>
            </p:nvSpPr>
            <p:spPr>
              <a:xfrm>
                <a:off x="7148513" y="3554525"/>
                <a:ext cx="281517" cy="467948"/>
              </a:xfrm>
              <a:custGeom>
                <a:avLst/>
                <a:gdLst/>
                <a:ahLst/>
                <a:cxnLst/>
                <a:rect l="l" t="t" r="r" b="b"/>
                <a:pathLst>
                  <a:path w="4230" h="7031" extrusionOk="0">
                    <a:moveTo>
                      <a:pt x="54" y="0"/>
                    </a:moveTo>
                    <a:lnTo>
                      <a:pt x="1" y="99"/>
                    </a:lnTo>
                    <a:cubicBezTo>
                      <a:pt x="2508" y="1374"/>
                      <a:pt x="4114" y="4229"/>
                      <a:pt x="3908" y="7021"/>
                    </a:cubicBezTo>
                    <a:lnTo>
                      <a:pt x="4024" y="7030"/>
                    </a:lnTo>
                    <a:cubicBezTo>
                      <a:pt x="4229" y="4193"/>
                      <a:pt x="2597" y="1303"/>
                      <a:pt x="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Google Shape;1402;p29"/>
              <p:cNvSpPr/>
              <p:nvPr/>
            </p:nvSpPr>
            <p:spPr>
              <a:xfrm>
                <a:off x="7546372" y="3604973"/>
                <a:ext cx="255894" cy="464953"/>
              </a:xfrm>
              <a:custGeom>
                <a:avLst/>
                <a:gdLst/>
                <a:ahLst/>
                <a:cxnLst/>
                <a:rect l="l" t="t" r="r" b="b"/>
                <a:pathLst>
                  <a:path w="3845" h="6986" extrusionOk="0">
                    <a:moveTo>
                      <a:pt x="3800" y="1"/>
                    </a:moveTo>
                    <a:cubicBezTo>
                      <a:pt x="1240" y="1214"/>
                      <a:pt x="152" y="4515"/>
                      <a:pt x="0" y="6977"/>
                    </a:cubicBezTo>
                    <a:lnTo>
                      <a:pt x="116" y="6986"/>
                    </a:lnTo>
                    <a:cubicBezTo>
                      <a:pt x="268" y="4550"/>
                      <a:pt x="1338" y="1294"/>
                      <a:pt x="3845" y="99"/>
                    </a:cubicBezTo>
                    <a:lnTo>
                      <a:pt x="3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29"/>
              <p:cNvSpPr/>
              <p:nvPr/>
            </p:nvSpPr>
            <p:spPr>
              <a:xfrm>
                <a:off x="7277361" y="3878113"/>
                <a:ext cx="476849" cy="541558"/>
              </a:xfrm>
              <a:custGeom>
                <a:avLst/>
                <a:gdLst/>
                <a:ahLst/>
                <a:cxnLst/>
                <a:rect l="l" t="t" r="r" b="b"/>
                <a:pathLst>
                  <a:path w="7165" h="8137" extrusionOk="0">
                    <a:moveTo>
                      <a:pt x="1" y="0"/>
                    </a:moveTo>
                    <a:lnTo>
                      <a:pt x="1" y="2043"/>
                    </a:lnTo>
                    <a:cubicBezTo>
                      <a:pt x="1" y="7342"/>
                      <a:pt x="1705" y="8136"/>
                      <a:pt x="1705" y="8136"/>
                    </a:cubicBezTo>
                    <a:lnTo>
                      <a:pt x="5460" y="8136"/>
                    </a:lnTo>
                    <a:cubicBezTo>
                      <a:pt x="5460" y="8136"/>
                      <a:pt x="7164" y="7342"/>
                      <a:pt x="7164" y="2043"/>
                    </a:cubicBezTo>
                    <a:lnTo>
                      <a:pt x="716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04" name="Google Shape;1404;p29"/>
            <p:cNvGrpSpPr/>
            <p:nvPr/>
          </p:nvGrpSpPr>
          <p:grpSpPr>
            <a:xfrm>
              <a:off x="6538214" y="4628582"/>
              <a:ext cx="830058" cy="159799"/>
              <a:chOff x="6538214" y="4628582"/>
              <a:chExt cx="830058" cy="159799"/>
            </a:xfrm>
          </p:grpSpPr>
          <p:sp>
            <p:nvSpPr>
              <p:cNvPr id="1405" name="Google Shape;1405;p29"/>
              <p:cNvSpPr/>
              <p:nvPr/>
            </p:nvSpPr>
            <p:spPr>
              <a:xfrm>
                <a:off x="6538214" y="4718830"/>
                <a:ext cx="343211" cy="51114"/>
              </a:xfrm>
              <a:custGeom>
                <a:avLst/>
                <a:gdLst/>
                <a:ahLst/>
                <a:cxnLst/>
                <a:rect l="l" t="t" r="r" b="b"/>
                <a:pathLst>
                  <a:path w="5157" h="768" extrusionOk="0">
                    <a:moveTo>
                      <a:pt x="0" y="1"/>
                    </a:moveTo>
                    <a:lnTo>
                      <a:pt x="0" y="768"/>
                    </a:lnTo>
                    <a:lnTo>
                      <a:pt x="5156" y="768"/>
                    </a:lnTo>
                    <a:lnTo>
                      <a:pt x="515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Google Shape;1406;p29"/>
              <p:cNvSpPr/>
              <p:nvPr/>
            </p:nvSpPr>
            <p:spPr>
              <a:xfrm>
                <a:off x="6577347" y="4718830"/>
                <a:ext cx="18502" cy="5111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768" extrusionOk="0">
                    <a:moveTo>
                      <a:pt x="1" y="1"/>
                    </a:moveTo>
                    <a:lnTo>
                      <a:pt x="1" y="768"/>
                    </a:lnTo>
                    <a:lnTo>
                      <a:pt x="277" y="768"/>
                    </a:lnTo>
                    <a:lnTo>
                      <a:pt x="27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Google Shape;1407;p29"/>
              <p:cNvSpPr/>
              <p:nvPr/>
            </p:nvSpPr>
            <p:spPr>
              <a:xfrm>
                <a:off x="6839237" y="4718830"/>
                <a:ext cx="18435" cy="51114"/>
              </a:xfrm>
              <a:custGeom>
                <a:avLst/>
                <a:gdLst/>
                <a:ahLst/>
                <a:cxnLst/>
                <a:rect l="l" t="t" r="r" b="b"/>
                <a:pathLst>
                  <a:path w="277" h="768" extrusionOk="0">
                    <a:moveTo>
                      <a:pt x="0" y="1"/>
                    </a:moveTo>
                    <a:lnTo>
                      <a:pt x="0" y="768"/>
                    </a:lnTo>
                    <a:lnTo>
                      <a:pt x="277" y="768"/>
                    </a:lnTo>
                    <a:lnTo>
                      <a:pt x="27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29"/>
              <p:cNvSpPr/>
              <p:nvPr/>
            </p:nvSpPr>
            <p:spPr>
              <a:xfrm>
                <a:off x="6608827" y="4718830"/>
                <a:ext cx="8985" cy="51114"/>
              </a:xfrm>
              <a:custGeom>
                <a:avLst/>
                <a:gdLst/>
                <a:ahLst/>
                <a:cxnLst/>
                <a:rect l="l" t="t" r="r" b="b"/>
                <a:pathLst>
                  <a:path w="135" h="768" extrusionOk="0">
                    <a:moveTo>
                      <a:pt x="1" y="1"/>
                    </a:moveTo>
                    <a:lnTo>
                      <a:pt x="1" y="768"/>
                    </a:lnTo>
                    <a:lnTo>
                      <a:pt x="134" y="768"/>
                    </a:lnTo>
                    <a:lnTo>
                      <a:pt x="13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29"/>
              <p:cNvSpPr/>
              <p:nvPr/>
            </p:nvSpPr>
            <p:spPr>
              <a:xfrm>
                <a:off x="6881366" y="4648748"/>
                <a:ext cx="137830" cy="121197"/>
              </a:xfrm>
              <a:custGeom>
                <a:avLst/>
                <a:gdLst/>
                <a:ahLst/>
                <a:cxnLst/>
                <a:rect l="l" t="t" r="r" b="b"/>
                <a:pathLst>
                  <a:path w="2071" h="1821" extrusionOk="0">
                    <a:moveTo>
                      <a:pt x="2070" y="1"/>
                    </a:moveTo>
                    <a:lnTo>
                      <a:pt x="0" y="1054"/>
                    </a:lnTo>
                    <a:lnTo>
                      <a:pt x="0" y="1821"/>
                    </a:lnTo>
                    <a:lnTo>
                      <a:pt x="2070" y="768"/>
                    </a:lnTo>
                    <a:lnTo>
                      <a:pt x="207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29"/>
              <p:cNvSpPr/>
              <p:nvPr/>
            </p:nvSpPr>
            <p:spPr>
              <a:xfrm>
                <a:off x="6881366" y="4661260"/>
                <a:ext cx="137830" cy="96239"/>
              </a:xfrm>
              <a:custGeom>
                <a:avLst/>
                <a:gdLst/>
                <a:ahLst/>
                <a:cxnLst/>
                <a:rect l="l" t="t" r="r" b="b"/>
                <a:pathLst>
                  <a:path w="2071" h="1446" extrusionOk="0">
                    <a:moveTo>
                      <a:pt x="2070" y="0"/>
                    </a:moveTo>
                    <a:lnTo>
                      <a:pt x="0" y="1053"/>
                    </a:lnTo>
                    <a:lnTo>
                      <a:pt x="0" y="1445"/>
                    </a:lnTo>
                    <a:lnTo>
                      <a:pt x="2070" y="393"/>
                    </a:lnTo>
                    <a:lnTo>
                      <a:pt x="207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Google Shape;1411;p29"/>
              <p:cNvSpPr/>
              <p:nvPr/>
            </p:nvSpPr>
            <p:spPr>
              <a:xfrm>
                <a:off x="6538214" y="4648748"/>
                <a:ext cx="480975" cy="70149"/>
              </a:xfrm>
              <a:custGeom>
                <a:avLst/>
                <a:gdLst/>
                <a:ahLst/>
                <a:cxnLst/>
                <a:rect l="l" t="t" r="r" b="b"/>
                <a:pathLst>
                  <a:path w="7227" h="1054" extrusionOk="0">
                    <a:moveTo>
                      <a:pt x="2070" y="1"/>
                    </a:moveTo>
                    <a:lnTo>
                      <a:pt x="0" y="1054"/>
                    </a:lnTo>
                    <a:lnTo>
                      <a:pt x="5156" y="1054"/>
                    </a:lnTo>
                    <a:lnTo>
                      <a:pt x="722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Google Shape;1412;p29"/>
              <p:cNvSpPr/>
              <p:nvPr/>
            </p:nvSpPr>
            <p:spPr>
              <a:xfrm>
                <a:off x="6809487" y="4659463"/>
                <a:ext cx="156265" cy="48186"/>
              </a:xfrm>
              <a:custGeom>
                <a:avLst/>
                <a:gdLst/>
                <a:ahLst/>
                <a:cxnLst/>
                <a:rect l="l" t="t" r="r" b="b"/>
                <a:pathLst>
                  <a:path w="2348" h="724" extrusionOk="0">
                    <a:moveTo>
                      <a:pt x="1411" y="0"/>
                    </a:moveTo>
                    <a:lnTo>
                      <a:pt x="1" y="723"/>
                    </a:lnTo>
                    <a:lnTo>
                      <a:pt x="929" y="723"/>
                    </a:lnTo>
                    <a:lnTo>
                      <a:pt x="234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Google Shape;1413;p29"/>
              <p:cNvSpPr/>
              <p:nvPr/>
            </p:nvSpPr>
            <p:spPr>
              <a:xfrm>
                <a:off x="6762633" y="4659463"/>
                <a:ext cx="113472" cy="48186"/>
              </a:xfrm>
              <a:custGeom>
                <a:avLst/>
                <a:gdLst/>
                <a:ahLst/>
                <a:cxnLst/>
                <a:rect l="l" t="t" r="r" b="b"/>
                <a:pathLst>
                  <a:path w="1705" h="724" extrusionOk="0">
                    <a:moveTo>
                      <a:pt x="1410" y="0"/>
                    </a:moveTo>
                    <a:lnTo>
                      <a:pt x="0" y="723"/>
                    </a:lnTo>
                    <a:lnTo>
                      <a:pt x="286" y="723"/>
                    </a:lnTo>
                    <a:lnTo>
                      <a:pt x="170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29"/>
              <p:cNvSpPr/>
              <p:nvPr/>
            </p:nvSpPr>
            <p:spPr>
              <a:xfrm>
                <a:off x="6931215" y="4692741"/>
                <a:ext cx="311798" cy="95640"/>
              </a:xfrm>
              <a:custGeom>
                <a:avLst/>
                <a:gdLst/>
                <a:ahLst/>
                <a:cxnLst/>
                <a:rect l="l" t="t" r="r" b="b"/>
                <a:pathLst>
                  <a:path w="4685" h="1437" extrusionOk="0">
                    <a:moveTo>
                      <a:pt x="1" y="0"/>
                    </a:moveTo>
                    <a:lnTo>
                      <a:pt x="1" y="1436"/>
                    </a:lnTo>
                    <a:lnTo>
                      <a:pt x="4684" y="1436"/>
                    </a:lnTo>
                    <a:lnTo>
                      <a:pt x="468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29"/>
              <p:cNvSpPr/>
              <p:nvPr/>
            </p:nvSpPr>
            <p:spPr>
              <a:xfrm>
                <a:off x="7204352" y="4692741"/>
                <a:ext cx="16705" cy="95640"/>
              </a:xfrm>
              <a:custGeom>
                <a:avLst/>
                <a:gdLst/>
                <a:ahLst/>
                <a:cxnLst/>
                <a:rect l="l" t="t" r="r" b="b"/>
                <a:pathLst>
                  <a:path w="251" h="1437" extrusionOk="0">
                    <a:moveTo>
                      <a:pt x="0" y="0"/>
                    </a:moveTo>
                    <a:lnTo>
                      <a:pt x="0" y="1436"/>
                    </a:lnTo>
                    <a:lnTo>
                      <a:pt x="250" y="1436"/>
                    </a:lnTo>
                    <a:lnTo>
                      <a:pt x="25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29"/>
              <p:cNvSpPr/>
              <p:nvPr/>
            </p:nvSpPr>
            <p:spPr>
              <a:xfrm>
                <a:off x="6995373" y="4692741"/>
                <a:ext cx="8386" cy="95640"/>
              </a:xfrm>
              <a:custGeom>
                <a:avLst/>
                <a:gdLst/>
                <a:ahLst/>
                <a:cxnLst/>
                <a:rect l="l" t="t" r="r" b="b"/>
                <a:pathLst>
                  <a:path w="126" h="1437" extrusionOk="0">
                    <a:moveTo>
                      <a:pt x="0" y="0"/>
                    </a:moveTo>
                    <a:lnTo>
                      <a:pt x="0" y="1436"/>
                    </a:lnTo>
                    <a:lnTo>
                      <a:pt x="125" y="1436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29"/>
              <p:cNvSpPr/>
              <p:nvPr/>
            </p:nvSpPr>
            <p:spPr>
              <a:xfrm>
                <a:off x="7242953" y="4628582"/>
                <a:ext cx="125318" cy="159799"/>
              </a:xfrm>
              <a:custGeom>
                <a:avLst/>
                <a:gdLst/>
                <a:ahLst/>
                <a:cxnLst/>
                <a:rect l="l" t="t" r="r" b="b"/>
                <a:pathLst>
                  <a:path w="1883" h="2401" extrusionOk="0">
                    <a:moveTo>
                      <a:pt x="1883" y="1"/>
                    </a:moveTo>
                    <a:lnTo>
                      <a:pt x="0" y="964"/>
                    </a:lnTo>
                    <a:lnTo>
                      <a:pt x="0" y="2400"/>
                    </a:lnTo>
                    <a:lnTo>
                      <a:pt x="1883" y="1446"/>
                    </a:lnTo>
                    <a:lnTo>
                      <a:pt x="188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Google Shape;1418;p29"/>
              <p:cNvSpPr/>
              <p:nvPr/>
            </p:nvSpPr>
            <p:spPr>
              <a:xfrm>
                <a:off x="7242953" y="4640429"/>
                <a:ext cx="125318" cy="136637"/>
              </a:xfrm>
              <a:custGeom>
                <a:avLst/>
                <a:gdLst/>
                <a:ahLst/>
                <a:cxnLst/>
                <a:rect l="l" t="t" r="r" b="b"/>
                <a:pathLst>
                  <a:path w="1883" h="2053" extrusionOk="0">
                    <a:moveTo>
                      <a:pt x="1883" y="1"/>
                    </a:moveTo>
                    <a:lnTo>
                      <a:pt x="0" y="956"/>
                    </a:lnTo>
                    <a:lnTo>
                      <a:pt x="0" y="2053"/>
                    </a:lnTo>
                    <a:lnTo>
                      <a:pt x="1883" y="1089"/>
                    </a:lnTo>
                    <a:lnTo>
                      <a:pt x="188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Google Shape;1419;p29"/>
              <p:cNvSpPr/>
              <p:nvPr/>
            </p:nvSpPr>
            <p:spPr>
              <a:xfrm>
                <a:off x="6931215" y="4628582"/>
                <a:ext cx="437050" cy="64226"/>
              </a:xfrm>
              <a:custGeom>
                <a:avLst/>
                <a:gdLst/>
                <a:ahLst/>
                <a:cxnLst/>
                <a:rect l="l" t="t" r="r" b="b"/>
                <a:pathLst>
                  <a:path w="6567" h="965" extrusionOk="0">
                    <a:moveTo>
                      <a:pt x="1883" y="1"/>
                    </a:moveTo>
                    <a:lnTo>
                      <a:pt x="1" y="964"/>
                    </a:lnTo>
                    <a:lnTo>
                      <a:pt x="4684" y="964"/>
                    </a:lnTo>
                    <a:lnTo>
                      <a:pt x="656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Google Shape;1420;p29"/>
              <p:cNvSpPr/>
              <p:nvPr/>
            </p:nvSpPr>
            <p:spPr>
              <a:xfrm>
                <a:off x="7003692" y="4638698"/>
                <a:ext cx="145484" cy="43993"/>
              </a:xfrm>
              <a:custGeom>
                <a:avLst/>
                <a:gdLst/>
                <a:ahLst/>
                <a:cxnLst/>
                <a:rect l="l" t="t" r="r" b="b"/>
                <a:pathLst>
                  <a:path w="2186" h="661" extrusionOk="0">
                    <a:moveTo>
                      <a:pt x="1285" y="0"/>
                    </a:moveTo>
                    <a:lnTo>
                      <a:pt x="0" y="660"/>
                    </a:lnTo>
                    <a:lnTo>
                      <a:pt x="901" y="660"/>
                    </a:lnTo>
                    <a:lnTo>
                      <a:pt x="218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21" name="Google Shape;1421;p29"/>
            <p:cNvGrpSpPr/>
            <p:nvPr/>
          </p:nvGrpSpPr>
          <p:grpSpPr>
            <a:xfrm>
              <a:off x="6268844" y="4687811"/>
              <a:ext cx="202130" cy="157871"/>
              <a:chOff x="6209238" y="4667184"/>
              <a:chExt cx="171108" cy="133642"/>
            </a:xfrm>
          </p:grpSpPr>
          <p:sp>
            <p:nvSpPr>
              <p:cNvPr id="1422" name="Google Shape;1422;p29"/>
              <p:cNvSpPr/>
              <p:nvPr/>
            </p:nvSpPr>
            <p:spPr>
              <a:xfrm>
                <a:off x="6209238" y="4667184"/>
                <a:ext cx="133105" cy="125323"/>
              </a:xfrm>
              <a:custGeom>
                <a:avLst/>
                <a:gdLst/>
                <a:ahLst/>
                <a:cxnLst/>
                <a:rect l="l" t="t" r="r" b="b"/>
                <a:pathLst>
                  <a:path w="2000" h="1883" extrusionOk="0">
                    <a:moveTo>
                      <a:pt x="10" y="0"/>
                    </a:moveTo>
                    <a:lnTo>
                      <a:pt x="10" y="1330"/>
                    </a:lnTo>
                    <a:cubicBezTo>
                      <a:pt x="1" y="1633"/>
                      <a:pt x="251" y="1874"/>
                      <a:pt x="545" y="1883"/>
                    </a:cubicBezTo>
                    <a:lnTo>
                      <a:pt x="1446" y="1883"/>
                    </a:lnTo>
                    <a:cubicBezTo>
                      <a:pt x="1749" y="1883"/>
                      <a:pt x="1999" y="1642"/>
                      <a:pt x="1999" y="1339"/>
                    </a:cubicBezTo>
                    <a:lnTo>
                      <a:pt x="199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6235992" y="4786516"/>
                <a:ext cx="80196" cy="14309"/>
              </a:xfrm>
              <a:custGeom>
                <a:avLst/>
                <a:gdLst/>
                <a:ahLst/>
                <a:cxnLst/>
                <a:rect l="l" t="t" r="r" b="b"/>
                <a:pathLst>
                  <a:path w="1205" h="215" extrusionOk="0">
                    <a:moveTo>
                      <a:pt x="0" y="1"/>
                    </a:moveTo>
                    <a:lnTo>
                      <a:pt x="0" y="215"/>
                    </a:lnTo>
                    <a:lnTo>
                      <a:pt x="1205" y="215"/>
                    </a:lnTo>
                    <a:lnTo>
                      <a:pt x="1205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6289435" y="4680827"/>
                <a:ext cx="90911" cy="98036"/>
              </a:xfrm>
              <a:custGeom>
                <a:avLst/>
                <a:gdLst/>
                <a:ahLst/>
                <a:cxnLst/>
                <a:rect l="l" t="t" r="r" b="b"/>
                <a:pathLst>
                  <a:path w="1366" h="1473" extrusionOk="0">
                    <a:moveTo>
                      <a:pt x="928" y="295"/>
                    </a:moveTo>
                    <a:cubicBezTo>
                      <a:pt x="999" y="295"/>
                      <a:pt x="1062" y="357"/>
                      <a:pt x="1062" y="438"/>
                    </a:cubicBezTo>
                    <a:lnTo>
                      <a:pt x="1062" y="1035"/>
                    </a:lnTo>
                    <a:cubicBezTo>
                      <a:pt x="1062" y="1107"/>
                      <a:pt x="999" y="1169"/>
                      <a:pt x="928" y="1169"/>
                    </a:cubicBezTo>
                    <a:lnTo>
                      <a:pt x="295" y="1169"/>
                    </a:lnTo>
                    <a:lnTo>
                      <a:pt x="295" y="295"/>
                    </a:lnTo>
                    <a:close/>
                    <a:moveTo>
                      <a:pt x="0" y="1"/>
                    </a:moveTo>
                    <a:lnTo>
                      <a:pt x="0" y="1473"/>
                    </a:lnTo>
                    <a:lnTo>
                      <a:pt x="928" y="1473"/>
                    </a:lnTo>
                    <a:cubicBezTo>
                      <a:pt x="1169" y="1473"/>
                      <a:pt x="1365" y="1276"/>
                      <a:pt x="1365" y="1035"/>
                    </a:cubicBezTo>
                    <a:lnTo>
                      <a:pt x="1365" y="438"/>
                    </a:lnTo>
                    <a:cubicBezTo>
                      <a:pt x="1365" y="197"/>
                      <a:pt x="1169" y="1"/>
                      <a:pt x="92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25" name="Google Shape;1425;p29"/>
            <p:cNvGrpSpPr/>
            <p:nvPr/>
          </p:nvGrpSpPr>
          <p:grpSpPr>
            <a:xfrm>
              <a:off x="5965842" y="2731645"/>
              <a:ext cx="1905712" cy="1887618"/>
              <a:chOff x="5952739" y="3011240"/>
              <a:chExt cx="1613233" cy="1597916"/>
            </a:xfrm>
          </p:grpSpPr>
          <p:sp>
            <p:nvSpPr>
              <p:cNvPr id="1426" name="Google Shape;1426;p29"/>
              <p:cNvSpPr/>
              <p:nvPr/>
            </p:nvSpPr>
            <p:spPr>
              <a:xfrm>
                <a:off x="5952739" y="3488237"/>
                <a:ext cx="1613233" cy="1120919"/>
              </a:xfrm>
              <a:custGeom>
                <a:avLst/>
                <a:gdLst/>
                <a:ahLst/>
                <a:cxnLst/>
                <a:rect l="l" t="t" r="r" b="b"/>
                <a:pathLst>
                  <a:path w="24240" h="16842" extrusionOk="0">
                    <a:moveTo>
                      <a:pt x="14225" y="1"/>
                    </a:moveTo>
                    <a:cubicBezTo>
                      <a:pt x="14024" y="1"/>
                      <a:pt x="13823" y="17"/>
                      <a:pt x="13623" y="51"/>
                    </a:cubicBezTo>
                    <a:cubicBezTo>
                      <a:pt x="12160" y="310"/>
                      <a:pt x="11027" y="1487"/>
                      <a:pt x="10189" y="2709"/>
                    </a:cubicBezTo>
                    <a:cubicBezTo>
                      <a:pt x="9341" y="3940"/>
                      <a:pt x="8672" y="5305"/>
                      <a:pt x="7584" y="6322"/>
                    </a:cubicBezTo>
                    <a:lnTo>
                      <a:pt x="2633" y="11702"/>
                    </a:lnTo>
                    <a:cubicBezTo>
                      <a:pt x="2178" y="12121"/>
                      <a:pt x="536" y="13548"/>
                      <a:pt x="349" y="14628"/>
                    </a:cubicBezTo>
                    <a:cubicBezTo>
                      <a:pt x="1" y="16617"/>
                      <a:pt x="1972" y="16840"/>
                      <a:pt x="5924" y="16840"/>
                    </a:cubicBezTo>
                    <a:cubicBezTo>
                      <a:pt x="6701" y="16840"/>
                      <a:pt x="7559" y="16841"/>
                      <a:pt x="8477" y="16841"/>
                    </a:cubicBezTo>
                    <a:cubicBezTo>
                      <a:pt x="10313" y="16841"/>
                      <a:pt x="12386" y="16837"/>
                      <a:pt x="14515" y="16813"/>
                    </a:cubicBezTo>
                    <a:cubicBezTo>
                      <a:pt x="17210" y="16778"/>
                      <a:pt x="20466" y="16590"/>
                      <a:pt x="22491" y="15877"/>
                    </a:cubicBezTo>
                    <a:cubicBezTo>
                      <a:pt x="23160" y="15636"/>
                      <a:pt x="23740" y="15118"/>
                      <a:pt x="24025" y="14467"/>
                    </a:cubicBezTo>
                    <a:cubicBezTo>
                      <a:pt x="24230" y="13994"/>
                      <a:pt x="24239" y="13459"/>
                      <a:pt x="24186" y="12942"/>
                    </a:cubicBezTo>
                    <a:cubicBezTo>
                      <a:pt x="23981" y="11033"/>
                      <a:pt x="23115" y="9115"/>
                      <a:pt x="22232" y="7429"/>
                    </a:cubicBezTo>
                    <a:cubicBezTo>
                      <a:pt x="21322" y="5707"/>
                      <a:pt x="20145" y="4110"/>
                      <a:pt x="18842" y="2656"/>
                    </a:cubicBezTo>
                    <a:cubicBezTo>
                      <a:pt x="18164" y="1898"/>
                      <a:pt x="17424" y="1175"/>
                      <a:pt x="16549" y="666"/>
                    </a:cubicBezTo>
                    <a:cubicBezTo>
                      <a:pt x="15843" y="259"/>
                      <a:pt x="15033" y="1"/>
                      <a:pt x="1422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5952739" y="3488037"/>
                <a:ext cx="1569308" cy="1121052"/>
              </a:xfrm>
              <a:custGeom>
                <a:avLst/>
                <a:gdLst/>
                <a:ahLst/>
                <a:cxnLst/>
                <a:rect l="l" t="t" r="r" b="b"/>
                <a:pathLst>
                  <a:path w="23580" h="16844" extrusionOk="0">
                    <a:moveTo>
                      <a:pt x="14236" y="1"/>
                    </a:moveTo>
                    <a:cubicBezTo>
                      <a:pt x="14031" y="1"/>
                      <a:pt x="13826" y="18"/>
                      <a:pt x="13623" y="54"/>
                    </a:cubicBezTo>
                    <a:cubicBezTo>
                      <a:pt x="12160" y="313"/>
                      <a:pt x="11027" y="1490"/>
                      <a:pt x="10189" y="2712"/>
                    </a:cubicBezTo>
                    <a:cubicBezTo>
                      <a:pt x="9341" y="3943"/>
                      <a:pt x="8672" y="5308"/>
                      <a:pt x="7584" y="6325"/>
                    </a:cubicBezTo>
                    <a:lnTo>
                      <a:pt x="2633" y="11705"/>
                    </a:lnTo>
                    <a:cubicBezTo>
                      <a:pt x="2178" y="12124"/>
                      <a:pt x="536" y="13551"/>
                      <a:pt x="349" y="14631"/>
                    </a:cubicBezTo>
                    <a:cubicBezTo>
                      <a:pt x="1" y="16620"/>
                      <a:pt x="1972" y="16843"/>
                      <a:pt x="5924" y="16843"/>
                    </a:cubicBezTo>
                    <a:lnTo>
                      <a:pt x="8619" y="16843"/>
                    </a:lnTo>
                    <a:lnTo>
                      <a:pt x="10180" y="16299"/>
                    </a:lnTo>
                    <a:cubicBezTo>
                      <a:pt x="10940" y="16035"/>
                      <a:pt x="11727" y="15772"/>
                      <a:pt x="12523" y="15772"/>
                    </a:cubicBezTo>
                    <a:cubicBezTo>
                      <a:pt x="12643" y="15772"/>
                      <a:pt x="12763" y="15778"/>
                      <a:pt x="12883" y="15791"/>
                    </a:cubicBezTo>
                    <a:cubicBezTo>
                      <a:pt x="13445" y="15862"/>
                      <a:pt x="13936" y="16130"/>
                      <a:pt x="14507" y="16147"/>
                    </a:cubicBezTo>
                    <a:cubicBezTo>
                      <a:pt x="15167" y="16165"/>
                      <a:pt x="15836" y="16192"/>
                      <a:pt x="16505" y="16210"/>
                    </a:cubicBezTo>
                    <a:cubicBezTo>
                      <a:pt x="16549" y="16210"/>
                      <a:pt x="16585" y="16210"/>
                      <a:pt x="16621" y="16192"/>
                    </a:cubicBezTo>
                    <a:cubicBezTo>
                      <a:pt x="16701" y="16130"/>
                      <a:pt x="16612" y="16005"/>
                      <a:pt x="16567" y="15906"/>
                    </a:cubicBezTo>
                    <a:cubicBezTo>
                      <a:pt x="16469" y="15728"/>
                      <a:pt x="16549" y="15496"/>
                      <a:pt x="16692" y="15353"/>
                    </a:cubicBezTo>
                    <a:cubicBezTo>
                      <a:pt x="16844" y="15220"/>
                      <a:pt x="17040" y="15148"/>
                      <a:pt x="17227" y="15077"/>
                    </a:cubicBezTo>
                    <a:cubicBezTo>
                      <a:pt x="18994" y="14461"/>
                      <a:pt x="20716" y="13694"/>
                      <a:pt x="22250" y="12632"/>
                    </a:cubicBezTo>
                    <a:cubicBezTo>
                      <a:pt x="22660" y="12356"/>
                      <a:pt x="23071" y="12035"/>
                      <a:pt x="23312" y="11598"/>
                    </a:cubicBezTo>
                    <a:cubicBezTo>
                      <a:pt x="23552" y="11161"/>
                      <a:pt x="23579" y="10563"/>
                      <a:pt x="23249" y="10188"/>
                    </a:cubicBezTo>
                    <a:cubicBezTo>
                      <a:pt x="22866" y="9751"/>
                      <a:pt x="22196" y="9760"/>
                      <a:pt x="21617" y="9689"/>
                    </a:cubicBezTo>
                    <a:cubicBezTo>
                      <a:pt x="21028" y="9608"/>
                      <a:pt x="20466" y="9412"/>
                      <a:pt x="19957" y="9118"/>
                    </a:cubicBezTo>
                    <a:cubicBezTo>
                      <a:pt x="19815" y="9028"/>
                      <a:pt x="19663" y="8930"/>
                      <a:pt x="19592" y="8779"/>
                    </a:cubicBezTo>
                    <a:cubicBezTo>
                      <a:pt x="19476" y="8538"/>
                      <a:pt x="19583" y="8243"/>
                      <a:pt x="19708" y="8002"/>
                    </a:cubicBezTo>
                    <a:cubicBezTo>
                      <a:pt x="19939" y="7530"/>
                      <a:pt x="20216" y="7075"/>
                      <a:pt x="20403" y="6584"/>
                    </a:cubicBezTo>
                    <a:cubicBezTo>
                      <a:pt x="20591" y="6093"/>
                      <a:pt x="20671" y="5540"/>
                      <a:pt x="20501" y="5041"/>
                    </a:cubicBezTo>
                    <a:cubicBezTo>
                      <a:pt x="20421" y="4818"/>
                      <a:pt x="20341" y="4595"/>
                      <a:pt x="20261" y="4363"/>
                    </a:cubicBezTo>
                    <a:cubicBezTo>
                      <a:pt x="19806" y="3774"/>
                      <a:pt x="19333" y="3203"/>
                      <a:pt x="18842" y="2659"/>
                    </a:cubicBezTo>
                    <a:cubicBezTo>
                      <a:pt x="18164" y="1901"/>
                      <a:pt x="17424" y="1178"/>
                      <a:pt x="16549" y="669"/>
                    </a:cubicBezTo>
                    <a:cubicBezTo>
                      <a:pt x="15846" y="264"/>
                      <a:pt x="15040" y="1"/>
                      <a:pt x="14236" y="1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Google Shape;1428;p29"/>
              <p:cNvSpPr/>
              <p:nvPr/>
            </p:nvSpPr>
            <p:spPr>
              <a:xfrm>
                <a:off x="6696679" y="3096164"/>
                <a:ext cx="51179" cy="123992"/>
              </a:xfrm>
              <a:custGeom>
                <a:avLst/>
                <a:gdLst/>
                <a:ahLst/>
                <a:cxnLst/>
                <a:rect l="l" t="t" r="r" b="b"/>
                <a:pathLst>
                  <a:path w="769" h="1863" extrusionOk="0">
                    <a:moveTo>
                      <a:pt x="411" y="0"/>
                    </a:moveTo>
                    <a:lnTo>
                      <a:pt x="162" y="63"/>
                    </a:lnTo>
                    <a:cubicBezTo>
                      <a:pt x="72" y="161"/>
                      <a:pt x="37" y="286"/>
                      <a:pt x="19" y="420"/>
                    </a:cubicBezTo>
                    <a:cubicBezTo>
                      <a:pt x="1" y="598"/>
                      <a:pt x="10" y="794"/>
                      <a:pt x="63" y="973"/>
                    </a:cubicBezTo>
                    <a:cubicBezTo>
                      <a:pt x="99" y="1125"/>
                      <a:pt x="170" y="1267"/>
                      <a:pt x="215" y="1419"/>
                    </a:cubicBezTo>
                    <a:cubicBezTo>
                      <a:pt x="251" y="1508"/>
                      <a:pt x="278" y="1597"/>
                      <a:pt x="322" y="1678"/>
                    </a:cubicBezTo>
                    <a:cubicBezTo>
                      <a:pt x="367" y="1758"/>
                      <a:pt x="438" y="1838"/>
                      <a:pt x="536" y="1856"/>
                    </a:cubicBezTo>
                    <a:cubicBezTo>
                      <a:pt x="550" y="1861"/>
                      <a:pt x="563" y="1863"/>
                      <a:pt x="576" y="1863"/>
                    </a:cubicBezTo>
                    <a:cubicBezTo>
                      <a:pt x="590" y="1863"/>
                      <a:pt x="603" y="1861"/>
                      <a:pt x="617" y="1856"/>
                    </a:cubicBezTo>
                    <a:cubicBezTo>
                      <a:pt x="679" y="1829"/>
                      <a:pt x="697" y="1758"/>
                      <a:pt x="706" y="1695"/>
                    </a:cubicBezTo>
                    <a:cubicBezTo>
                      <a:pt x="768" y="1223"/>
                      <a:pt x="670" y="741"/>
                      <a:pt x="572" y="277"/>
                    </a:cubicBezTo>
                    <a:cubicBezTo>
                      <a:pt x="545" y="170"/>
                      <a:pt x="509" y="54"/>
                      <a:pt x="4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Google Shape;1429;p29"/>
              <p:cNvSpPr/>
              <p:nvPr/>
            </p:nvSpPr>
            <p:spPr>
              <a:xfrm>
                <a:off x="6706795" y="3182751"/>
                <a:ext cx="38068" cy="55906"/>
              </a:xfrm>
              <a:custGeom>
                <a:avLst/>
                <a:gdLst/>
                <a:ahLst/>
                <a:cxnLst/>
                <a:rect l="l" t="t" r="r" b="b"/>
                <a:pathLst>
                  <a:path w="572" h="840" extrusionOk="0">
                    <a:moveTo>
                      <a:pt x="315" y="1"/>
                    </a:moveTo>
                    <a:cubicBezTo>
                      <a:pt x="251" y="1"/>
                      <a:pt x="202" y="50"/>
                      <a:pt x="161" y="91"/>
                    </a:cubicBezTo>
                    <a:cubicBezTo>
                      <a:pt x="108" y="145"/>
                      <a:pt x="72" y="198"/>
                      <a:pt x="45" y="261"/>
                    </a:cubicBezTo>
                    <a:cubicBezTo>
                      <a:pt x="1" y="394"/>
                      <a:pt x="63" y="582"/>
                      <a:pt x="152" y="698"/>
                    </a:cubicBezTo>
                    <a:cubicBezTo>
                      <a:pt x="203" y="770"/>
                      <a:pt x="312" y="839"/>
                      <a:pt x="413" y="839"/>
                    </a:cubicBezTo>
                    <a:cubicBezTo>
                      <a:pt x="474" y="839"/>
                      <a:pt x="532" y="815"/>
                      <a:pt x="572" y="751"/>
                    </a:cubicBezTo>
                    <a:lnTo>
                      <a:pt x="527" y="243"/>
                    </a:lnTo>
                    <a:cubicBezTo>
                      <a:pt x="509" y="163"/>
                      <a:pt x="465" y="91"/>
                      <a:pt x="402" y="47"/>
                    </a:cubicBezTo>
                    <a:cubicBezTo>
                      <a:pt x="384" y="29"/>
                      <a:pt x="357" y="11"/>
                      <a:pt x="331" y="2"/>
                    </a:cubicBezTo>
                    <a:cubicBezTo>
                      <a:pt x="325" y="1"/>
                      <a:pt x="320" y="1"/>
                      <a:pt x="315" y="1"/>
                    </a:cubicBezTo>
                    <a:close/>
                  </a:path>
                </a:pathLst>
              </a:custGeom>
              <a:solidFill>
                <a:srgbClr val="F2BE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6495420" y="4419601"/>
                <a:ext cx="202519" cy="156071"/>
              </a:xfrm>
              <a:custGeom>
                <a:avLst/>
                <a:gdLst/>
                <a:ahLst/>
                <a:cxnLst/>
                <a:rect l="l" t="t" r="r" b="b"/>
                <a:pathLst>
                  <a:path w="3043" h="2345" extrusionOk="0">
                    <a:moveTo>
                      <a:pt x="3043" y="0"/>
                    </a:moveTo>
                    <a:lnTo>
                      <a:pt x="3043" y="0"/>
                    </a:lnTo>
                    <a:cubicBezTo>
                      <a:pt x="3043" y="0"/>
                      <a:pt x="1624" y="839"/>
                      <a:pt x="1526" y="866"/>
                    </a:cubicBezTo>
                    <a:cubicBezTo>
                      <a:pt x="1505" y="870"/>
                      <a:pt x="1481" y="872"/>
                      <a:pt x="1456" y="872"/>
                    </a:cubicBezTo>
                    <a:cubicBezTo>
                      <a:pt x="1386" y="872"/>
                      <a:pt x="1303" y="859"/>
                      <a:pt x="1215" y="859"/>
                    </a:cubicBezTo>
                    <a:cubicBezTo>
                      <a:pt x="1096" y="859"/>
                      <a:pt x="969" y="884"/>
                      <a:pt x="857" y="1000"/>
                    </a:cubicBezTo>
                    <a:cubicBezTo>
                      <a:pt x="563" y="1294"/>
                      <a:pt x="251" y="1472"/>
                      <a:pt x="161" y="1686"/>
                    </a:cubicBezTo>
                    <a:cubicBezTo>
                      <a:pt x="54" y="1945"/>
                      <a:pt x="1" y="2284"/>
                      <a:pt x="179" y="2338"/>
                    </a:cubicBezTo>
                    <a:cubicBezTo>
                      <a:pt x="195" y="2343"/>
                      <a:pt x="212" y="2345"/>
                      <a:pt x="231" y="2345"/>
                    </a:cubicBezTo>
                    <a:cubicBezTo>
                      <a:pt x="484" y="2345"/>
                      <a:pt x="1035" y="1920"/>
                      <a:pt x="1508" y="1695"/>
                    </a:cubicBezTo>
                    <a:cubicBezTo>
                      <a:pt x="1785" y="1562"/>
                      <a:pt x="2998" y="1276"/>
                      <a:pt x="2998" y="1276"/>
                    </a:cubicBezTo>
                    <a:lnTo>
                      <a:pt x="3043" y="0"/>
                    </a:lnTo>
                    <a:close/>
                  </a:path>
                </a:pathLst>
              </a:custGeom>
              <a:solidFill>
                <a:srgbClr val="F2BE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6637312" y="4050689"/>
                <a:ext cx="892469" cy="467549"/>
              </a:xfrm>
              <a:custGeom>
                <a:avLst/>
                <a:gdLst/>
                <a:ahLst/>
                <a:cxnLst/>
                <a:rect l="l" t="t" r="r" b="b"/>
                <a:pathLst>
                  <a:path w="13410" h="7025" extrusionOk="0">
                    <a:moveTo>
                      <a:pt x="8895" y="0"/>
                    </a:moveTo>
                    <a:cubicBezTo>
                      <a:pt x="6682" y="0"/>
                      <a:pt x="4363" y="476"/>
                      <a:pt x="4363" y="476"/>
                    </a:cubicBezTo>
                    <a:lnTo>
                      <a:pt x="964" y="218"/>
                    </a:lnTo>
                    <a:lnTo>
                      <a:pt x="1339" y="4071"/>
                    </a:lnTo>
                    <a:cubicBezTo>
                      <a:pt x="1580" y="4303"/>
                      <a:pt x="2731" y="4312"/>
                      <a:pt x="2731" y="4312"/>
                    </a:cubicBezTo>
                    <a:lnTo>
                      <a:pt x="1" y="6248"/>
                    </a:lnTo>
                    <a:lnTo>
                      <a:pt x="224" y="7024"/>
                    </a:lnTo>
                    <a:cubicBezTo>
                      <a:pt x="224" y="7024"/>
                      <a:pt x="8913" y="6123"/>
                      <a:pt x="11857" y="3848"/>
                    </a:cubicBezTo>
                    <a:cubicBezTo>
                      <a:pt x="13409" y="2662"/>
                      <a:pt x="13070" y="1627"/>
                      <a:pt x="12526" y="985"/>
                    </a:cubicBezTo>
                    <a:cubicBezTo>
                      <a:pt x="11890" y="225"/>
                      <a:pt x="10417" y="0"/>
                      <a:pt x="889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6886690" y="4422529"/>
                <a:ext cx="184750" cy="150148"/>
              </a:xfrm>
              <a:custGeom>
                <a:avLst/>
                <a:gdLst/>
                <a:ahLst/>
                <a:cxnLst/>
                <a:rect l="l" t="t" r="r" b="b"/>
                <a:pathLst>
                  <a:path w="2776" h="2256" extrusionOk="0">
                    <a:moveTo>
                      <a:pt x="1" y="1"/>
                    </a:moveTo>
                    <a:lnTo>
                      <a:pt x="36" y="1223"/>
                    </a:lnTo>
                    <a:cubicBezTo>
                      <a:pt x="36" y="1223"/>
                      <a:pt x="1205" y="1509"/>
                      <a:pt x="1473" y="1634"/>
                    </a:cubicBezTo>
                    <a:cubicBezTo>
                      <a:pt x="1923" y="1851"/>
                      <a:pt x="2327" y="2255"/>
                      <a:pt x="2560" y="2255"/>
                    </a:cubicBezTo>
                    <a:cubicBezTo>
                      <a:pt x="2576" y="2255"/>
                      <a:pt x="2591" y="2253"/>
                      <a:pt x="2606" y="2249"/>
                    </a:cubicBezTo>
                    <a:cubicBezTo>
                      <a:pt x="2775" y="2196"/>
                      <a:pt x="2775" y="1865"/>
                      <a:pt x="2677" y="1616"/>
                    </a:cubicBezTo>
                    <a:cubicBezTo>
                      <a:pt x="2588" y="1411"/>
                      <a:pt x="2347" y="1277"/>
                      <a:pt x="2097" y="964"/>
                    </a:cubicBezTo>
                    <a:cubicBezTo>
                      <a:pt x="2039" y="894"/>
                      <a:pt x="1959" y="873"/>
                      <a:pt x="1872" y="873"/>
                    </a:cubicBezTo>
                    <a:cubicBezTo>
                      <a:pt x="1744" y="873"/>
                      <a:pt x="1604" y="918"/>
                      <a:pt x="1504" y="918"/>
                    </a:cubicBezTo>
                    <a:cubicBezTo>
                      <a:pt x="1483" y="918"/>
                      <a:pt x="1463" y="916"/>
                      <a:pt x="1446" y="911"/>
                    </a:cubicBezTo>
                    <a:cubicBezTo>
                      <a:pt x="1357" y="884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rgbClr val="F2BE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Google Shape;1433;p29"/>
              <p:cNvSpPr/>
              <p:nvPr/>
            </p:nvSpPr>
            <p:spPr>
              <a:xfrm>
                <a:off x="6072669" y="4060140"/>
                <a:ext cx="884749" cy="458098"/>
              </a:xfrm>
              <a:custGeom>
                <a:avLst/>
                <a:gdLst/>
                <a:ahLst/>
                <a:cxnLst/>
                <a:rect l="l" t="t" r="r" b="b"/>
                <a:pathLst>
                  <a:path w="13294" h="6883" extrusionOk="0">
                    <a:moveTo>
                      <a:pt x="5060" y="0"/>
                    </a:moveTo>
                    <a:cubicBezTo>
                      <a:pt x="3427" y="0"/>
                      <a:pt x="1692" y="221"/>
                      <a:pt x="768" y="1021"/>
                    </a:cubicBezTo>
                    <a:cubicBezTo>
                      <a:pt x="126" y="1574"/>
                      <a:pt x="1" y="2770"/>
                      <a:pt x="1544" y="3787"/>
                    </a:cubicBezTo>
                    <a:cubicBezTo>
                      <a:pt x="4649" y="5839"/>
                      <a:pt x="13070" y="6882"/>
                      <a:pt x="13070" y="6882"/>
                    </a:cubicBezTo>
                    <a:lnTo>
                      <a:pt x="13293" y="6106"/>
                    </a:lnTo>
                    <a:lnTo>
                      <a:pt x="10974" y="4465"/>
                    </a:lnTo>
                    <a:cubicBezTo>
                      <a:pt x="10974" y="4465"/>
                      <a:pt x="11714" y="4161"/>
                      <a:pt x="11955" y="3929"/>
                    </a:cubicBezTo>
                    <a:lnTo>
                      <a:pt x="11866" y="468"/>
                    </a:lnTo>
                    <a:lnTo>
                      <a:pt x="8922" y="334"/>
                    </a:lnTo>
                    <a:cubicBezTo>
                      <a:pt x="8922" y="334"/>
                      <a:pt x="7068" y="0"/>
                      <a:pt x="506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Google Shape;1434;p29"/>
              <p:cNvSpPr/>
              <p:nvPr/>
            </p:nvSpPr>
            <p:spPr>
              <a:xfrm>
                <a:off x="6349400" y="4099540"/>
                <a:ext cx="609821" cy="369979"/>
              </a:xfrm>
              <a:custGeom>
                <a:avLst/>
                <a:gdLst/>
                <a:ahLst/>
                <a:cxnLst/>
                <a:rect l="l" t="t" r="r" b="b"/>
                <a:pathLst>
                  <a:path w="9163" h="5559" extrusionOk="0">
                    <a:moveTo>
                      <a:pt x="9" y="1"/>
                    </a:moveTo>
                    <a:lnTo>
                      <a:pt x="0" y="117"/>
                    </a:lnTo>
                    <a:cubicBezTo>
                      <a:pt x="9" y="117"/>
                      <a:pt x="1240" y="286"/>
                      <a:pt x="2926" y="1277"/>
                    </a:cubicBezTo>
                    <a:cubicBezTo>
                      <a:pt x="3774" y="1767"/>
                      <a:pt x="9046" y="5523"/>
                      <a:pt x="9100" y="5559"/>
                    </a:cubicBezTo>
                    <a:lnTo>
                      <a:pt x="9162" y="5470"/>
                    </a:lnTo>
                    <a:cubicBezTo>
                      <a:pt x="9109" y="5434"/>
                      <a:pt x="3836" y="1669"/>
                      <a:pt x="2989" y="1179"/>
                    </a:cubicBezTo>
                    <a:cubicBezTo>
                      <a:pt x="1276" y="179"/>
                      <a:pt x="27" y="10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6797042" y="4099540"/>
                <a:ext cx="448364" cy="255372"/>
              </a:xfrm>
              <a:custGeom>
                <a:avLst/>
                <a:gdLst/>
                <a:ahLst/>
                <a:cxnLst/>
                <a:rect l="l" t="t" r="r" b="b"/>
                <a:pathLst>
                  <a:path w="6737" h="3837" extrusionOk="0">
                    <a:moveTo>
                      <a:pt x="6718" y="1"/>
                    </a:moveTo>
                    <a:cubicBezTo>
                      <a:pt x="6709" y="10"/>
                      <a:pt x="5460" y="179"/>
                      <a:pt x="3747" y="1179"/>
                    </a:cubicBezTo>
                    <a:cubicBezTo>
                      <a:pt x="2900" y="1669"/>
                      <a:pt x="36" y="3721"/>
                      <a:pt x="1" y="3748"/>
                    </a:cubicBezTo>
                    <a:lnTo>
                      <a:pt x="72" y="3837"/>
                    </a:lnTo>
                    <a:cubicBezTo>
                      <a:pt x="99" y="3819"/>
                      <a:pt x="2962" y="1767"/>
                      <a:pt x="3801" y="1277"/>
                    </a:cubicBezTo>
                    <a:cubicBezTo>
                      <a:pt x="5496" y="286"/>
                      <a:pt x="6727" y="117"/>
                      <a:pt x="6736" y="117"/>
                    </a:cubicBezTo>
                    <a:lnTo>
                      <a:pt x="671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6640307" y="4467121"/>
                <a:ext cx="156199" cy="32080"/>
              </a:xfrm>
              <a:custGeom>
                <a:avLst/>
                <a:gdLst/>
                <a:ahLst/>
                <a:cxnLst/>
                <a:rect l="l" t="t" r="r" b="b"/>
                <a:pathLst>
                  <a:path w="2347" h="482" extrusionOk="0">
                    <a:moveTo>
                      <a:pt x="36" y="0"/>
                    </a:moveTo>
                    <a:lnTo>
                      <a:pt x="0" y="107"/>
                    </a:lnTo>
                    <a:cubicBezTo>
                      <a:pt x="910" y="339"/>
                      <a:pt x="2320" y="482"/>
                      <a:pt x="2338" y="482"/>
                    </a:cubicBezTo>
                    <a:lnTo>
                      <a:pt x="2347" y="375"/>
                    </a:lnTo>
                    <a:cubicBezTo>
                      <a:pt x="2329" y="375"/>
                      <a:pt x="937" y="223"/>
                      <a:pt x="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29"/>
              <p:cNvSpPr/>
              <p:nvPr/>
            </p:nvSpPr>
            <p:spPr>
              <a:xfrm>
                <a:off x="6483573" y="3336625"/>
                <a:ext cx="680433" cy="818626"/>
              </a:xfrm>
              <a:custGeom>
                <a:avLst/>
                <a:gdLst/>
                <a:ahLst/>
                <a:cxnLst/>
                <a:rect l="l" t="t" r="r" b="b"/>
                <a:pathLst>
                  <a:path w="10224" h="12300" extrusionOk="0">
                    <a:moveTo>
                      <a:pt x="6486" y="0"/>
                    </a:moveTo>
                    <a:lnTo>
                      <a:pt x="3542" y="268"/>
                    </a:lnTo>
                    <a:lnTo>
                      <a:pt x="1124" y="3596"/>
                    </a:lnTo>
                    <a:cubicBezTo>
                      <a:pt x="1080" y="6138"/>
                      <a:pt x="286" y="9252"/>
                      <a:pt x="0" y="10902"/>
                    </a:cubicBezTo>
                    <a:cubicBezTo>
                      <a:pt x="848" y="11749"/>
                      <a:pt x="3408" y="12195"/>
                      <a:pt x="4871" y="12285"/>
                    </a:cubicBezTo>
                    <a:cubicBezTo>
                      <a:pt x="5021" y="12295"/>
                      <a:pt x="5183" y="12300"/>
                      <a:pt x="5356" y="12300"/>
                    </a:cubicBezTo>
                    <a:cubicBezTo>
                      <a:pt x="6877" y="12300"/>
                      <a:pt x="9191" y="11900"/>
                      <a:pt x="10224" y="10866"/>
                    </a:cubicBezTo>
                    <a:cubicBezTo>
                      <a:pt x="10224" y="10866"/>
                      <a:pt x="9020" y="3292"/>
                      <a:pt x="8502" y="2213"/>
                    </a:cubicBezTo>
                    <a:lnTo>
                      <a:pt x="648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Google Shape;1438;p29"/>
              <p:cNvSpPr/>
              <p:nvPr/>
            </p:nvSpPr>
            <p:spPr>
              <a:xfrm>
                <a:off x="6238921" y="3336625"/>
                <a:ext cx="495217" cy="611507"/>
              </a:xfrm>
              <a:custGeom>
                <a:avLst/>
                <a:gdLst/>
                <a:ahLst/>
                <a:cxnLst/>
                <a:rect l="l" t="t" r="r" b="b"/>
                <a:pathLst>
                  <a:path w="7441" h="9188" extrusionOk="0">
                    <a:moveTo>
                      <a:pt x="7441" y="0"/>
                    </a:moveTo>
                    <a:lnTo>
                      <a:pt x="7441" y="0"/>
                    </a:lnTo>
                    <a:cubicBezTo>
                      <a:pt x="7441" y="1"/>
                      <a:pt x="5505" y="197"/>
                      <a:pt x="4006" y="1695"/>
                    </a:cubicBezTo>
                    <a:cubicBezTo>
                      <a:pt x="2526" y="3167"/>
                      <a:pt x="1" y="7985"/>
                      <a:pt x="1491" y="8939"/>
                    </a:cubicBezTo>
                    <a:cubicBezTo>
                      <a:pt x="1758" y="9111"/>
                      <a:pt x="2026" y="9187"/>
                      <a:pt x="2291" y="9187"/>
                    </a:cubicBezTo>
                    <a:cubicBezTo>
                      <a:pt x="4282" y="9187"/>
                      <a:pt x="6103" y="4892"/>
                      <a:pt x="6174" y="4648"/>
                    </a:cubicBezTo>
                    <a:lnTo>
                      <a:pt x="744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Google Shape;1439;p29"/>
              <p:cNvSpPr/>
              <p:nvPr/>
            </p:nvSpPr>
            <p:spPr>
              <a:xfrm>
                <a:off x="6895009" y="3331900"/>
                <a:ext cx="390730" cy="617031"/>
              </a:xfrm>
              <a:custGeom>
                <a:avLst/>
                <a:gdLst/>
                <a:ahLst/>
                <a:cxnLst/>
                <a:rect l="l" t="t" r="r" b="b"/>
                <a:pathLst>
                  <a:path w="5871" h="9271" extrusionOk="0">
                    <a:moveTo>
                      <a:pt x="1" y="0"/>
                    </a:moveTo>
                    <a:lnTo>
                      <a:pt x="491" y="5023"/>
                    </a:lnTo>
                    <a:cubicBezTo>
                      <a:pt x="500" y="5032"/>
                      <a:pt x="500" y="5040"/>
                      <a:pt x="509" y="5058"/>
                    </a:cubicBezTo>
                    <a:cubicBezTo>
                      <a:pt x="1098" y="6245"/>
                      <a:pt x="1821" y="7440"/>
                      <a:pt x="2766" y="8368"/>
                    </a:cubicBezTo>
                    <a:cubicBezTo>
                      <a:pt x="3194" y="8796"/>
                      <a:pt x="3782" y="9270"/>
                      <a:pt x="4425" y="9270"/>
                    </a:cubicBezTo>
                    <a:cubicBezTo>
                      <a:pt x="4478" y="9270"/>
                      <a:pt x="4532" y="9267"/>
                      <a:pt x="4586" y="9260"/>
                    </a:cubicBezTo>
                    <a:cubicBezTo>
                      <a:pt x="5746" y="9108"/>
                      <a:pt x="5871" y="7904"/>
                      <a:pt x="5728" y="6967"/>
                    </a:cubicBezTo>
                    <a:cubicBezTo>
                      <a:pt x="5550" y="5879"/>
                      <a:pt x="5184" y="4809"/>
                      <a:pt x="4720" y="3809"/>
                    </a:cubicBezTo>
                    <a:cubicBezTo>
                      <a:pt x="4283" y="2873"/>
                      <a:pt x="3712" y="1874"/>
                      <a:pt x="2873" y="1231"/>
                    </a:cubicBezTo>
                    <a:cubicBezTo>
                      <a:pt x="1544" y="214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Google Shape;1440;p29"/>
              <p:cNvSpPr/>
              <p:nvPr/>
            </p:nvSpPr>
            <p:spPr>
              <a:xfrm>
                <a:off x="6716312" y="3195929"/>
                <a:ext cx="198925" cy="197735"/>
              </a:xfrm>
              <a:custGeom>
                <a:avLst/>
                <a:gdLst/>
                <a:ahLst/>
                <a:cxnLst/>
                <a:rect l="l" t="t" r="r" b="b"/>
                <a:pathLst>
                  <a:path w="2989" h="2971" extrusionOk="0">
                    <a:moveTo>
                      <a:pt x="2061" y="0"/>
                    </a:moveTo>
                    <a:lnTo>
                      <a:pt x="732" y="785"/>
                    </a:lnTo>
                    <a:lnTo>
                      <a:pt x="696" y="1999"/>
                    </a:lnTo>
                    <a:cubicBezTo>
                      <a:pt x="696" y="1999"/>
                      <a:pt x="304" y="2114"/>
                      <a:pt x="36" y="2123"/>
                    </a:cubicBezTo>
                    <a:cubicBezTo>
                      <a:pt x="9" y="2248"/>
                      <a:pt x="0" y="2971"/>
                      <a:pt x="1321" y="2971"/>
                    </a:cubicBezTo>
                    <a:cubicBezTo>
                      <a:pt x="2641" y="2971"/>
                      <a:pt x="2989" y="2114"/>
                      <a:pt x="2989" y="2114"/>
                    </a:cubicBezTo>
                    <a:lnTo>
                      <a:pt x="2364" y="1972"/>
                    </a:lnTo>
                    <a:lnTo>
                      <a:pt x="2061" y="0"/>
                    </a:lnTo>
                    <a:close/>
                  </a:path>
                </a:pathLst>
              </a:custGeom>
              <a:solidFill>
                <a:srgbClr val="F2BE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29"/>
              <p:cNvSpPr/>
              <p:nvPr/>
            </p:nvSpPr>
            <p:spPr>
              <a:xfrm>
                <a:off x="6708592" y="3085648"/>
                <a:ext cx="183485" cy="196670"/>
              </a:xfrm>
              <a:custGeom>
                <a:avLst/>
                <a:gdLst/>
                <a:ahLst/>
                <a:cxnLst/>
                <a:rect l="l" t="t" r="r" b="b"/>
                <a:pathLst>
                  <a:path w="2757" h="2955" extrusionOk="0">
                    <a:moveTo>
                      <a:pt x="972" y="1"/>
                    </a:moveTo>
                    <a:cubicBezTo>
                      <a:pt x="606" y="1"/>
                      <a:pt x="308" y="128"/>
                      <a:pt x="232" y="417"/>
                    </a:cubicBezTo>
                    <a:cubicBezTo>
                      <a:pt x="0" y="1265"/>
                      <a:pt x="464" y="2772"/>
                      <a:pt x="991" y="2924"/>
                    </a:cubicBezTo>
                    <a:cubicBezTo>
                      <a:pt x="1049" y="2942"/>
                      <a:pt x="1141" y="2954"/>
                      <a:pt x="1251" y="2954"/>
                    </a:cubicBezTo>
                    <a:cubicBezTo>
                      <a:pt x="1531" y="2954"/>
                      <a:pt x="1925" y="2873"/>
                      <a:pt x="2168" y="2585"/>
                    </a:cubicBezTo>
                    <a:cubicBezTo>
                      <a:pt x="2498" y="2175"/>
                      <a:pt x="2757" y="1657"/>
                      <a:pt x="2730" y="1220"/>
                    </a:cubicBezTo>
                    <a:cubicBezTo>
                      <a:pt x="2671" y="493"/>
                      <a:pt x="1691" y="1"/>
                      <a:pt x="972" y="1"/>
                    </a:cubicBezTo>
                    <a:close/>
                  </a:path>
                </a:pathLst>
              </a:custGeom>
              <a:solidFill>
                <a:srgbClr val="F2BE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6674716" y="3011240"/>
                <a:ext cx="245313" cy="199931"/>
              </a:xfrm>
              <a:custGeom>
                <a:avLst/>
                <a:gdLst/>
                <a:ahLst/>
                <a:cxnLst/>
                <a:rect l="l" t="t" r="r" b="b"/>
                <a:pathLst>
                  <a:path w="3686" h="3004" extrusionOk="0">
                    <a:moveTo>
                      <a:pt x="1180" y="0"/>
                    </a:moveTo>
                    <a:cubicBezTo>
                      <a:pt x="896" y="0"/>
                      <a:pt x="635" y="230"/>
                      <a:pt x="402" y="367"/>
                    </a:cubicBezTo>
                    <a:cubicBezTo>
                      <a:pt x="260" y="456"/>
                      <a:pt x="135" y="581"/>
                      <a:pt x="99" y="741"/>
                    </a:cubicBezTo>
                    <a:cubicBezTo>
                      <a:pt x="1" y="1169"/>
                      <a:pt x="349" y="1758"/>
                      <a:pt x="795" y="1776"/>
                    </a:cubicBezTo>
                    <a:cubicBezTo>
                      <a:pt x="807" y="1777"/>
                      <a:pt x="818" y="1777"/>
                      <a:pt x="830" y="1777"/>
                    </a:cubicBezTo>
                    <a:cubicBezTo>
                      <a:pt x="994" y="1777"/>
                      <a:pt x="1145" y="1721"/>
                      <a:pt x="1303" y="1696"/>
                    </a:cubicBezTo>
                    <a:cubicBezTo>
                      <a:pt x="1335" y="1691"/>
                      <a:pt x="1366" y="1689"/>
                      <a:pt x="1397" y="1689"/>
                    </a:cubicBezTo>
                    <a:cubicBezTo>
                      <a:pt x="1494" y="1689"/>
                      <a:pt x="1589" y="1707"/>
                      <a:pt x="1685" y="1707"/>
                    </a:cubicBezTo>
                    <a:cubicBezTo>
                      <a:pt x="1724" y="1707"/>
                      <a:pt x="1763" y="1704"/>
                      <a:pt x="1803" y="1696"/>
                    </a:cubicBezTo>
                    <a:cubicBezTo>
                      <a:pt x="1964" y="1660"/>
                      <a:pt x="2088" y="1535"/>
                      <a:pt x="2240" y="1508"/>
                    </a:cubicBezTo>
                    <a:cubicBezTo>
                      <a:pt x="2273" y="1501"/>
                      <a:pt x="2312" y="1498"/>
                      <a:pt x="2354" y="1498"/>
                    </a:cubicBezTo>
                    <a:cubicBezTo>
                      <a:pt x="2474" y="1498"/>
                      <a:pt x="2616" y="1525"/>
                      <a:pt x="2695" y="1571"/>
                    </a:cubicBezTo>
                    <a:cubicBezTo>
                      <a:pt x="2749" y="1607"/>
                      <a:pt x="2793" y="1660"/>
                      <a:pt x="2829" y="1705"/>
                    </a:cubicBezTo>
                    <a:cubicBezTo>
                      <a:pt x="2900" y="1812"/>
                      <a:pt x="2954" y="1937"/>
                      <a:pt x="2989" y="2053"/>
                    </a:cubicBezTo>
                    <a:cubicBezTo>
                      <a:pt x="3043" y="2240"/>
                      <a:pt x="3061" y="2436"/>
                      <a:pt x="3052" y="2632"/>
                    </a:cubicBezTo>
                    <a:cubicBezTo>
                      <a:pt x="3052" y="2723"/>
                      <a:pt x="3033" y="3003"/>
                      <a:pt x="3155" y="3003"/>
                    </a:cubicBezTo>
                    <a:cubicBezTo>
                      <a:pt x="3178" y="3003"/>
                      <a:pt x="3206" y="2994"/>
                      <a:pt x="3239" y="2971"/>
                    </a:cubicBezTo>
                    <a:cubicBezTo>
                      <a:pt x="3373" y="2882"/>
                      <a:pt x="3471" y="2677"/>
                      <a:pt x="3534" y="2525"/>
                    </a:cubicBezTo>
                    <a:cubicBezTo>
                      <a:pt x="3605" y="2365"/>
                      <a:pt x="3641" y="2195"/>
                      <a:pt x="3659" y="2026"/>
                    </a:cubicBezTo>
                    <a:cubicBezTo>
                      <a:pt x="3676" y="1776"/>
                      <a:pt x="3685" y="1526"/>
                      <a:pt x="3632" y="1285"/>
                    </a:cubicBezTo>
                    <a:cubicBezTo>
                      <a:pt x="3551" y="964"/>
                      <a:pt x="3320" y="857"/>
                      <a:pt x="3123" y="634"/>
                    </a:cubicBezTo>
                    <a:cubicBezTo>
                      <a:pt x="3034" y="545"/>
                      <a:pt x="2981" y="429"/>
                      <a:pt x="2900" y="331"/>
                    </a:cubicBezTo>
                    <a:cubicBezTo>
                      <a:pt x="2753" y="143"/>
                      <a:pt x="2510" y="40"/>
                      <a:pt x="2269" y="40"/>
                    </a:cubicBezTo>
                    <a:cubicBezTo>
                      <a:pt x="2144" y="40"/>
                      <a:pt x="2020" y="68"/>
                      <a:pt x="1910" y="126"/>
                    </a:cubicBezTo>
                    <a:cubicBezTo>
                      <a:pt x="1856" y="152"/>
                      <a:pt x="1812" y="188"/>
                      <a:pt x="1758" y="197"/>
                    </a:cubicBezTo>
                    <a:cubicBezTo>
                      <a:pt x="1743" y="200"/>
                      <a:pt x="1728" y="201"/>
                      <a:pt x="1713" y="201"/>
                    </a:cubicBezTo>
                    <a:cubicBezTo>
                      <a:pt x="1550" y="201"/>
                      <a:pt x="1432" y="34"/>
                      <a:pt x="1277" y="10"/>
                    </a:cubicBezTo>
                    <a:cubicBezTo>
                      <a:pt x="1244" y="3"/>
                      <a:pt x="1212" y="0"/>
                      <a:pt x="11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6858205" y="3178026"/>
                <a:ext cx="38068" cy="55906"/>
              </a:xfrm>
              <a:custGeom>
                <a:avLst/>
                <a:gdLst/>
                <a:ahLst/>
                <a:cxnLst/>
                <a:rect l="l" t="t" r="r" b="b"/>
                <a:pathLst>
                  <a:path w="572" h="840" extrusionOk="0">
                    <a:moveTo>
                      <a:pt x="257" y="1"/>
                    </a:moveTo>
                    <a:cubicBezTo>
                      <a:pt x="252" y="1"/>
                      <a:pt x="247" y="1"/>
                      <a:pt x="241" y="2"/>
                    </a:cubicBezTo>
                    <a:cubicBezTo>
                      <a:pt x="215" y="11"/>
                      <a:pt x="188" y="28"/>
                      <a:pt x="170" y="46"/>
                    </a:cubicBezTo>
                    <a:cubicBezTo>
                      <a:pt x="108" y="91"/>
                      <a:pt x="63" y="162"/>
                      <a:pt x="45" y="242"/>
                    </a:cubicBezTo>
                    <a:lnTo>
                      <a:pt x="1" y="751"/>
                    </a:lnTo>
                    <a:cubicBezTo>
                      <a:pt x="41" y="814"/>
                      <a:pt x="98" y="839"/>
                      <a:pt x="159" y="839"/>
                    </a:cubicBezTo>
                    <a:cubicBezTo>
                      <a:pt x="260" y="839"/>
                      <a:pt x="370" y="770"/>
                      <a:pt x="420" y="697"/>
                    </a:cubicBezTo>
                    <a:cubicBezTo>
                      <a:pt x="509" y="581"/>
                      <a:pt x="571" y="394"/>
                      <a:pt x="527" y="260"/>
                    </a:cubicBezTo>
                    <a:cubicBezTo>
                      <a:pt x="500" y="198"/>
                      <a:pt x="464" y="144"/>
                      <a:pt x="411" y="91"/>
                    </a:cubicBezTo>
                    <a:cubicBezTo>
                      <a:pt x="370" y="50"/>
                      <a:pt x="321" y="1"/>
                      <a:pt x="257" y="1"/>
                    </a:cubicBezTo>
                    <a:close/>
                  </a:path>
                </a:pathLst>
              </a:custGeom>
              <a:solidFill>
                <a:srgbClr val="F2BE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6811883" y="3148675"/>
                <a:ext cx="41662" cy="15041"/>
              </a:xfrm>
              <a:custGeom>
                <a:avLst/>
                <a:gdLst/>
                <a:ahLst/>
                <a:cxnLst/>
                <a:rect l="l" t="t" r="r" b="b"/>
                <a:pathLst>
                  <a:path w="626" h="226" extrusionOk="0">
                    <a:moveTo>
                      <a:pt x="203" y="1"/>
                    </a:moveTo>
                    <a:cubicBezTo>
                      <a:pt x="141" y="1"/>
                      <a:pt x="92" y="8"/>
                      <a:pt x="72" y="14"/>
                    </a:cubicBezTo>
                    <a:cubicBezTo>
                      <a:pt x="36" y="23"/>
                      <a:pt x="1" y="121"/>
                      <a:pt x="36" y="157"/>
                    </a:cubicBezTo>
                    <a:cubicBezTo>
                      <a:pt x="39" y="160"/>
                      <a:pt x="47" y="161"/>
                      <a:pt x="60" y="161"/>
                    </a:cubicBezTo>
                    <a:cubicBezTo>
                      <a:pt x="81" y="161"/>
                      <a:pt x="116" y="158"/>
                      <a:pt x="161" y="158"/>
                    </a:cubicBezTo>
                    <a:cubicBezTo>
                      <a:pt x="240" y="158"/>
                      <a:pt x="350" y="168"/>
                      <a:pt x="473" y="220"/>
                    </a:cubicBezTo>
                    <a:cubicBezTo>
                      <a:pt x="488" y="223"/>
                      <a:pt x="503" y="225"/>
                      <a:pt x="517" y="225"/>
                    </a:cubicBezTo>
                    <a:cubicBezTo>
                      <a:pt x="537" y="225"/>
                      <a:pt x="556" y="221"/>
                      <a:pt x="572" y="211"/>
                    </a:cubicBezTo>
                    <a:cubicBezTo>
                      <a:pt x="589" y="202"/>
                      <a:pt x="607" y="193"/>
                      <a:pt x="616" y="175"/>
                    </a:cubicBezTo>
                    <a:cubicBezTo>
                      <a:pt x="625" y="157"/>
                      <a:pt x="625" y="148"/>
                      <a:pt x="616" y="130"/>
                    </a:cubicBezTo>
                    <a:cubicBezTo>
                      <a:pt x="607" y="113"/>
                      <a:pt x="589" y="95"/>
                      <a:pt x="572" y="86"/>
                    </a:cubicBezTo>
                    <a:cubicBezTo>
                      <a:pt x="450" y="19"/>
                      <a:pt x="307" y="1"/>
                      <a:pt x="2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6732950" y="3147610"/>
                <a:ext cx="40397" cy="15507"/>
              </a:xfrm>
              <a:custGeom>
                <a:avLst/>
                <a:gdLst/>
                <a:ahLst/>
                <a:cxnLst/>
                <a:rect l="l" t="t" r="r" b="b"/>
                <a:pathLst>
                  <a:path w="607" h="233" extrusionOk="0">
                    <a:moveTo>
                      <a:pt x="476" y="0"/>
                    </a:moveTo>
                    <a:cubicBezTo>
                      <a:pt x="377" y="0"/>
                      <a:pt x="193" y="20"/>
                      <a:pt x="54" y="111"/>
                    </a:cubicBezTo>
                    <a:cubicBezTo>
                      <a:pt x="36" y="120"/>
                      <a:pt x="18" y="137"/>
                      <a:pt x="9" y="155"/>
                    </a:cubicBezTo>
                    <a:cubicBezTo>
                      <a:pt x="0" y="164"/>
                      <a:pt x="9" y="182"/>
                      <a:pt x="9" y="191"/>
                    </a:cubicBezTo>
                    <a:cubicBezTo>
                      <a:pt x="18" y="209"/>
                      <a:pt x="36" y="218"/>
                      <a:pt x="54" y="227"/>
                    </a:cubicBezTo>
                    <a:cubicBezTo>
                      <a:pt x="65" y="230"/>
                      <a:pt x="77" y="232"/>
                      <a:pt x="91" y="232"/>
                    </a:cubicBezTo>
                    <a:cubicBezTo>
                      <a:pt x="110" y="232"/>
                      <a:pt x="131" y="228"/>
                      <a:pt x="152" y="218"/>
                    </a:cubicBezTo>
                    <a:cubicBezTo>
                      <a:pt x="375" y="120"/>
                      <a:pt x="562" y="155"/>
                      <a:pt x="580" y="137"/>
                    </a:cubicBezTo>
                    <a:cubicBezTo>
                      <a:pt x="607" y="102"/>
                      <a:pt x="571" y="13"/>
                      <a:pt x="535" y="4"/>
                    </a:cubicBezTo>
                    <a:cubicBezTo>
                      <a:pt x="524" y="2"/>
                      <a:pt x="503" y="0"/>
                      <a:pt x="47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Google Shape;1446;p29"/>
              <p:cNvSpPr/>
              <p:nvPr/>
            </p:nvSpPr>
            <p:spPr>
              <a:xfrm>
                <a:off x="6819670" y="3178359"/>
                <a:ext cx="13044" cy="14709"/>
              </a:xfrm>
              <a:custGeom>
                <a:avLst/>
                <a:gdLst/>
                <a:ahLst/>
                <a:cxnLst/>
                <a:rect l="l" t="t" r="r" b="b"/>
                <a:pathLst>
                  <a:path w="196" h="221" extrusionOk="0">
                    <a:moveTo>
                      <a:pt x="88" y="0"/>
                    </a:moveTo>
                    <a:cubicBezTo>
                      <a:pt x="69" y="0"/>
                      <a:pt x="47" y="6"/>
                      <a:pt x="35" y="23"/>
                    </a:cubicBezTo>
                    <a:cubicBezTo>
                      <a:pt x="1" y="92"/>
                      <a:pt x="33" y="220"/>
                      <a:pt x="116" y="220"/>
                    </a:cubicBezTo>
                    <a:cubicBezTo>
                      <a:pt x="119" y="220"/>
                      <a:pt x="122" y="220"/>
                      <a:pt x="125" y="220"/>
                    </a:cubicBezTo>
                    <a:cubicBezTo>
                      <a:pt x="196" y="211"/>
                      <a:pt x="196" y="77"/>
                      <a:pt x="151" y="23"/>
                    </a:cubicBezTo>
                    <a:cubicBezTo>
                      <a:pt x="142" y="14"/>
                      <a:pt x="133" y="6"/>
                      <a:pt x="116" y="6"/>
                    </a:cubicBezTo>
                    <a:cubicBezTo>
                      <a:pt x="109" y="2"/>
                      <a:pt x="99" y="0"/>
                      <a:pt x="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Google Shape;1447;p29"/>
              <p:cNvSpPr/>
              <p:nvPr/>
            </p:nvSpPr>
            <p:spPr>
              <a:xfrm>
                <a:off x="6751918" y="3178092"/>
                <a:ext cx="12512" cy="14975"/>
              </a:xfrm>
              <a:custGeom>
                <a:avLst/>
                <a:gdLst/>
                <a:ahLst/>
                <a:cxnLst/>
                <a:rect l="l" t="t" r="r" b="b"/>
                <a:pathLst>
                  <a:path w="188" h="225" extrusionOk="0">
                    <a:moveTo>
                      <a:pt x="85" y="1"/>
                    </a:moveTo>
                    <a:cubicBezTo>
                      <a:pt x="70" y="1"/>
                      <a:pt x="54" y="5"/>
                      <a:pt x="45" y="18"/>
                    </a:cubicBezTo>
                    <a:cubicBezTo>
                      <a:pt x="1" y="81"/>
                      <a:pt x="1" y="215"/>
                      <a:pt x="90" y="224"/>
                    </a:cubicBezTo>
                    <a:cubicBezTo>
                      <a:pt x="92" y="224"/>
                      <a:pt x="95" y="224"/>
                      <a:pt x="97" y="224"/>
                    </a:cubicBezTo>
                    <a:cubicBezTo>
                      <a:pt x="163" y="224"/>
                      <a:pt x="187" y="105"/>
                      <a:pt x="161" y="45"/>
                    </a:cubicBezTo>
                    <a:cubicBezTo>
                      <a:pt x="152" y="27"/>
                      <a:pt x="143" y="18"/>
                      <a:pt x="126" y="10"/>
                    </a:cubicBezTo>
                    <a:cubicBezTo>
                      <a:pt x="117" y="5"/>
                      <a:pt x="101" y="1"/>
                      <a:pt x="8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6781002" y="3180488"/>
                <a:ext cx="32145" cy="46988"/>
              </a:xfrm>
              <a:custGeom>
                <a:avLst/>
                <a:gdLst/>
                <a:ahLst/>
                <a:cxnLst/>
                <a:rect l="l" t="t" r="r" b="b"/>
                <a:pathLst>
                  <a:path w="483" h="706" extrusionOk="0">
                    <a:moveTo>
                      <a:pt x="99" y="0"/>
                    </a:moveTo>
                    <a:lnTo>
                      <a:pt x="99" y="0"/>
                    </a:lnTo>
                    <a:cubicBezTo>
                      <a:pt x="63" y="179"/>
                      <a:pt x="1" y="616"/>
                      <a:pt x="117" y="678"/>
                    </a:cubicBezTo>
                    <a:cubicBezTo>
                      <a:pt x="152" y="705"/>
                      <a:pt x="197" y="705"/>
                      <a:pt x="242" y="705"/>
                    </a:cubicBezTo>
                    <a:cubicBezTo>
                      <a:pt x="349" y="705"/>
                      <a:pt x="465" y="669"/>
                      <a:pt x="483" y="660"/>
                    </a:cubicBezTo>
                    <a:lnTo>
                      <a:pt x="456" y="589"/>
                    </a:lnTo>
                    <a:cubicBezTo>
                      <a:pt x="411" y="602"/>
                      <a:pt x="315" y="633"/>
                      <a:pt x="235" y="633"/>
                    </a:cubicBezTo>
                    <a:cubicBezTo>
                      <a:pt x="204" y="633"/>
                      <a:pt x="175" y="628"/>
                      <a:pt x="152" y="616"/>
                    </a:cubicBezTo>
                    <a:cubicBezTo>
                      <a:pt x="108" y="589"/>
                      <a:pt x="117" y="312"/>
                      <a:pt x="170" y="9"/>
                    </a:cubicBezTo>
                    <a:lnTo>
                      <a:pt x="99" y="0"/>
                    </a:lnTo>
                    <a:close/>
                  </a:path>
                </a:pathLst>
              </a:custGeom>
              <a:solidFill>
                <a:srgbClr val="DD816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6779804" y="3239855"/>
                <a:ext cx="39266" cy="22163"/>
              </a:xfrm>
              <a:custGeom>
                <a:avLst/>
                <a:gdLst/>
                <a:ahLst/>
                <a:cxnLst/>
                <a:rect l="l" t="t" r="r" b="b"/>
                <a:pathLst>
                  <a:path w="590" h="333" extrusionOk="0">
                    <a:moveTo>
                      <a:pt x="590" y="0"/>
                    </a:moveTo>
                    <a:lnTo>
                      <a:pt x="1" y="36"/>
                    </a:lnTo>
                    <a:cubicBezTo>
                      <a:pt x="10" y="235"/>
                      <a:pt x="139" y="333"/>
                      <a:pt x="275" y="333"/>
                    </a:cubicBezTo>
                    <a:cubicBezTo>
                      <a:pt x="420" y="333"/>
                      <a:pt x="571" y="221"/>
                      <a:pt x="59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6655149" y="3435792"/>
                <a:ext cx="283846" cy="184091"/>
              </a:xfrm>
              <a:custGeom>
                <a:avLst/>
                <a:gdLst/>
                <a:ahLst/>
                <a:cxnLst/>
                <a:rect l="l" t="t" r="r" b="b"/>
                <a:pathLst>
                  <a:path w="4265" h="2766" extrusionOk="0">
                    <a:moveTo>
                      <a:pt x="125" y="0"/>
                    </a:moveTo>
                    <a:lnTo>
                      <a:pt x="1" y="45"/>
                    </a:lnTo>
                    <a:lnTo>
                      <a:pt x="36" y="348"/>
                    </a:lnTo>
                    <a:lnTo>
                      <a:pt x="340" y="2471"/>
                    </a:lnTo>
                    <a:lnTo>
                      <a:pt x="3908" y="2766"/>
                    </a:lnTo>
                    <a:lnTo>
                      <a:pt x="4265" y="125"/>
                    </a:lnTo>
                    <a:lnTo>
                      <a:pt x="4095" y="0"/>
                    </a:lnTo>
                    <a:lnTo>
                      <a:pt x="2133" y="892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29"/>
              <p:cNvSpPr/>
              <p:nvPr/>
            </p:nvSpPr>
            <p:spPr>
              <a:xfrm>
                <a:off x="6807158" y="3438454"/>
                <a:ext cx="137764" cy="247385"/>
              </a:xfrm>
              <a:custGeom>
                <a:avLst/>
                <a:gdLst/>
                <a:ahLst/>
                <a:cxnLst/>
                <a:rect l="l" t="t" r="r" b="b"/>
                <a:pathLst>
                  <a:path w="2070" h="3717" extrusionOk="0">
                    <a:moveTo>
                      <a:pt x="2013" y="0"/>
                    </a:moveTo>
                    <a:cubicBezTo>
                      <a:pt x="2005" y="0"/>
                      <a:pt x="1998" y="2"/>
                      <a:pt x="1990" y="5"/>
                    </a:cubicBezTo>
                    <a:lnTo>
                      <a:pt x="0" y="897"/>
                    </a:lnTo>
                    <a:lnTo>
                      <a:pt x="18" y="3716"/>
                    </a:lnTo>
                    <a:lnTo>
                      <a:pt x="1713" y="2770"/>
                    </a:lnTo>
                    <a:cubicBezTo>
                      <a:pt x="1731" y="2761"/>
                      <a:pt x="1749" y="2735"/>
                      <a:pt x="1749" y="2717"/>
                    </a:cubicBezTo>
                    <a:lnTo>
                      <a:pt x="2070" y="67"/>
                    </a:lnTo>
                    <a:cubicBezTo>
                      <a:pt x="2070" y="31"/>
                      <a:pt x="2046" y="0"/>
                      <a:pt x="20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Google Shape;1452;p29"/>
              <p:cNvSpPr/>
              <p:nvPr/>
            </p:nvSpPr>
            <p:spPr>
              <a:xfrm>
                <a:off x="6649825" y="3438454"/>
                <a:ext cx="137764" cy="247385"/>
              </a:xfrm>
              <a:custGeom>
                <a:avLst/>
                <a:gdLst/>
                <a:ahLst/>
                <a:cxnLst/>
                <a:rect l="l" t="t" r="r" b="b"/>
                <a:pathLst>
                  <a:path w="2070" h="3717" extrusionOk="0">
                    <a:moveTo>
                      <a:pt x="57" y="0"/>
                    </a:moveTo>
                    <a:cubicBezTo>
                      <a:pt x="24" y="0"/>
                      <a:pt x="0" y="31"/>
                      <a:pt x="0" y="67"/>
                    </a:cubicBezTo>
                    <a:lnTo>
                      <a:pt x="321" y="2717"/>
                    </a:lnTo>
                    <a:cubicBezTo>
                      <a:pt x="321" y="2735"/>
                      <a:pt x="339" y="2761"/>
                      <a:pt x="357" y="2770"/>
                    </a:cubicBezTo>
                    <a:lnTo>
                      <a:pt x="2052" y="3716"/>
                    </a:lnTo>
                    <a:lnTo>
                      <a:pt x="2070" y="897"/>
                    </a:lnTo>
                    <a:lnTo>
                      <a:pt x="81" y="5"/>
                    </a:lnTo>
                    <a:cubicBezTo>
                      <a:pt x="72" y="2"/>
                      <a:pt x="65" y="0"/>
                      <a:pt x="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6786393" y="3498087"/>
                <a:ext cx="22029" cy="187752"/>
              </a:xfrm>
              <a:custGeom>
                <a:avLst/>
                <a:gdLst/>
                <a:ahLst/>
                <a:cxnLst/>
                <a:rect l="l" t="t" r="r" b="b"/>
                <a:pathLst>
                  <a:path w="331" h="2821" extrusionOk="0">
                    <a:moveTo>
                      <a:pt x="18" y="1"/>
                    </a:moveTo>
                    <a:lnTo>
                      <a:pt x="0" y="2820"/>
                    </a:lnTo>
                    <a:lnTo>
                      <a:pt x="330" y="2820"/>
                    </a:lnTo>
                    <a:lnTo>
                      <a:pt x="31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6823797" y="3465475"/>
                <a:ext cx="102158" cy="96838"/>
              </a:xfrm>
              <a:custGeom>
                <a:avLst/>
                <a:gdLst/>
                <a:ahLst/>
                <a:cxnLst/>
                <a:rect l="l" t="t" r="r" b="b"/>
                <a:pathLst>
                  <a:path w="1535" h="1455" extrusionOk="0">
                    <a:moveTo>
                      <a:pt x="1535" y="0"/>
                    </a:moveTo>
                    <a:lnTo>
                      <a:pt x="0" y="687"/>
                    </a:lnTo>
                    <a:lnTo>
                      <a:pt x="0" y="1454"/>
                    </a:lnTo>
                    <a:lnTo>
                      <a:pt x="1454" y="821"/>
                    </a:lnTo>
                    <a:lnTo>
                      <a:pt x="153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6766760" y="3249372"/>
                <a:ext cx="93307" cy="39201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589" extrusionOk="0">
                    <a:moveTo>
                      <a:pt x="1348" y="0"/>
                    </a:moveTo>
                    <a:cubicBezTo>
                      <a:pt x="1339" y="0"/>
                      <a:pt x="1009" y="473"/>
                      <a:pt x="607" y="509"/>
                    </a:cubicBezTo>
                    <a:cubicBezTo>
                      <a:pt x="564" y="513"/>
                      <a:pt x="523" y="514"/>
                      <a:pt x="485" y="514"/>
                    </a:cubicBezTo>
                    <a:cubicBezTo>
                      <a:pt x="181" y="514"/>
                      <a:pt x="54" y="402"/>
                      <a:pt x="54" y="402"/>
                    </a:cubicBezTo>
                    <a:lnTo>
                      <a:pt x="1" y="455"/>
                    </a:lnTo>
                    <a:cubicBezTo>
                      <a:pt x="10" y="464"/>
                      <a:pt x="152" y="589"/>
                      <a:pt x="482" y="589"/>
                    </a:cubicBezTo>
                    <a:cubicBezTo>
                      <a:pt x="518" y="589"/>
                      <a:pt x="572" y="589"/>
                      <a:pt x="616" y="580"/>
                    </a:cubicBezTo>
                    <a:cubicBezTo>
                      <a:pt x="1044" y="544"/>
                      <a:pt x="1392" y="63"/>
                      <a:pt x="1401" y="45"/>
                    </a:cubicBezTo>
                    <a:lnTo>
                      <a:pt x="1348" y="0"/>
                    </a:lnTo>
                    <a:close/>
                  </a:path>
                </a:pathLst>
              </a:custGeom>
              <a:solidFill>
                <a:srgbClr val="DD816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Google Shape;1456;p29"/>
              <p:cNvSpPr/>
              <p:nvPr/>
            </p:nvSpPr>
            <p:spPr>
              <a:xfrm>
                <a:off x="6860002" y="3542212"/>
                <a:ext cx="97433" cy="123992"/>
              </a:xfrm>
              <a:custGeom>
                <a:avLst/>
                <a:gdLst/>
                <a:ahLst/>
                <a:cxnLst/>
                <a:rect l="l" t="t" r="r" b="b"/>
                <a:pathLst>
                  <a:path w="1464" h="1863" extrusionOk="0">
                    <a:moveTo>
                      <a:pt x="591" y="1"/>
                    </a:moveTo>
                    <a:cubicBezTo>
                      <a:pt x="583" y="1"/>
                      <a:pt x="577" y="3"/>
                      <a:pt x="571" y="7"/>
                    </a:cubicBezTo>
                    <a:cubicBezTo>
                      <a:pt x="500" y="70"/>
                      <a:pt x="857" y="533"/>
                      <a:pt x="919" y="774"/>
                    </a:cubicBezTo>
                    <a:cubicBezTo>
                      <a:pt x="866" y="658"/>
                      <a:pt x="750" y="542"/>
                      <a:pt x="669" y="400"/>
                    </a:cubicBezTo>
                    <a:cubicBezTo>
                      <a:pt x="544" y="190"/>
                      <a:pt x="418" y="5"/>
                      <a:pt x="359" y="5"/>
                    </a:cubicBezTo>
                    <a:cubicBezTo>
                      <a:pt x="355" y="5"/>
                      <a:pt x="351" y="5"/>
                      <a:pt x="348" y="7"/>
                    </a:cubicBezTo>
                    <a:cubicBezTo>
                      <a:pt x="268" y="52"/>
                      <a:pt x="393" y="364"/>
                      <a:pt x="482" y="507"/>
                    </a:cubicBezTo>
                    <a:cubicBezTo>
                      <a:pt x="580" y="667"/>
                      <a:pt x="678" y="765"/>
                      <a:pt x="776" y="935"/>
                    </a:cubicBezTo>
                    <a:cubicBezTo>
                      <a:pt x="652" y="810"/>
                      <a:pt x="562" y="712"/>
                      <a:pt x="455" y="560"/>
                    </a:cubicBezTo>
                    <a:cubicBezTo>
                      <a:pt x="379" y="459"/>
                      <a:pt x="240" y="191"/>
                      <a:pt x="180" y="191"/>
                    </a:cubicBezTo>
                    <a:cubicBezTo>
                      <a:pt x="176" y="191"/>
                      <a:pt x="173" y="192"/>
                      <a:pt x="170" y="194"/>
                    </a:cubicBezTo>
                    <a:cubicBezTo>
                      <a:pt x="116" y="239"/>
                      <a:pt x="179" y="489"/>
                      <a:pt x="241" y="596"/>
                    </a:cubicBezTo>
                    <a:cubicBezTo>
                      <a:pt x="348" y="765"/>
                      <a:pt x="455" y="908"/>
                      <a:pt x="562" y="1069"/>
                    </a:cubicBezTo>
                    <a:cubicBezTo>
                      <a:pt x="405" y="994"/>
                      <a:pt x="201" y="643"/>
                      <a:pt x="102" y="643"/>
                    </a:cubicBezTo>
                    <a:cubicBezTo>
                      <a:pt x="94" y="643"/>
                      <a:pt x="87" y="645"/>
                      <a:pt x="81" y="649"/>
                    </a:cubicBezTo>
                    <a:cubicBezTo>
                      <a:pt x="0" y="721"/>
                      <a:pt x="259" y="1069"/>
                      <a:pt x="384" y="1220"/>
                    </a:cubicBezTo>
                    <a:cubicBezTo>
                      <a:pt x="571" y="1452"/>
                      <a:pt x="785" y="1666"/>
                      <a:pt x="1017" y="1863"/>
                    </a:cubicBezTo>
                    <a:lnTo>
                      <a:pt x="1463" y="1559"/>
                    </a:lnTo>
                    <a:cubicBezTo>
                      <a:pt x="1463" y="1051"/>
                      <a:pt x="1347" y="632"/>
                      <a:pt x="1062" y="275"/>
                    </a:cubicBezTo>
                    <a:lnTo>
                      <a:pt x="1026" y="560"/>
                    </a:lnTo>
                    <a:cubicBezTo>
                      <a:pt x="951" y="369"/>
                      <a:pt x="691" y="1"/>
                      <a:pt x="591" y="1"/>
                    </a:cubicBezTo>
                    <a:close/>
                  </a:path>
                </a:pathLst>
              </a:custGeom>
              <a:solidFill>
                <a:srgbClr val="F2BE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29"/>
              <p:cNvSpPr/>
              <p:nvPr/>
            </p:nvSpPr>
            <p:spPr>
              <a:xfrm>
                <a:off x="6925291" y="3664939"/>
                <a:ext cx="219756" cy="276736"/>
              </a:xfrm>
              <a:custGeom>
                <a:avLst/>
                <a:gdLst/>
                <a:ahLst/>
                <a:cxnLst/>
                <a:rect l="l" t="t" r="r" b="b"/>
                <a:pathLst>
                  <a:path w="3302" h="4158" extrusionOk="0">
                    <a:moveTo>
                      <a:pt x="72" y="1"/>
                    </a:moveTo>
                    <a:lnTo>
                      <a:pt x="1" y="28"/>
                    </a:lnTo>
                    <a:cubicBezTo>
                      <a:pt x="1615" y="3605"/>
                      <a:pt x="3212" y="4140"/>
                      <a:pt x="3275" y="4158"/>
                    </a:cubicBezTo>
                    <a:lnTo>
                      <a:pt x="3301" y="4087"/>
                    </a:lnTo>
                    <a:cubicBezTo>
                      <a:pt x="3284" y="4087"/>
                      <a:pt x="1669" y="3542"/>
                      <a:pt x="7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6956172" y="3643575"/>
                <a:ext cx="235197" cy="146155"/>
              </a:xfrm>
              <a:custGeom>
                <a:avLst/>
                <a:gdLst/>
                <a:ahLst/>
                <a:cxnLst/>
                <a:rect l="l" t="t" r="r" b="b"/>
                <a:pathLst>
                  <a:path w="3534" h="2196" extrusionOk="0">
                    <a:moveTo>
                      <a:pt x="36" y="1"/>
                    </a:moveTo>
                    <a:lnTo>
                      <a:pt x="0" y="63"/>
                    </a:lnTo>
                    <a:cubicBezTo>
                      <a:pt x="27" y="81"/>
                      <a:pt x="2516" y="1232"/>
                      <a:pt x="3480" y="2195"/>
                    </a:cubicBezTo>
                    <a:lnTo>
                      <a:pt x="3533" y="2142"/>
                    </a:lnTo>
                    <a:cubicBezTo>
                      <a:pt x="2561" y="1169"/>
                      <a:pt x="54" y="10"/>
                      <a:pt x="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7033974" y="3512995"/>
                <a:ext cx="74872" cy="213176"/>
              </a:xfrm>
              <a:custGeom>
                <a:avLst/>
                <a:gdLst/>
                <a:ahLst/>
                <a:cxnLst/>
                <a:rect l="l" t="t" r="r" b="b"/>
                <a:pathLst>
                  <a:path w="1125" h="3203" extrusionOk="0">
                    <a:moveTo>
                      <a:pt x="63" y="0"/>
                    </a:moveTo>
                    <a:lnTo>
                      <a:pt x="0" y="36"/>
                    </a:lnTo>
                    <a:cubicBezTo>
                      <a:pt x="518" y="928"/>
                      <a:pt x="1044" y="3185"/>
                      <a:pt x="1053" y="3203"/>
                    </a:cubicBezTo>
                    <a:lnTo>
                      <a:pt x="1124" y="3185"/>
                    </a:lnTo>
                    <a:cubicBezTo>
                      <a:pt x="1115" y="3167"/>
                      <a:pt x="589" y="901"/>
                      <a:pt x="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Google Shape;1460;p29"/>
              <p:cNvSpPr/>
              <p:nvPr/>
            </p:nvSpPr>
            <p:spPr>
              <a:xfrm>
                <a:off x="6615949" y="3542212"/>
                <a:ext cx="97433" cy="123992"/>
              </a:xfrm>
              <a:custGeom>
                <a:avLst/>
                <a:gdLst/>
                <a:ahLst/>
                <a:cxnLst/>
                <a:rect l="l" t="t" r="r" b="b"/>
                <a:pathLst>
                  <a:path w="1464" h="1863" extrusionOk="0">
                    <a:moveTo>
                      <a:pt x="875" y="1"/>
                    </a:moveTo>
                    <a:cubicBezTo>
                      <a:pt x="780" y="1"/>
                      <a:pt x="513" y="369"/>
                      <a:pt x="438" y="560"/>
                    </a:cubicBezTo>
                    <a:lnTo>
                      <a:pt x="411" y="275"/>
                    </a:lnTo>
                    <a:cubicBezTo>
                      <a:pt x="117" y="632"/>
                      <a:pt x="1" y="1051"/>
                      <a:pt x="10" y="1559"/>
                    </a:cubicBezTo>
                    <a:lnTo>
                      <a:pt x="447" y="1863"/>
                    </a:lnTo>
                    <a:cubicBezTo>
                      <a:pt x="679" y="1666"/>
                      <a:pt x="893" y="1452"/>
                      <a:pt x="1080" y="1220"/>
                    </a:cubicBezTo>
                    <a:cubicBezTo>
                      <a:pt x="1205" y="1069"/>
                      <a:pt x="1464" y="721"/>
                      <a:pt x="1383" y="649"/>
                    </a:cubicBezTo>
                    <a:cubicBezTo>
                      <a:pt x="1378" y="645"/>
                      <a:pt x="1371" y="643"/>
                      <a:pt x="1364" y="643"/>
                    </a:cubicBezTo>
                    <a:cubicBezTo>
                      <a:pt x="1271" y="643"/>
                      <a:pt x="1067" y="994"/>
                      <a:pt x="902" y="1069"/>
                    </a:cubicBezTo>
                    <a:cubicBezTo>
                      <a:pt x="1009" y="908"/>
                      <a:pt x="1116" y="765"/>
                      <a:pt x="1223" y="596"/>
                    </a:cubicBezTo>
                    <a:cubicBezTo>
                      <a:pt x="1294" y="489"/>
                      <a:pt x="1357" y="239"/>
                      <a:pt x="1303" y="194"/>
                    </a:cubicBezTo>
                    <a:cubicBezTo>
                      <a:pt x="1300" y="192"/>
                      <a:pt x="1297" y="191"/>
                      <a:pt x="1293" y="191"/>
                    </a:cubicBezTo>
                    <a:cubicBezTo>
                      <a:pt x="1232" y="191"/>
                      <a:pt x="1085" y="459"/>
                      <a:pt x="1009" y="560"/>
                    </a:cubicBezTo>
                    <a:cubicBezTo>
                      <a:pt x="902" y="712"/>
                      <a:pt x="821" y="810"/>
                      <a:pt x="697" y="935"/>
                    </a:cubicBezTo>
                    <a:cubicBezTo>
                      <a:pt x="795" y="765"/>
                      <a:pt x="893" y="667"/>
                      <a:pt x="991" y="507"/>
                    </a:cubicBezTo>
                    <a:cubicBezTo>
                      <a:pt x="1071" y="364"/>
                      <a:pt x="1205" y="52"/>
                      <a:pt x="1116" y="7"/>
                    </a:cubicBezTo>
                    <a:cubicBezTo>
                      <a:pt x="1113" y="5"/>
                      <a:pt x="1110" y="5"/>
                      <a:pt x="1107" y="5"/>
                    </a:cubicBezTo>
                    <a:cubicBezTo>
                      <a:pt x="1055" y="5"/>
                      <a:pt x="929" y="190"/>
                      <a:pt x="804" y="400"/>
                    </a:cubicBezTo>
                    <a:cubicBezTo>
                      <a:pt x="714" y="542"/>
                      <a:pt x="598" y="658"/>
                      <a:pt x="545" y="774"/>
                    </a:cubicBezTo>
                    <a:cubicBezTo>
                      <a:pt x="607" y="533"/>
                      <a:pt x="964" y="70"/>
                      <a:pt x="893" y="7"/>
                    </a:cubicBezTo>
                    <a:cubicBezTo>
                      <a:pt x="888" y="3"/>
                      <a:pt x="882" y="1"/>
                      <a:pt x="875" y="1"/>
                    </a:cubicBezTo>
                    <a:close/>
                  </a:path>
                </a:pathLst>
              </a:custGeom>
              <a:solidFill>
                <a:srgbClr val="F2BE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Google Shape;1461;p29"/>
              <p:cNvSpPr/>
              <p:nvPr/>
            </p:nvSpPr>
            <p:spPr>
              <a:xfrm>
                <a:off x="6428932" y="3664939"/>
                <a:ext cx="219157" cy="276736"/>
              </a:xfrm>
              <a:custGeom>
                <a:avLst/>
                <a:gdLst/>
                <a:ahLst/>
                <a:cxnLst/>
                <a:rect l="l" t="t" r="r" b="b"/>
                <a:pathLst>
                  <a:path w="3293" h="4158" extrusionOk="0">
                    <a:moveTo>
                      <a:pt x="3230" y="1"/>
                    </a:moveTo>
                    <a:cubicBezTo>
                      <a:pt x="1624" y="3542"/>
                      <a:pt x="10" y="4087"/>
                      <a:pt x="1" y="4087"/>
                    </a:cubicBezTo>
                    <a:lnTo>
                      <a:pt x="18" y="4158"/>
                    </a:lnTo>
                    <a:cubicBezTo>
                      <a:pt x="90" y="4140"/>
                      <a:pt x="1678" y="3605"/>
                      <a:pt x="3292" y="28"/>
                    </a:cubicBezTo>
                    <a:lnTo>
                      <a:pt x="323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29"/>
              <p:cNvSpPr/>
              <p:nvPr/>
            </p:nvSpPr>
            <p:spPr>
              <a:xfrm>
                <a:off x="6382611" y="3643575"/>
                <a:ext cx="234598" cy="146155"/>
              </a:xfrm>
              <a:custGeom>
                <a:avLst/>
                <a:gdLst/>
                <a:ahLst/>
                <a:cxnLst/>
                <a:rect l="l" t="t" r="r" b="b"/>
                <a:pathLst>
                  <a:path w="3525" h="2196" extrusionOk="0">
                    <a:moveTo>
                      <a:pt x="3498" y="1"/>
                    </a:moveTo>
                    <a:cubicBezTo>
                      <a:pt x="3471" y="10"/>
                      <a:pt x="973" y="1169"/>
                      <a:pt x="1" y="2142"/>
                    </a:cubicBezTo>
                    <a:lnTo>
                      <a:pt x="54" y="2195"/>
                    </a:lnTo>
                    <a:cubicBezTo>
                      <a:pt x="1018" y="1232"/>
                      <a:pt x="3507" y="81"/>
                      <a:pt x="3525" y="63"/>
                    </a:cubicBezTo>
                    <a:lnTo>
                      <a:pt x="349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6549461" y="3514725"/>
                <a:ext cx="54706" cy="16392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2463" extrusionOk="0">
                    <a:moveTo>
                      <a:pt x="759" y="1"/>
                    </a:moveTo>
                    <a:cubicBezTo>
                      <a:pt x="277" y="1125"/>
                      <a:pt x="1" y="2427"/>
                      <a:pt x="1" y="2445"/>
                    </a:cubicBezTo>
                    <a:lnTo>
                      <a:pt x="72" y="2463"/>
                    </a:lnTo>
                    <a:cubicBezTo>
                      <a:pt x="72" y="2445"/>
                      <a:pt x="348" y="1152"/>
                      <a:pt x="821" y="36"/>
                    </a:cubicBezTo>
                    <a:lnTo>
                      <a:pt x="75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64" name="Google Shape;1464;p29"/>
          <p:cNvGrpSpPr/>
          <p:nvPr/>
        </p:nvGrpSpPr>
        <p:grpSpPr>
          <a:xfrm>
            <a:off x="5160873" y="281048"/>
            <a:ext cx="2533802" cy="1512017"/>
            <a:chOff x="5359848" y="509229"/>
            <a:chExt cx="2275733" cy="1358017"/>
          </a:xfrm>
        </p:grpSpPr>
        <p:sp>
          <p:nvSpPr>
            <p:cNvPr id="1465" name="Google Shape;1465;p29"/>
            <p:cNvSpPr/>
            <p:nvPr/>
          </p:nvSpPr>
          <p:spPr>
            <a:xfrm>
              <a:off x="5359848" y="509229"/>
              <a:ext cx="1928745" cy="488181"/>
            </a:xfrm>
            <a:custGeom>
              <a:avLst/>
              <a:gdLst/>
              <a:ahLst/>
              <a:cxnLst/>
              <a:rect l="l" t="t" r="r" b="b"/>
              <a:pathLst>
                <a:path w="23646" h="5985" extrusionOk="0">
                  <a:moveTo>
                    <a:pt x="1542" y="0"/>
                  </a:moveTo>
                  <a:cubicBezTo>
                    <a:pt x="690" y="0"/>
                    <a:pt x="0" y="690"/>
                    <a:pt x="0" y="1542"/>
                  </a:cubicBezTo>
                  <a:lnTo>
                    <a:pt x="0" y="4447"/>
                  </a:lnTo>
                  <a:cubicBezTo>
                    <a:pt x="0" y="5295"/>
                    <a:pt x="690" y="5984"/>
                    <a:pt x="1542" y="5984"/>
                  </a:cubicBezTo>
                  <a:lnTo>
                    <a:pt x="22108" y="5984"/>
                  </a:lnTo>
                  <a:cubicBezTo>
                    <a:pt x="22956" y="5984"/>
                    <a:pt x="23645" y="5295"/>
                    <a:pt x="23645" y="4447"/>
                  </a:cubicBezTo>
                  <a:lnTo>
                    <a:pt x="23645" y="1542"/>
                  </a:lnTo>
                  <a:cubicBezTo>
                    <a:pt x="23645" y="690"/>
                    <a:pt x="22956" y="0"/>
                    <a:pt x="2210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29"/>
            <p:cNvSpPr/>
            <p:nvPr/>
          </p:nvSpPr>
          <p:spPr>
            <a:xfrm>
              <a:off x="5359848" y="835906"/>
              <a:ext cx="1928745" cy="161504"/>
            </a:xfrm>
            <a:custGeom>
              <a:avLst/>
              <a:gdLst/>
              <a:ahLst/>
              <a:cxnLst/>
              <a:rect l="l" t="t" r="r" b="b"/>
              <a:pathLst>
                <a:path w="23646" h="1980" extrusionOk="0">
                  <a:moveTo>
                    <a:pt x="0" y="1"/>
                  </a:moveTo>
                  <a:lnTo>
                    <a:pt x="0" y="1217"/>
                  </a:lnTo>
                  <a:cubicBezTo>
                    <a:pt x="0" y="1641"/>
                    <a:pt x="343" y="1979"/>
                    <a:pt x="763" y="1979"/>
                  </a:cubicBezTo>
                  <a:lnTo>
                    <a:pt x="22883" y="1979"/>
                  </a:lnTo>
                  <a:cubicBezTo>
                    <a:pt x="23307" y="1979"/>
                    <a:pt x="23645" y="1641"/>
                    <a:pt x="23645" y="1217"/>
                  </a:cubicBezTo>
                  <a:lnTo>
                    <a:pt x="23645" y="1"/>
                  </a:lnTo>
                  <a:cubicBezTo>
                    <a:pt x="23645" y="425"/>
                    <a:pt x="23307" y="767"/>
                    <a:pt x="22883" y="767"/>
                  </a:cubicBezTo>
                  <a:lnTo>
                    <a:pt x="763" y="767"/>
                  </a:lnTo>
                  <a:cubicBezTo>
                    <a:pt x="343" y="767"/>
                    <a:pt x="0" y="425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29"/>
            <p:cNvSpPr/>
            <p:nvPr/>
          </p:nvSpPr>
          <p:spPr>
            <a:xfrm>
              <a:off x="5421350" y="822285"/>
              <a:ext cx="1805741" cy="27651"/>
            </a:xfrm>
            <a:custGeom>
              <a:avLst/>
              <a:gdLst/>
              <a:ahLst/>
              <a:cxnLst/>
              <a:rect l="l" t="t" r="r" b="b"/>
              <a:pathLst>
                <a:path w="22138" h="339" extrusionOk="0">
                  <a:moveTo>
                    <a:pt x="0" y="0"/>
                  </a:moveTo>
                  <a:lnTo>
                    <a:pt x="0" y="339"/>
                  </a:lnTo>
                  <a:lnTo>
                    <a:pt x="22138" y="339"/>
                  </a:lnTo>
                  <a:lnTo>
                    <a:pt x="221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29"/>
            <p:cNvSpPr/>
            <p:nvPr/>
          </p:nvSpPr>
          <p:spPr>
            <a:xfrm>
              <a:off x="5421350" y="760457"/>
              <a:ext cx="1805741" cy="27651"/>
            </a:xfrm>
            <a:custGeom>
              <a:avLst/>
              <a:gdLst/>
              <a:ahLst/>
              <a:cxnLst/>
              <a:rect l="l" t="t" r="r" b="b"/>
              <a:pathLst>
                <a:path w="22138" h="339" extrusionOk="0">
                  <a:moveTo>
                    <a:pt x="0" y="0"/>
                  </a:moveTo>
                  <a:lnTo>
                    <a:pt x="0" y="339"/>
                  </a:lnTo>
                  <a:lnTo>
                    <a:pt x="22138" y="339"/>
                  </a:lnTo>
                  <a:lnTo>
                    <a:pt x="221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29"/>
            <p:cNvSpPr/>
            <p:nvPr/>
          </p:nvSpPr>
          <p:spPr>
            <a:xfrm>
              <a:off x="5421350" y="698955"/>
              <a:ext cx="1805741" cy="27651"/>
            </a:xfrm>
            <a:custGeom>
              <a:avLst/>
              <a:gdLst/>
              <a:ahLst/>
              <a:cxnLst/>
              <a:rect l="l" t="t" r="r" b="b"/>
              <a:pathLst>
                <a:path w="22138" h="339" extrusionOk="0">
                  <a:moveTo>
                    <a:pt x="0" y="0"/>
                  </a:moveTo>
                  <a:lnTo>
                    <a:pt x="0" y="339"/>
                  </a:lnTo>
                  <a:lnTo>
                    <a:pt x="22138" y="339"/>
                  </a:lnTo>
                  <a:lnTo>
                    <a:pt x="221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29"/>
            <p:cNvSpPr/>
            <p:nvPr/>
          </p:nvSpPr>
          <p:spPr>
            <a:xfrm>
              <a:off x="6003417" y="571791"/>
              <a:ext cx="641936" cy="27651"/>
            </a:xfrm>
            <a:custGeom>
              <a:avLst/>
              <a:gdLst/>
              <a:ahLst/>
              <a:cxnLst/>
              <a:rect l="l" t="t" r="r" b="b"/>
              <a:pathLst>
                <a:path w="7870" h="339" extrusionOk="0">
                  <a:moveTo>
                    <a:pt x="168" y="0"/>
                  </a:moveTo>
                  <a:cubicBezTo>
                    <a:pt x="73" y="0"/>
                    <a:pt x="1" y="73"/>
                    <a:pt x="1" y="167"/>
                  </a:cubicBezTo>
                  <a:cubicBezTo>
                    <a:pt x="1" y="261"/>
                    <a:pt x="73" y="339"/>
                    <a:pt x="168" y="339"/>
                  </a:cubicBezTo>
                  <a:lnTo>
                    <a:pt x="7698" y="339"/>
                  </a:lnTo>
                  <a:cubicBezTo>
                    <a:pt x="7792" y="339"/>
                    <a:pt x="7870" y="261"/>
                    <a:pt x="7870" y="167"/>
                  </a:cubicBezTo>
                  <a:cubicBezTo>
                    <a:pt x="7870" y="73"/>
                    <a:pt x="7792" y="0"/>
                    <a:pt x="769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29"/>
            <p:cNvSpPr/>
            <p:nvPr/>
          </p:nvSpPr>
          <p:spPr>
            <a:xfrm>
              <a:off x="7162737" y="542834"/>
              <a:ext cx="47228" cy="25857"/>
            </a:xfrm>
            <a:custGeom>
              <a:avLst/>
              <a:gdLst/>
              <a:ahLst/>
              <a:cxnLst/>
              <a:rect l="l" t="t" r="r" b="b"/>
              <a:pathLst>
                <a:path w="579" h="317" extrusionOk="0">
                  <a:moveTo>
                    <a:pt x="541" y="1"/>
                  </a:moveTo>
                  <a:cubicBezTo>
                    <a:pt x="536" y="1"/>
                    <a:pt x="532" y="2"/>
                    <a:pt x="527" y="4"/>
                  </a:cubicBezTo>
                  <a:lnTo>
                    <a:pt x="26" y="252"/>
                  </a:lnTo>
                  <a:cubicBezTo>
                    <a:pt x="9" y="261"/>
                    <a:pt x="0" y="278"/>
                    <a:pt x="9" y="295"/>
                  </a:cubicBezTo>
                  <a:cubicBezTo>
                    <a:pt x="18" y="308"/>
                    <a:pt x="26" y="317"/>
                    <a:pt x="39" y="317"/>
                  </a:cubicBezTo>
                  <a:cubicBezTo>
                    <a:pt x="43" y="317"/>
                    <a:pt x="52" y="312"/>
                    <a:pt x="56" y="312"/>
                  </a:cubicBezTo>
                  <a:lnTo>
                    <a:pt x="557" y="64"/>
                  </a:lnTo>
                  <a:cubicBezTo>
                    <a:pt x="570" y="55"/>
                    <a:pt x="579" y="34"/>
                    <a:pt x="570" y="21"/>
                  </a:cubicBezTo>
                  <a:cubicBezTo>
                    <a:pt x="564" y="9"/>
                    <a:pt x="553" y="1"/>
                    <a:pt x="5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29"/>
            <p:cNvSpPr/>
            <p:nvPr/>
          </p:nvSpPr>
          <p:spPr>
            <a:xfrm>
              <a:off x="7156456" y="570730"/>
              <a:ext cx="51795" cy="27651"/>
            </a:xfrm>
            <a:custGeom>
              <a:avLst/>
              <a:gdLst/>
              <a:ahLst/>
              <a:cxnLst/>
              <a:rect l="l" t="t" r="r" b="b"/>
              <a:pathLst>
                <a:path w="635" h="339" extrusionOk="0">
                  <a:moveTo>
                    <a:pt x="601" y="0"/>
                  </a:moveTo>
                  <a:cubicBezTo>
                    <a:pt x="595" y="0"/>
                    <a:pt x="589" y="2"/>
                    <a:pt x="583" y="5"/>
                  </a:cubicBezTo>
                  <a:lnTo>
                    <a:pt x="26" y="274"/>
                  </a:lnTo>
                  <a:cubicBezTo>
                    <a:pt x="9" y="283"/>
                    <a:pt x="0" y="300"/>
                    <a:pt x="9" y="317"/>
                  </a:cubicBezTo>
                  <a:cubicBezTo>
                    <a:pt x="13" y="330"/>
                    <a:pt x="26" y="339"/>
                    <a:pt x="39" y="339"/>
                  </a:cubicBezTo>
                  <a:cubicBezTo>
                    <a:pt x="43" y="339"/>
                    <a:pt x="47" y="334"/>
                    <a:pt x="52" y="334"/>
                  </a:cubicBezTo>
                  <a:lnTo>
                    <a:pt x="613" y="65"/>
                  </a:lnTo>
                  <a:cubicBezTo>
                    <a:pt x="630" y="56"/>
                    <a:pt x="634" y="35"/>
                    <a:pt x="630" y="17"/>
                  </a:cubicBezTo>
                  <a:cubicBezTo>
                    <a:pt x="624" y="6"/>
                    <a:pt x="613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29"/>
            <p:cNvSpPr/>
            <p:nvPr/>
          </p:nvSpPr>
          <p:spPr>
            <a:xfrm>
              <a:off x="5586932" y="913885"/>
              <a:ext cx="47228" cy="25857"/>
            </a:xfrm>
            <a:custGeom>
              <a:avLst/>
              <a:gdLst/>
              <a:ahLst/>
              <a:cxnLst/>
              <a:rect l="l" t="t" r="r" b="b"/>
              <a:pathLst>
                <a:path w="579" h="317" extrusionOk="0">
                  <a:moveTo>
                    <a:pt x="538" y="1"/>
                  </a:moveTo>
                  <a:cubicBezTo>
                    <a:pt x="533" y="1"/>
                    <a:pt x="528" y="2"/>
                    <a:pt x="523" y="4"/>
                  </a:cubicBezTo>
                  <a:lnTo>
                    <a:pt x="26" y="252"/>
                  </a:lnTo>
                  <a:cubicBezTo>
                    <a:pt x="9" y="261"/>
                    <a:pt x="1" y="282"/>
                    <a:pt x="9" y="300"/>
                  </a:cubicBezTo>
                  <a:cubicBezTo>
                    <a:pt x="14" y="308"/>
                    <a:pt x="26" y="317"/>
                    <a:pt x="39" y="317"/>
                  </a:cubicBezTo>
                  <a:cubicBezTo>
                    <a:pt x="44" y="317"/>
                    <a:pt x="48" y="317"/>
                    <a:pt x="52" y="312"/>
                  </a:cubicBezTo>
                  <a:lnTo>
                    <a:pt x="553" y="64"/>
                  </a:lnTo>
                  <a:cubicBezTo>
                    <a:pt x="570" y="55"/>
                    <a:pt x="579" y="38"/>
                    <a:pt x="570" y="21"/>
                  </a:cubicBezTo>
                  <a:cubicBezTo>
                    <a:pt x="564" y="9"/>
                    <a:pt x="551" y="1"/>
                    <a:pt x="5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29"/>
            <p:cNvSpPr/>
            <p:nvPr/>
          </p:nvSpPr>
          <p:spPr>
            <a:xfrm>
              <a:off x="5580652" y="941863"/>
              <a:ext cx="51795" cy="27570"/>
            </a:xfrm>
            <a:custGeom>
              <a:avLst/>
              <a:gdLst/>
              <a:ahLst/>
              <a:cxnLst/>
              <a:rect l="l" t="t" r="r" b="b"/>
              <a:pathLst>
                <a:path w="635" h="338" extrusionOk="0">
                  <a:moveTo>
                    <a:pt x="597" y="0"/>
                  </a:moveTo>
                  <a:cubicBezTo>
                    <a:pt x="592" y="0"/>
                    <a:pt x="588" y="1"/>
                    <a:pt x="583" y="4"/>
                  </a:cubicBezTo>
                  <a:lnTo>
                    <a:pt x="22" y="274"/>
                  </a:lnTo>
                  <a:cubicBezTo>
                    <a:pt x="9" y="282"/>
                    <a:pt x="1" y="304"/>
                    <a:pt x="9" y="321"/>
                  </a:cubicBezTo>
                  <a:cubicBezTo>
                    <a:pt x="13" y="329"/>
                    <a:pt x="26" y="338"/>
                    <a:pt x="39" y="338"/>
                  </a:cubicBezTo>
                  <a:cubicBezTo>
                    <a:pt x="43" y="338"/>
                    <a:pt x="48" y="338"/>
                    <a:pt x="52" y="334"/>
                  </a:cubicBezTo>
                  <a:lnTo>
                    <a:pt x="613" y="64"/>
                  </a:lnTo>
                  <a:cubicBezTo>
                    <a:pt x="630" y="55"/>
                    <a:pt x="635" y="34"/>
                    <a:pt x="626" y="21"/>
                  </a:cubicBezTo>
                  <a:cubicBezTo>
                    <a:pt x="620" y="8"/>
                    <a:pt x="609" y="0"/>
                    <a:pt x="5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9"/>
            <p:cNvSpPr/>
            <p:nvPr/>
          </p:nvSpPr>
          <p:spPr>
            <a:xfrm>
              <a:off x="5465397" y="822285"/>
              <a:ext cx="2170185" cy="1044961"/>
            </a:xfrm>
            <a:custGeom>
              <a:avLst/>
              <a:gdLst/>
              <a:ahLst/>
              <a:cxnLst/>
              <a:rect l="l" t="t" r="r" b="b"/>
              <a:pathLst>
                <a:path w="26606" h="12811" extrusionOk="0">
                  <a:moveTo>
                    <a:pt x="681" y="0"/>
                  </a:moveTo>
                  <a:cubicBezTo>
                    <a:pt x="681" y="0"/>
                    <a:pt x="0" y="3029"/>
                    <a:pt x="3131" y="4181"/>
                  </a:cubicBezTo>
                  <a:cubicBezTo>
                    <a:pt x="6258" y="5333"/>
                    <a:pt x="8503" y="6644"/>
                    <a:pt x="8948" y="8790"/>
                  </a:cubicBezTo>
                  <a:cubicBezTo>
                    <a:pt x="9301" y="10474"/>
                    <a:pt x="12290" y="12810"/>
                    <a:pt x="16574" y="12810"/>
                  </a:cubicBezTo>
                  <a:cubicBezTo>
                    <a:pt x="17749" y="12810"/>
                    <a:pt x="19022" y="12634"/>
                    <a:pt x="20364" y="12221"/>
                  </a:cubicBezTo>
                  <a:cubicBezTo>
                    <a:pt x="26605" y="10302"/>
                    <a:pt x="25770" y="7677"/>
                    <a:pt x="23067" y="6404"/>
                  </a:cubicBezTo>
                  <a:cubicBezTo>
                    <a:pt x="20364" y="5136"/>
                    <a:pt x="21520" y="3457"/>
                    <a:pt x="21598" y="2686"/>
                  </a:cubicBezTo>
                  <a:cubicBezTo>
                    <a:pt x="21679" y="1915"/>
                    <a:pt x="21195" y="159"/>
                    <a:pt x="20480" y="0"/>
                  </a:cubicBezTo>
                  <a:close/>
                </a:path>
              </a:pathLst>
            </a:custGeom>
            <a:solidFill>
              <a:srgbClr val="FFFFFF">
                <a:alpha val="22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9"/>
            <p:cNvSpPr/>
            <p:nvPr/>
          </p:nvSpPr>
          <p:spPr>
            <a:xfrm>
              <a:off x="5421350" y="585413"/>
              <a:ext cx="58729" cy="23818"/>
            </a:xfrm>
            <a:custGeom>
              <a:avLst/>
              <a:gdLst/>
              <a:ahLst/>
              <a:cxnLst/>
              <a:rect l="l" t="t" r="r" b="b"/>
              <a:pathLst>
                <a:path w="720" h="292" extrusionOk="0">
                  <a:moveTo>
                    <a:pt x="0" y="0"/>
                  </a:moveTo>
                  <a:lnTo>
                    <a:pt x="0" y="292"/>
                  </a:lnTo>
                  <a:lnTo>
                    <a:pt x="720" y="292"/>
                  </a:lnTo>
                  <a:lnTo>
                    <a:pt x="720" y="0"/>
                  </a:lnTo>
                  <a:close/>
                </a:path>
              </a:pathLst>
            </a:custGeom>
            <a:solidFill>
              <a:srgbClr val="E2F2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9"/>
            <p:cNvSpPr/>
            <p:nvPr/>
          </p:nvSpPr>
          <p:spPr>
            <a:xfrm>
              <a:off x="5515642" y="585413"/>
              <a:ext cx="58484" cy="23818"/>
            </a:xfrm>
            <a:custGeom>
              <a:avLst/>
              <a:gdLst/>
              <a:ahLst/>
              <a:cxnLst/>
              <a:rect l="l" t="t" r="r" b="b"/>
              <a:pathLst>
                <a:path w="717" h="292" extrusionOk="0">
                  <a:moveTo>
                    <a:pt x="1" y="0"/>
                  </a:moveTo>
                  <a:lnTo>
                    <a:pt x="1" y="292"/>
                  </a:lnTo>
                  <a:lnTo>
                    <a:pt x="716" y="292"/>
                  </a:lnTo>
                  <a:lnTo>
                    <a:pt x="716" y="0"/>
                  </a:lnTo>
                  <a:close/>
                </a:path>
              </a:pathLst>
            </a:custGeom>
            <a:solidFill>
              <a:srgbClr val="E2F2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29"/>
            <p:cNvSpPr/>
            <p:nvPr/>
          </p:nvSpPr>
          <p:spPr>
            <a:xfrm>
              <a:off x="5716951" y="585413"/>
              <a:ext cx="58402" cy="23818"/>
            </a:xfrm>
            <a:custGeom>
              <a:avLst/>
              <a:gdLst/>
              <a:ahLst/>
              <a:cxnLst/>
              <a:rect l="l" t="t" r="r" b="b"/>
              <a:pathLst>
                <a:path w="716" h="292" extrusionOk="0">
                  <a:moveTo>
                    <a:pt x="0" y="0"/>
                  </a:moveTo>
                  <a:lnTo>
                    <a:pt x="0" y="292"/>
                  </a:lnTo>
                  <a:lnTo>
                    <a:pt x="716" y="292"/>
                  </a:lnTo>
                  <a:lnTo>
                    <a:pt x="7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29"/>
            <p:cNvSpPr/>
            <p:nvPr/>
          </p:nvSpPr>
          <p:spPr>
            <a:xfrm>
              <a:off x="5904557" y="816657"/>
              <a:ext cx="190134" cy="181488"/>
            </a:xfrm>
            <a:custGeom>
              <a:avLst/>
              <a:gdLst/>
              <a:ahLst/>
              <a:cxnLst/>
              <a:rect l="l" t="t" r="r" b="b"/>
              <a:pathLst>
                <a:path w="2331" h="2225" extrusionOk="0">
                  <a:moveTo>
                    <a:pt x="2031" y="0"/>
                  </a:moveTo>
                  <a:cubicBezTo>
                    <a:pt x="2028" y="0"/>
                    <a:pt x="2025" y="1"/>
                    <a:pt x="2022" y="1"/>
                  </a:cubicBezTo>
                  <a:cubicBezTo>
                    <a:pt x="1984" y="9"/>
                    <a:pt x="1962" y="44"/>
                    <a:pt x="1967" y="82"/>
                  </a:cubicBezTo>
                  <a:cubicBezTo>
                    <a:pt x="1971" y="91"/>
                    <a:pt x="2189" y="1205"/>
                    <a:pt x="1740" y="1770"/>
                  </a:cubicBezTo>
                  <a:cubicBezTo>
                    <a:pt x="1572" y="1976"/>
                    <a:pt x="1337" y="2083"/>
                    <a:pt x="1033" y="2087"/>
                  </a:cubicBezTo>
                  <a:cubicBezTo>
                    <a:pt x="998" y="2087"/>
                    <a:pt x="227" y="2070"/>
                    <a:pt x="150" y="1350"/>
                  </a:cubicBezTo>
                  <a:cubicBezTo>
                    <a:pt x="138" y="1222"/>
                    <a:pt x="185" y="1102"/>
                    <a:pt x="275" y="1025"/>
                  </a:cubicBezTo>
                  <a:cubicBezTo>
                    <a:pt x="338" y="970"/>
                    <a:pt x="413" y="943"/>
                    <a:pt x="500" y="943"/>
                  </a:cubicBezTo>
                  <a:cubicBezTo>
                    <a:pt x="591" y="943"/>
                    <a:pt x="694" y="972"/>
                    <a:pt x="810" y="1029"/>
                  </a:cubicBezTo>
                  <a:cubicBezTo>
                    <a:pt x="819" y="1034"/>
                    <a:pt x="829" y="1037"/>
                    <a:pt x="839" y="1037"/>
                  </a:cubicBezTo>
                  <a:cubicBezTo>
                    <a:pt x="863" y="1037"/>
                    <a:pt x="888" y="1023"/>
                    <a:pt x="900" y="999"/>
                  </a:cubicBezTo>
                  <a:cubicBezTo>
                    <a:pt x="917" y="969"/>
                    <a:pt x="900" y="926"/>
                    <a:pt x="870" y="909"/>
                  </a:cubicBezTo>
                  <a:cubicBezTo>
                    <a:pt x="724" y="837"/>
                    <a:pt x="602" y="810"/>
                    <a:pt x="501" y="810"/>
                  </a:cubicBezTo>
                  <a:cubicBezTo>
                    <a:pt x="360" y="810"/>
                    <a:pt x="259" y="862"/>
                    <a:pt x="189" y="922"/>
                  </a:cubicBezTo>
                  <a:cubicBezTo>
                    <a:pt x="65" y="1025"/>
                    <a:pt x="0" y="1192"/>
                    <a:pt x="18" y="1363"/>
                  </a:cubicBezTo>
                  <a:cubicBezTo>
                    <a:pt x="108" y="2203"/>
                    <a:pt x="1020" y="2224"/>
                    <a:pt x="1033" y="2224"/>
                  </a:cubicBezTo>
                  <a:cubicBezTo>
                    <a:pt x="1380" y="2215"/>
                    <a:pt x="1654" y="2091"/>
                    <a:pt x="1842" y="1851"/>
                  </a:cubicBezTo>
                  <a:cubicBezTo>
                    <a:pt x="2331" y="1243"/>
                    <a:pt x="2108" y="104"/>
                    <a:pt x="2099" y="57"/>
                  </a:cubicBezTo>
                  <a:cubicBezTo>
                    <a:pt x="2092" y="21"/>
                    <a:pt x="2062" y="0"/>
                    <a:pt x="20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29"/>
            <p:cNvSpPr/>
            <p:nvPr/>
          </p:nvSpPr>
          <p:spPr>
            <a:xfrm>
              <a:off x="6045342" y="820898"/>
              <a:ext cx="152450" cy="312811"/>
            </a:xfrm>
            <a:custGeom>
              <a:avLst/>
              <a:gdLst/>
              <a:ahLst/>
              <a:cxnLst/>
              <a:rect l="l" t="t" r="r" b="b"/>
              <a:pathLst>
                <a:path w="1869" h="3835" extrusionOk="0">
                  <a:moveTo>
                    <a:pt x="1615" y="1"/>
                  </a:moveTo>
                  <a:cubicBezTo>
                    <a:pt x="1608" y="1"/>
                    <a:pt x="1601" y="2"/>
                    <a:pt x="1594" y="5"/>
                  </a:cubicBezTo>
                  <a:cubicBezTo>
                    <a:pt x="1560" y="13"/>
                    <a:pt x="1538" y="52"/>
                    <a:pt x="1551" y="86"/>
                  </a:cubicBezTo>
                  <a:cubicBezTo>
                    <a:pt x="1551" y="95"/>
                    <a:pt x="1731" y="660"/>
                    <a:pt x="1633" y="1384"/>
                  </a:cubicBezTo>
                  <a:cubicBezTo>
                    <a:pt x="1500" y="2356"/>
                    <a:pt x="964" y="3136"/>
                    <a:pt x="39" y="3710"/>
                  </a:cubicBezTo>
                  <a:cubicBezTo>
                    <a:pt x="9" y="3727"/>
                    <a:pt x="1" y="3770"/>
                    <a:pt x="18" y="3800"/>
                  </a:cubicBezTo>
                  <a:cubicBezTo>
                    <a:pt x="31" y="3821"/>
                    <a:pt x="52" y="3834"/>
                    <a:pt x="74" y="3834"/>
                  </a:cubicBezTo>
                  <a:cubicBezTo>
                    <a:pt x="86" y="3834"/>
                    <a:pt x="99" y="3830"/>
                    <a:pt x="112" y="3821"/>
                  </a:cubicBezTo>
                  <a:cubicBezTo>
                    <a:pt x="1311" y="3080"/>
                    <a:pt x="1676" y="2095"/>
                    <a:pt x="1766" y="1397"/>
                  </a:cubicBezTo>
                  <a:cubicBezTo>
                    <a:pt x="1868" y="643"/>
                    <a:pt x="1688" y="69"/>
                    <a:pt x="1680" y="47"/>
                  </a:cubicBezTo>
                  <a:cubicBezTo>
                    <a:pt x="1670" y="20"/>
                    <a:pt x="1643" y="1"/>
                    <a:pt x="16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29"/>
            <p:cNvSpPr/>
            <p:nvPr/>
          </p:nvSpPr>
          <p:spPr>
            <a:xfrm>
              <a:off x="6188249" y="820816"/>
              <a:ext cx="116478" cy="377168"/>
            </a:xfrm>
            <a:custGeom>
              <a:avLst/>
              <a:gdLst/>
              <a:ahLst/>
              <a:cxnLst/>
              <a:rect l="l" t="t" r="r" b="b"/>
              <a:pathLst>
                <a:path w="1428" h="4624" extrusionOk="0">
                  <a:moveTo>
                    <a:pt x="1070" y="1"/>
                  </a:moveTo>
                  <a:cubicBezTo>
                    <a:pt x="1068" y="1"/>
                    <a:pt x="1065" y="1"/>
                    <a:pt x="1063" y="1"/>
                  </a:cubicBezTo>
                  <a:cubicBezTo>
                    <a:pt x="1024" y="6"/>
                    <a:pt x="999" y="36"/>
                    <a:pt x="1003" y="74"/>
                  </a:cubicBezTo>
                  <a:cubicBezTo>
                    <a:pt x="1007" y="104"/>
                    <a:pt x="1290" y="3133"/>
                    <a:pt x="26" y="4512"/>
                  </a:cubicBezTo>
                  <a:cubicBezTo>
                    <a:pt x="1" y="4538"/>
                    <a:pt x="5" y="4580"/>
                    <a:pt x="31" y="4606"/>
                  </a:cubicBezTo>
                  <a:cubicBezTo>
                    <a:pt x="43" y="4619"/>
                    <a:pt x="61" y="4623"/>
                    <a:pt x="78" y="4623"/>
                  </a:cubicBezTo>
                  <a:cubicBezTo>
                    <a:pt x="95" y="4623"/>
                    <a:pt x="112" y="4615"/>
                    <a:pt x="125" y="4602"/>
                  </a:cubicBezTo>
                  <a:cubicBezTo>
                    <a:pt x="1427" y="3180"/>
                    <a:pt x="1149" y="190"/>
                    <a:pt x="1136" y="61"/>
                  </a:cubicBezTo>
                  <a:cubicBezTo>
                    <a:pt x="1132" y="26"/>
                    <a:pt x="1102" y="1"/>
                    <a:pt x="107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29"/>
            <p:cNvSpPr/>
            <p:nvPr/>
          </p:nvSpPr>
          <p:spPr>
            <a:xfrm>
              <a:off x="6553753" y="816657"/>
              <a:ext cx="190460" cy="181488"/>
            </a:xfrm>
            <a:custGeom>
              <a:avLst/>
              <a:gdLst/>
              <a:ahLst/>
              <a:cxnLst/>
              <a:rect l="l" t="t" r="r" b="b"/>
              <a:pathLst>
                <a:path w="2335" h="2225" extrusionOk="0">
                  <a:moveTo>
                    <a:pt x="303" y="0"/>
                  </a:moveTo>
                  <a:cubicBezTo>
                    <a:pt x="269" y="0"/>
                    <a:pt x="239" y="21"/>
                    <a:pt x="232" y="57"/>
                  </a:cubicBezTo>
                  <a:cubicBezTo>
                    <a:pt x="223" y="104"/>
                    <a:pt x="0" y="1243"/>
                    <a:pt x="489" y="1851"/>
                  </a:cubicBezTo>
                  <a:cubicBezTo>
                    <a:pt x="681" y="2091"/>
                    <a:pt x="951" y="2215"/>
                    <a:pt x="1302" y="2224"/>
                  </a:cubicBezTo>
                  <a:cubicBezTo>
                    <a:pt x="1311" y="2224"/>
                    <a:pt x="2228" y="2203"/>
                    <a:pt x="2313" y="1363"/>
                  </a:cubicBezTo>
                  <a:cubicBezTo>
                    <a:pt x="2335" y="1192"/>
                    <a:pt x="2270" y="1025"/>
                    <a:pt x="2146" y="922"/>
                  </a:cubicBezTo>
                  <a:cubicBezTo>
                    <a:pt x="2077" y="862"/>
                    <a:pt x="1975" y="810"/>
                    <a:pt x="1835" y="810"/>
                  </a:cubicBezTo>
                  <a:cubicBezTo>
                    <a:pt x="1733" y="810"/>
                    <a:pt x="1611" y="837"/>
                    <a:pt x="1465" y="909"/>
                  </a:cubicBezTo>
                  <a:cubicBezTo>
                    <a:pt x="1431" y="926"/>
                    <a:pt x="1418" y="969"/>
                    <a:pt x="1435" y="999"/>
                  </a:cubicBezTo>
                  <a:cubicBezTo>
                    <a:pt x="1447" y="1023"/>
                    <a:pt x="1470" y="1037"/>
                    <a:pt x="1494" y="1037"/>
                  </a:cubicBezTo>
                  <a:cubicBezTo>
                    <a:pt x="1504" y="1037"/>
                    <a:pt x="1515" y="1034"/>
                    <a:pt x="1525" y="1029"/>
                  </a:cubicBezTo>
                  <a:cubicBezTo>
                    <a:pt x="1641" y="972"/>
                    <a:pt x="1744" y="943"/>
                    <a:pt x="1835" y="943"/>
                  </a:cubicBezTo>
                  <a:cubicBezTo>
                    <a:pt x="1922" y="943"/>
                    <a:pt x="1998" y="970"/>
                    <a:pt x="2061" y="1025"/>
                  </a:cubicBezTo>
                  <a:cubicBezTo>
                    <a:pt x="2151" y="1102"/>
                    <a:pt x="2193" y="1222"/>
                    <a:pt x="2181" y="1350"/>
                  </a:cubicBezTo>
                  <a:cubicBezTo>
                    <a:pt x="2108" y="2070"/>
                    <a:pt x="1332" y="2087"/>
                    <a:pt x="1302" y="2087"/>
                  </a:cubicBezTo>
                  <a:cubicBezTo>
                    <a:pt x="998" y="2083"/>
                    <a:pt x="758" y="1976"/>
                    <a:pt x="596" y="1770"/>
                  </a:cubicBezTo>
                  <a:cubicBezTo>
                    <a:pt x="146" y="1209"/>
                    <a:pt x="364" y="91"/>
                    <a:pt x="364" y="82"/>
                  </a:cubicBezTo>
                  <a:cubicBezTo>
                    <a:pt x="373" y="44"/>
                    <a:pt x="347" y="9"/>
                    <a:pt x="313" y="1"/>
                  </a:cubicBezTo>
                  <a:cubicBezTo>
                    <a:pt x="310" y="1"/>
                    <a:pt x="306" y="0"/>
                    <a:pt x="30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29"/>
            <p:cNvSpPr/>
            <p:nvPr/>
          </p:nvSpPr>
          <p:spPr>
            <a:xfrm>
              <a:off x="6450978" y="820898"/>
              <a:ext cx="152450" cy="312811"/>
            </a:xfrm>
            <a:custGeom>
              <a:avLst/>
              <a:gdLst/>
              <a:ahLst/>
              <a:cxnLst/>
              <a:rect l="l" t="t" r="r" b="b"/>
              <a:pathLst>
                <a:path w="1869" h="3835" extrusionOk="0">
                  <a:moveTo>
                    <a:pt x="250" y="1"/>
                  </a:moveTo>
                  <a:cubicBezTo>
                    <a:pt x="222" y="1"/>
                    <a:pt x="196" y="20"/>
                    <a:pt x="189" y="47"/>
                  </a:cubicBezTo>
                  <a:cubicBezTo>
                    <a:pt x="181" y="69"/>
                    <a:pt x="1" y="643"/>
                    <a:pt x="99" y="1397"/>
                  </a:cubicBezTo>
                  <a:cubicBezTo>
                    <a:pt x="194" y="2095"/>
                    <a:pt x="558" y="3080"/>
                    <a:pt x="1757" y="3821"/>
                  </a:cubicBezTo>
                  <a:cubicBezTo>
                    <a:pt x="1766" y="3830"/>
                    <a:pt x="1779" y="3834"/>
                    <a:pt x="1791" y="3834"/>
                  </a:cubicBezTo>
                  <a:cubicBezTo>
                    <a:pt x="1813" y="3834"/>
                    <a:pt x="1834" y="3821"/>
                    <a:pt x="1847" y="3800"/>
                  </a:cubicBezTo>
                  <a:cubicBezTo>
                    <a:pt x="1868" y="3770"/>
                    <a:pt x="1860" y="3727"/>
                    <a:pt x="1826" y="3710"/>
                  </a:cubicBezTo>
                  <a:cubicBezTo>
                    <a:pt x="900" y="3136"/>
                    <a:pt x="365" y="2356"/>
                    <a:pt x="232" y="1384"/>
                  </a:cubicBezTo>
                  <a:cubicBezTo>
                    <a:pt x="134" y="660"/>
                    <a:pt x="314" y="95"/>
                    <a:pt x="314" y="86"/>
                  </a:cubicBezTo>
                  <a:cubicBezTo>
                    <a:pt x="326" y="52"/>
                    <a:pt x="309" y="13"/>
                    <a:pt x="271" y="5"/>
                  </a:cubicBezTo>
                  <a:cubicBezTo>
                    <a:pt x="264" y="2"/>
                    <a:pt x="257" y="1"/>
                    <a:pt x="25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29"/>
            <p:cNvSpPr/>
            <p:nvPr/>
          </p:nvSpPr>
          <p:spPr>
            <a:xfrm>
              <a:off x="6343717" y="820816"/>
              <a:ext cx="116478" cy="377168"/>
            </a:xfrm>
            <a:custGeom>
              <a:avLst/>
              <a:gdLst/>
              <a:ahLst/>
              <a:cxnLst/>
              <a:rect l="l" t="t" r="r" b="b"/>
              <a:pathLst>
                <a:path w="1428" h="4624" extrusionOk="0">
                  <a:moveTo>
                    <a:pt x="361" y="1"/>
                  </a:moveTo>
                  <a:cubicBezTo>
                    <a:pt x="326" y="1"/>
                    <a:pt x="296" y="26"/>
                    <a:pt x="292" y="61"/>
                  </a:cubicBezTo>
                  <a:cubicBezTo>
                    <a:pt x="284" y="190"/>
                    <a:pt x="1" y="3180"/>
                    <a:pt x="1303" y="4602"/>
                  </a:cubicBezTo>
                  <a:cubicBezTo>
                    <a:pt x="1316" y="4615"/>
                    <a:pt x="1337" y="4623"/>
                    <a:pt x="1354" y="4623"/>
                  </a:cubicBezTo>
                  <a:cubicBezTo>
                    <a:pt x="1372" y="4623"/>
                    <a:pt x="1384" y="4619"/>
                    <a:pt x="1397" y="4606"/>
                  </a:cubicBezTo>
                  <a:cubicBezTo>
                    <a:pt x="1427" y="4580"/>
                    <a:pt x="1427" y="4538"/>
                    <a:pt x="1402" y="4512"/>
                  </a:cubicBezTo>
                  <a:cubicBezTo>
                    <a:pt x="142" y="3133"/>
                    <a:pt x="425" y="104"/>
                    <a:pt x="429" y="74"/>
                  </a:cubicBezTo>
                  <a:cubicBezTo>
                    <a:pt x="429" y="36"/>
                    <a:pt x="403" y="6"/>
                    <a:pt x="369" y="1"/>
                  </a:cubicBezTo>
                  <a:cubicBezTo>
                    <a:pt x="366" y="1"/>
                    <a:pt x="364" y="1"/>
                    <a:pt x="36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932213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2" name="Google Shape;1522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Technician Flow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ubtitle 33">
            <a:extLst>
              <a:ext uri="{FF2B5EF4-FFF2-40B4-BE49-F238E27FC236}">
                <a16:creationId xmlns:a16="http://schemas.microsoft.com/office/drawing/2014/main" id="{29456CDB-F3C6-4DA1-AC67-C3C92BF3F6D6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828800" y="1377244"/>
            <a:ext cx="5125156" cy="3113356"/>
          </a:xfrm>
        </p:spPr>
        <p:txBody>
          <a:bodyPr/>
          <a:lstStyle/>
          <a:p>
            <a:pPr marL="495300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assigned service requests</a:t>
            </a:r>
          </a:p>
          <a:p>
            <a:pPr marL="495300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 or reject</a:t>
            </a:r>
          </a:p>
          <a:p>
            <a:pPr marL="495300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service at customer location</a:t>
            </a:r>
          </a:p>
          <a:p>
            <a:pPr marL="495300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status (Pending/Completed)</a:t>
            </a:r>
          </a:p>
          <a:p>
            <a:pPr marL="495300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 cash payment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Google Shape;1351;p29"/>
          <p:cNvSpPr txBox="1">
            <a:spLocks noGrp="1"/>
          </p:cNvSpPr>
          <p:nvPr>
            <p:ph type="title"/>
          </p:nvPr>
        </p:nvSpPr>
        <p:spPr>
          <a:xfrm>
            <a:off x="713224" y="2599900"/>
            <a:ext cx="4203015" cy="89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Flow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52" name="Google Shape;1352;p29"/>
          <p:cNvSpPr txBox="1">
            <a:spLocks noGrp="1"/>
          </p:cNvSpPr>
          <p:nvPr>
            <p:ph type="title" idx="2"/>
          </p:nvPr>
        </p:nvSpPr>
        <p:spPr>
          <a:xfrm>
            <a:off x="713225" y="1475500"/>
            <a:ext cx="1332600" cy="101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53" name="Google Shape;1353;p29"/>
          <p:cNvSpPr/>
          <p:nvPr/>
        </p:nvSpPr>
        <p:spPr>
          <a:xfrm>
            <a:off x="4572125" y="4297182"/>
            <a:ext cx="4717248" cy="10810"/>
          </a:xfrm>
          <a:custGeom>
            <a:avLst/>
            <a:gdLst/>
            <a:ahLst/>
            <a:cxnLst/>
            <a:rect l="l" t="t" r="r" b="b"/>
            <a:pathLst>
              <a:path w="63710" h="146" extrusionOk="0">
                <a:moveTo>
                  <a:pt x="1" y="0"/>
                </a:moveTo>
                <a:lnTo>
                  <a:pt x="1" y="146"/>
                </a:lnTo>
                <a:lnTo>
                  <a:pt x="63710" y="146"/>
                </a:lnTo>
                <a:lnTo>
                  <a:pt x="6371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54" name="Google Shape;1354;p29"/>
          <p:cNvGrpSpPr/>
          <p:nvPr/>
        </p:nvGrpSpPr>
        <p:grpSpPr>
          <a:xfrm>
            <a:off x="5288076" y="1273563"/>
            <a:ext cx="3188647" cy="3251963"/>
            <a:chOff x="5386476" y="1593719"/>
            <a:chExt cx="3188647" cy="3251963"/>
          </a:xfrm>
        </p:grpSpPr>
        <p:grpSp>
          <p:nvGrpSpPr>
            <p:cNvPr id="1355" name="Google Shape;1355;p29"/>
            <p:cNvGrpSpPr/>
            <p:nvPr/>
          </p:nvGrpSpPr>
          <p:grpSpPr>
            <a:xfrm>
              <a:off x="5386476" y="1593719"/>
              <a:ext cx="2998426" cy="2395111"/>
              <a:chOff x="5386476" y="1593719"/>
              <a:chExt cx="2998426" cy="2395111"/>
            </a:xfrm>
          </p:grpSpPr>
          <p:sp>
            <p:nvSpPr>
              <p:cNvPr id="1356" name="Google Shape;1356;p29"/>
              <p:cNvSpPr/>
              <p:nvPr/>
            </p:nvSpPr>
            <p:spPr>
              <a:xfrm>
                <a:off x="5453900" y="1593725"/>
                <a:ext cx="2898025" cy="2395105"/>
              </a:xfrm>
              <a:custGeom>
                <a:avLst/>
                <a:gdLst/>
                <a:ahLst/>
                <a:cxnLst/>
                <a:rect l="l" t="t" r="r" b="b"/>
                <a:pathLst>
                  <a:path w="20966" h="10082" extrusionOk="0">
                    <a:moveTo>
                      <a:pt x="1" y="1"/>
                    </a:moveTo>
                    <a:lnTo>
                      <a:pt x="1" y="10081"/>
                    </a:lnTo>
                    <a:lnTo>
                      <a:pt x="20965" y="10081"/>
                    </a:lnTo>
                    <a:lnTo>
                      <a:pt x="2096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Google Shape;1357;p29"/>
              <p:cNvSpPr/>
              <p:nvPr/>
            </p:nvSpPr>
            <p:spPr>
              <a:xfrm>
                <a:off x="5425776" y="2034173"/>
                <a:ext cx="2926120" cy="20141"/>
              </a:xfrm>
              <a:custGeom>
                <a:avLst/>
                <a:gdLst/>
                <a:ahLst/>
                <a:cxnLst/>
                <a:rect l="l" t="t" r="r" b="b"/>
                <a:pathLst>
                  <a:path w="20921" h="144" extrusionOk="0">
                    <a:moveTo>
                      <a:pt x="0" y="1"/>
                    </a:moveTo>
                    <a:lnTo>
                      <a:pt x="0" y="143"/>
                    </a:lnTo>
                    <a:lnTo>
                      <a:pt x="20920" y="143"/>
                    </a:lnTo>
                    <a:lnTo>
                      <a:pt x="2092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Google Shape;1358;p29"/>
              <p:cNvSpPr/>
              <p:nvPr/>
            </p:nvSpPr>
            <p:spPr>
              <a:xfrm>
                <a:off x="5425776" y="2543285"/>
                <a:ext cx="2926120" cy="20141"/>
              </a:xfrm>
              <a:custGeom>
                <a:avLst/>
                <a:gdLst/>
                <a:ahLst/>
                <a:cxnLst/>
                <a:rect l="l" t="t" r="r" b="b"/>
                <a:pathLst>
                  <a:path w="20921" h="144" extrusionOk="0">
                    <a:moveTo>
                      <a:pt x="0" y="0"/>
                    </a:moveTo>
                    <a:lnTo>
                      <a:pt x="0" y="143"/>
                    </a:lnTo>
                    <a:lnTo>
                      <a:pt x="20920" y="143"/>
                    </a:lnTo>
                    <a:lnTo>
                      <a:pt x="2092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Google Shape;1359;p29"/>
              <p:cNvSpPr/>
              <p:nvPr/>
            </p:nvSpPr>
            <p:spPr>
              <a:xfrm>
                <a:off x="5976000" y="1593719"/>
                <a:ext cx="21399" cy="2208923"/>
              </a:xfrm>
              <a:custGeom>
                <a:avLst/>
                <a:gdLst/>
                <a:ahLst/>
                <a:cxnLst/>
                <a:rect l="l" t="t" r="r" b="b"/>
                <a:pathLst>
                  <a:path w="153" h="10082" extrusionOk="0">
                    <a:moveTo>
                      <a:pt x="0" y="1"/>
                    </a:moveTo>
                    <a:lnTo>
                      <a:pt x="0" y="10081"/>
                    </a:lnTo>
                    <a:lnTo>
                      <a:pt x="152" y="10081"/>
                    </a:lnTo>
                    <a:lnTo>
                      <a:pt x="15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Google Shape;1360;p29"/>
              <p:cNvSpPr/>
              <p:nvPr/>
            </p:nvSpPr>
            <p:spPr>
              <a:xfrm>
                <a:off x="6875622" y="1593719"/>
                <a:ext cx="20141" cy="2208923"/>
              </a:xfrm>
              <a:custGeom>
                <a:avLst/>
                <a:gdLst/>
                <a:ahLst/>
                <a:cxnLst/>
                <a:rect l="l" t="t" r="r" b="b"/>
                <a:pathLst>
                  <a:path w="144" h="10082" extrusionOk="0">
                    <a:moveTo>
                      <a:pt x="0" y="1"/>
                    </a:moveTo>
                    <a:lnTo>
                      <a:pt x="0" y="10081"/>
                    </a:lnTo>
                    <a:lnTo>
                      <a:pt x="143" y="10081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29"/>
              <p:cNvSpPr/>
              <p:nvPr/>
            </p:nvSpPr>
            <p:spPr>
              <a:xfrm>
                <a:off x="7773984" y="1593719"/>
                <a:ext cx="20141" cy="2208923"/>
              </a:xfrm>
              <a:custGeom>
                <a:avLst/>
                <a:gdLst/>
                <a:ahLst/>
                <a:cxnLst/>
                <a:rect l="l" t="t" r="r" b="b"/>
                <a:pathLst>
                  <a:path w="144" h="10082" extrusionOk="0">
                    <a:moveTo>
                      <a:pt x="1" y="1"/>
                    </a:moveTo>
                    <a:lnTo>
                      <a:pt x="1" y="10081"/>
                    </a:lnTo>
                    <a:lnTo>
                      <a:pt x="143" y="10081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29"/>
              <p:cNvSpPr/>
              <p:nvPr/>
            </p:nvSpPr>
            <p:spPr>
              <a:xfrm>
                <a:off x="5386476" y="1594547"/>
                <a:ext cx="2998426" cy="62520"/>
              </a:xfrm>
              <a:custGeom>
                <a:avLst/>
                <a:gdLst/>
                <a:ahLst/>
                <a:cxnLst/>
                <a:rect l="l" t="t" r="r" b="b"/>
                <a:pathLst>
                  <a:path w="21438" h="447" extrusionOk="0">
                    <a:moveTo>
                      <a:pt x="1" y="0"/>
                    </a:moveTo>
                    <a:lnTo>
                      <a:pt x="1" y="446"/>
                    </a:lnTo>
                    <a:lnTo>
                      <a:pt x="21438" y="446"/>
                    </a:lnTo>
                    <a:lnTo>
                      <a:pt x="2143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29"/>
              <p:cNvSpPr/>
              <p:nvPr/>
            </p:nvSpPr>
            <p:spPr>
              <a:xfrm>
                <a:off x="5425776" y="3047110"/>
                <a:ext cx="2926116" cy="20141"/>
              </a:xfrm>
              <a:custGeom>
                <a:avLst/>
                <a:gdLst/>
                <a:ahLst/>
                <a:cxnLst/>
                <a:rect l="l" t="t" r="r" b="b"/>
                <a:pathLst>
                  <a:path w="20921" h="144" extrusionOk="0">
                    <a:moveTo>
                      <a:pt x="0" y="0"/>
                    </a:moveTo>
                    <a:lnTo>
                      <a:pt x="0" y="143"/>
                    </a:lnTo>
                    <a:lnTo>
                      <a:pt x="20920" y="143"/>
                    </a:lnTo>
                    <a:lnTo>
                      <a:pt x="2092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29"/>
              <p:cNvSpPr/>
              <p:nvPr/>
            </p:nvSpPr>
            <p:spPr>
              <a:xfrm>
                <a:off x="5425776" y="3543585"/>
                <a:ext cx="2926116" cy="20141"/>
              </a:xfrm>
              <a:custGeom>
                <a:avLst/>
                <a:gdLst/>
                <a:ahLst/>
                <a:cxnLst/>
                <a:rect l="l" t="t" r="r" b="b"/>
                <a:pathLst>
                  <a:path w="20921" h="144" extrusionOk="0">
                    <a:moveTo>
                      <a:pt x="0" y="0"/>
                    </a:moveTo>
                    <a:lnTo>
                      <a:pt x="0" y="143"/>
                    </a:lnTo>
                    <a:lnTo>
                      <a:pt x="20920" y="143"/>
                    </a:lnTo>
                    <a:lnTo>
                      <a:pt x="2092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65" name="Google Shape;1365;p29"/>
              <p:cNvGrpSpPr/>
              <p:nvPr/>
            </p:nvGrpSpPr>
            <p:grpSpPr>
              <a:xfrm>
                <a:off x="5427687" y="1655822"/>
                <a:ext cx="2928607" cy="2332938"/>
                <a:chOff x="5427670" y="1723702"/>
                <a:chExt cx="2928607" cy="2164337"/>
              </a:xfrm>
            </p:grpSpPr>
            <p:grpSp>
              <p:nvGrpSpPr>
                <p:cNvPr id="1366" name="Google Shape;1366;p29"/>
                <p:cNvGrpSpPr/>
                <p:nvPr/>
              </p:nvGrpSpPr>
              <p:grpSpPr>
                <a:xfrm>
                  <a:off x="5427670" y="1723702"/>
                  <a:ext cx="538182" cy="2164337"/>
                  <a:chOff x="4507845" y="2437152"/>
                  <a:chExt cx="538182" cy="2164337"/>
                </a:xfrm>
              </p:grpSpPr>
              <p:sp>
                <p:nvSpPr>
                  <p:cNvPr id="1367" name="Google Shape;1367;p29"/>
                  <p:cNvSpPr/>
                  <p:nvPr/>
                </p:nvSpPr>
                <p:spPr>
                  <a:xfrm>
                    <a:off x="4507845" y="2437152"/>
                    <a:ext cx="538182" cy="21609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49" h="38342" extrusionOk="0">
                        <a:moveTo>
                          <a:pt x="0" y="0"/>
                        </a:moveTo>
                        <a:lnTo>
                          <a:pt x="0" y="38342"/>
                        </a:lnTo>
                        <a:lnTo>
                          <a:pt x="9548" y="38342"/>
                        </a:lnTo>
                        <a:lnTo>
                          <a:pt x="9548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68" name="Google Shape;1368;p29"/>
                  <p:cNvSpPr/>
                  <p:nvPr/>
                </p:nvSpPr>
                <p:spPr>
                  <a:xfrm>
                    <a:off x="4570123" y="2450171"/>
                    <a:ext cx="26602" cy="21513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2" h="38171" extrusionOk="0">
                        <a:moveTo>
                          <a:pt x="0" y="0"/>
                        </a:moveTo>
                        <a:lnTo>
                          <a:pt x="0" y="38171"/>
                        </a:lnTo>
                        <a:lnTo>
                          <a:pt x="471" y="38171"/>
                        </a:lnTo>
                        <a:lnTo>
                          <a:pt x="471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69" name="Google Shape;1369;p29"/>
                  <p:cNvSpPr/>
                  <p:nvPr/>
                </p:nvSpPr>
                <p:spPr>
                  <a:xfrm>
                    <a:off x="4698792" y="2450171"/>
                    <a:ext cx="26827" cy="21513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6" h="38171" extrusionOk="0">
                        <a:moveTo>
                          <a:pt x="0" y="0"/>
                        </a:moveTo>
                        <a:lnTo>
                          <a:pt x="0" y="38171"/>
                        </a:lnTo>
                        <a:lnTo>
                          <a:pt x="476" y="38171"/>
                        </a:lnTo>
                        <a:lnTo>
                          <a:pt x="476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70" name="Google Shape;1370;p29"/>
                  <p:cNvSpPr/>
                  <p:nvPr/>
                </p:nvSpPr>
                <p:spPr>
                  <a:xfrm>
                    <a:off x="4827461" y="2450171"/>
                    <a:ext cx="26827" cy="21513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6" h="38171" extrusionOk="0">
                        <a:moveTo>
                          <a:pt x="0" y="0"/>
                        </a:moveTo>
                        <a:lnTo>
                          <a:pt x="0" y="38171"/>
                        </a:lnTo>
                        <a:lnTo>
                          <a:pt x="476" y="38171"/>
                        </a:lnTo>
                        <a:lnTo>
                          <a:pt x="476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71" name="Google Shape;1371;p29"/>
                  <p:cNvSpPr/>
                  <p:nvPr/>
                </p:nvSpPr>
                <p:spPr>
                  <a:xfrm>
                    <a:off x="4956130" y="2450171"/>
                    <a:ext cx="26884" cy="21513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7" h="38171" extrusionOk="0">
                        <a:moveTo>
                          <a:pt x="1" y="0"/>
                        </a:moveTo>
                        <a:lnTo>
                          <a:pt x="1" y="38171"/>
                        </a:lnTo>
                        <a:lnTo>
                          <a:pt x="476" y="38171"/>
                        </a:lnTo>
                        <a:lnTo>
                          <a:pt x="476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372" name="Google Shape;1372;p29"/>
                <p:cNvGrpSpPr/>
                <p:nvPr/>
              </p:nvGrpSpPr>
              <p:grpSpPr>
                <a:xfrm>
                  <a:off x="7818095" y="1723702"/>
                  <a:ext cx="538182" cy="2164337"/>
                  <a:chOff x="4507845" y="2437152"/>
                  <a:chExt cx="538182" cy="2164337"/>
                </a:xfrm>
              </p:grpSpPr>
              <p:sp>
                <p:nvSpPr>
                  <p:cNvPr id="1373" name="Google Shape;1373;p29"/>
                  <p:cNvSpPr/>
                  <p:nvPr/>
                </p:nvSpPr>
                <p:spPr>
                  <a:xfrm>
                    <a:off x="4507845" y="2437152"/>
                    <a:ext cx="538182" cy="21609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49" h="38342" extrusionOk="0">
                        <a:moveTo>
                          <a:pt x="0" y="0"/>
                        </a:moveTo>
                        <a:lnTo>
                          <a:pt x="0" y="38342"/>
                        </a:lnTo>
                        <a:lnTo>
                          <a:pt x="9548" y="38342"/>
                        </a:lnTo>
                        <a:lnTo>
                          <a:pt x="9548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74" name="Google Shape;1374;p29"/>
                  <p:cNvSpPr/>
                  <p:nvPr/>
                </p:nvSpPr>
                <p:spPr>
                  <a:xfrm>
                    <a:off x="4570123" y="2450171"/>
                    <a:ext cx="26602" cy="21513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2" h="38171" extrusionOk="0">
                        <a:moveTo>
                          <a:pt x="0" y="0"/>
                        </a:moveTo>
                        <a:lnTo>
                          <a:pt x="0" y="38171"/>
                        </a:lnTo>
                        <a:lnTo>
                          <a:pt x="471" y="38171"/>
                        </a:lnTo>
                        <a:lnTo>
                          <a:pt x="471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75" name="Google Shape;1375;p29"/>
                  <p:cNvSpPr/>
                  <p:nvPr/>
                </p:nvSpPr>
                <p:spPr>
                  <a:xfrm>
                    <a:off x="4698792" y="2450171"/>
                    <a:ext cx="26827" cy="21513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6" h="38171" extrusionOk="0">
                        <a:moveTo>
                          <a:pt x="0" y="0"/>
                        </a:moveTo>
                        <a:lnTo>
                          <a:pt x="0" y="38171"/>
                        </a:lnTo>
                        <a:lnTo>
                          <a:pt x="476" y="38171"/>
                        </a:lnTo>
                        <a:lnTo>
                          <a:pt x="476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76" name="Google Shape;1376;p29"/>
                  <p:cNvSpPr/>
                  <p:nvPr/>
                </p:nvSpPr>
                <p:spPr>
                  <a:xfrm>
                    <a:off x="4827461" y="2450171"/>
                    <a:ext cx="26827" cy="21513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6" h="38171" extrusionOk="0">
                        <a:moveTo>
                          <a:pt x="0" y="0"/>
                        </a:moveTo>
                        <a:lnTo>
                          <a:pt x="0" y="38171"/>
                        </a:lnTo>
                        <a:lnTo>
                          <a:pt x="476" y="38171"/>
                        </a:lnTo>
                        <a:lnTo>
                          <a:pt x="476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77" name="Google Shape;1377;p29"/>
                  <p:cNvSpPr/>
                  <p:nvPr/>
                </p:nvSpPr>
                <p:spPr>
                  <a:xfrm>
                    <a:off x="4956130" y="2450171"/>
                    <a:ext cx="26884" cy="21513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7" h="38171" extrusionOk="0">
                        <a:moveTo>
                          <a:pt x="1" y="0"/>
                        </a:moveTo>
                        <a:lnTo>
                          <a:pt x="1" y="38171"/>
                        </a:lnTo>
                        <a:lnTo>
                          <a:pt x="476" y="38171"/>
                        </a:lnTo>
                        <a:lnTo>
                          <a:pt x="476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1378" name="Google Shape;1378;p29"/>
            <p:cNvGrpSpPr/>
            <p:nvPr/>
          </p:nvGrpSpPr>
          <p:grpSpPr>
            <a:xfrm>
              <a:off x="5410606" y="3268879"/>
              <a:ext cx="1140912" cy="1324320"/>
              <a:chOff x="5294125" y="884300"/>
              <a:chExt cx="399675" cy="463925"/>
            </a:xfrm>
          </p:grpSpPr>
          <p:sp>
            <p:nvSpPr>
              <p:cNvPr id="1379" name="Google Shape;1379;p29"/>
              <p:cNvSpPr/>
              <p:nvPr/>
            </p:nvSpPr>
            <p:spPr>
              <a:xfrm>
                <a:off x="5472100" y="901250"/>
                <a:ext cx="6950" cy="170200"/>
              </a:xfrm>
              <a:custGeom>
                <a:avLst/>
                <a:gdLst/>
                <a:ahLst/>
                <a:cxnLst/>
                <a:rect l="l" t="t" r="r" b="b"/>
                <a:pathLst>
                  <a:path w="278" h="6808" extrusionOk="0">
                    <a:moveTo>
                      <a:pt x="0" y="0"/>
                    </a:moveTo>
                    <a:lnTo>
                      <a:pt x="0" y="6807"/>
                    </a:lnTo>
                    <a:lnTo>
                      <a:pt x="277" y="6807"/>
                    </a:lnTo>
                    <a:lnTo>
                      <a:pt x="27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Google Shape;1380;p29"/>
              <p:cNvSpPr/>
              <p:nvPr/>
            </p:nvSpPr>
            <p:spPr>
              <a:xfrm>
                <a:off x="5412550" y="884300"/>
                <a:ext cx="126025" cy="80750"/>
              </a:xfrm>
              <a:custGeom>
                <a:avLst/>
                <a:gdLst/>
                <a:ahLst/>
                <a:cxnLst/>
                <a:rect l="l" t="t" r="r" b="b"/>
                <a:pathLst>
                  <a:path w="5041" h="3230" extrusionOk="0">
                    <a:moveTo>
                      <a:pt x="1044" y="0"/>
                    </a:moveTo>
                    <a:lnTo>
                      <a:pt x="1" y="3230"/>
                    </a:lnTo>
                    <a:lnTo>
                      <a:pt x="5041" y="3230"/>
                    </a:lnTo>
                    <a:lnTo>
                      <a:pt x="39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Google Shape;1381;p29"/>
              <p:cNvSpPr/>
              <p:nvPr/>
            </p:nvSpPr>
            <p:spPr>
              <a:xfrm>
                <a:off x="5378875" y="1055800"/>
                <a:ext cx="148325" cy="39950"/>
              </a:xfrm>
              <a:custGeom>
                <a:avLst/>
                <a:gdLst/>
                <a:ahLst/>
                <a:cxnLst/>
                <a:rect l="l" t="t" r="r" b="b"/>
                <a:pathLst>
                  <a:path w="5933" h="1598" extrusionOk="0">
                    <a:moveTo>
                      <a:pt x="0" y="1"/>
                    </a:moveTo>
                    <a:lnTo>
                      <a:pt x="0" y="1597"/>
                    </a:lnTo>
                    <a:lnTo>
                      <a:pt x="5933" y="1597"/>
                    </a:lnTo>
                    <a:lnTo>
                      <a:pt x="593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Google Shape;1382;p29"/>
              <p:cNvSpPr/>
              <p:nvPr/>
            </p:nvSpPr>
            <p:spPr>
              <a:xfrm>
                <a:off x="5492850" y="1055800"/>
                <a:ext cx="17200" cy="39950"/>
              </a:xfrm>
              <a:custGeom>
                <a:avLst/>
                <a:gdLst/>
                <a:ahLst/>
                <a:cxnLst/>
                <a:rect l="l" t="t" r="r" b="b"/>
                <a:pathLst>
                  <a:path w="688" h="1598" extrusionOk="0">
                    <a:moveTo>
                      <a:pt x="0" y="1"/>
                    </a:moveTo>
                    <a:lnTo>
                      <a:pt x="0" y="1597"/>
                    </a:lnTo>
                    <a:lnTo>
                      <a:pt x="687" y="1597"/>
                    </a:lnTo>
                    <a:lnTo>
                      <a:pt x="68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Google Shape;1383;p29"/>
              <p:cNvSpPr/>
              <p:nvPr/>
            </p:nvSpPr>
            <p:spPr>
              <a:xfrm>
                <a:off x="5390250" y="1095725"/>
                <a:ext cx="153700" cy="31025"/>
              </a:xfrm>
              <a:custGeom>
                <a:avLst/>
                <a:gdLst/>
                <a:ahLst/>
                <a:cxnLst/>
                <a:rect l="l" t="t" r="r" b="b"/>
                <a:pathLst>
                  <a:path w="6148" h="1241" extrusionOk="0">
                    <a:moveTo>
                      <a:pt x="0" y="0"/>
                    </a:moveTo>
                    <a:lnTo>
                      <a:pt x="0" y="1241"/>
                    </a:lnTo>
                    <a:lnTo>
                      <a:pt x="6147" y="1241"/>
                    </a:lnTo>
                    <a:lnTo>
                      <a:pt x="614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Google Shape;1384;p29"/>
              <p:cNvSpPr/>
              <p:nvPr/>
            </p:nvSpPr>
            <p:spPr>
              <a:xfrm>
                <a:off x="5406525" y="1095725"/>
                <a:ext cx="14750" cy="31025"/>
              </a:xfrm>
              <a:custGeom>
                <a:avLst/>
                <a:gdLst/>
                <a:ahLst/>
                <a:cxnLst/>
                <a:rect l="l" t="t" r="r" b="b"/>
                <a:pathLst>
                  <a:path w="590" h="1241" extrusionOk="0">
                    <a:moveTo>
                      <a:pt x="1" y="0"/>
                    </a:moveTo>
                    <a:lnTo>
                      <a:pt x="1" y="1241"/>
                    </a:lnTo>
                    <a:lnTo>
                      <a:pt x="589" y="1241"/>
                    </a:lnTo>
                    <a:lnTo>
                      <a:pt x="58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Google Shape;1385;p29"/>
              <p:cNvSpPr/>
              <p:nvPr/>
            </p:nvSpPr>
            <p:spPr>
              <a:xfrm>
                <a:off x="5428600" y="1095725"/>
                <a:ext cx="10300" cy="31025"/>
              </a:xfrm>
              <a:custGeom>
                <a:avLst/>
                <a:gdLst/>
                <a:ahLst/>
                <a:cxnLst/>
                <a:rect l="l" t="t" r="r" b="b"/>
                <a:pathLst>
                  <a:path w="412" h="1241" extrusionOk="0">
                    <a:moveTo>
                      <a:pt x="1" y="0"/>
                    </a:moveTo>
                    <a:lnTo>
                      <a:pt x="1" y="1241"/>
                    </a:lnTo>
                    <a:lnTo>
                      <a:pt x="411" y="1241"/>
                    </a:lnTo>
                    <a:lnTo>
                      <a:pt x="41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Google Shape;1386;p29"/>
              <p:cNvSpPr/>
              <p:nvPr/>
            </p:nvSpPr>
            <p:spPr>
              <a:xfrm>
                <a:off x="5299700" y="1138550"/>
                <a:ext cx="53100" cy="209675"/>
              </a:xfrm>
              <a:custGeom>
                <a:avLst/>
                <a:gdLst/>
                <a:ahLst/>
                <a:cxnLst/>
                <a:rect l="l" t="t" r="r" b="b"/>
                <a:pathLst>
                  <a:path w="2124" h="8387" extrusionOk="0">
                    <a:moveTo>
                      <a:pt x="866" y="0"/>
                    </a:moveTo>
                    <a:lnTo>
                      <a:pt x="9" y="8110"/>
                    </a:lnTo>
                    <a:cubicBezTo>
                      <a:pt x="1" y="8181"/>
                      <a:pt x="18" y="8252"/>
                      <a:pt x="63" y="8306"/>
                    </a:cubicBezTo>
                    <a:cubicBezTo>
                      <a:pt x="108" y="8359"/>
                      <a:pt x="179" y="8386"/>
                      <a:pt x="250" y="8386"/>
                    </a:cubicBezTo>
                    <a:cubicBezTo>
                      <a:pt x="357" y="8386"/>
                      <a:pt x="455" y="8315"/>
                      <a:pt x="482" y="8199"/>
                    </a:cubicBezTo>
                    <a:lnTo>
                      <a:pt x="2124" y="27"/>
                    </a:lnTo>
                    <a:lnTo>
                      <a:pt x="1981" y="0"/>
                    </a:lnTo>
                    <a:lnTo>
                      <a:pt x="340" y="8172"/>
                    </a:lnTo>
                    <a:cubicBezTo>
                      <a:pt x="328" y="8211"/>
                      <a:pt x="285" y="8236"/>
                      <a:pt x="244" y="8236"/>
                    </a:cubicBezTo>
                    <a:cubicBezTo>
                      <a:pt x="219" y="8236"/>
                      <a:pt x="196" y="8228"/>
                      <a:pt x="179" y="8208"/>
                    </a:cubicBezTo>
                    <a:cubicBezTo>
                      <a:pt x="161" y="8190"/>
                      <a:pt x="152" y="8163"/>
                      <a:pt x="161" y="8127"/>
                    </a:cubicBezTo>
                    <a:lnTo>
                      <a:pt x="1018" y="18"/>
                    </a:lnTo>
                    <a:lnTo>
                      <a:pt x="86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Google Shape;1387;p29"/>
              <p:cNvSpPr/>
              <p:nvPr/>
            </p:nvSpPr>
            <p:spPr>
              <a:xfrm>
                <a:off x="5634900" y="1138550"/>
                <a:ext cx="53125" cy="209675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8387" extrusionOk="0">
                    <a:moveTo>
                      <a:pt x="144" y="0"/>
                    </a:moveTo>
                    <a:lnTo>
                      <a:pt x="1" y="27"/>
                    </a:lnTo>
                    <a:lnTo>
                      <a:pt x="1642" y="8208"/>
                    </a:lnTo>
                    <a:cubicBezTo>
                      <a:pt x="1669" y="8315"/>
                      <a:pt x="1767" y="8386"/>
                      <a:pt x="1874" y="8386"/>
                    </a:cubicBezTo>
                    <a:cubicBezTo>
                      <a:pt x="1946" y="8386"/>
                      <a:pt x="2017" y="8359"/>
                      <a:pt x="2062" y="8306"/>
                    </a:cubicBezTo>
                    <a:cubicBezTo>
                      <a:pt x="2106" y="8252"/>
                      <a:pt x="2124" y="8181"/>
                      <a:pt x="2115" y="8110"/>
                    </a:cubicBezTo>
                    <a:lnTo>
                      <a:pt x="1259" y="0"/>
                    </a:lnTo>
                    <a:lnTo>
                      <a:pt x="1116" y="18"/>
                    </a:lnTo>
                    <a:lnTo>
                      <a:pt x="1972" y="8136"/>
                    </a:lnTo>
                    <a:cubicBezTo>
                      <a:pt x="1972" y="8163"/>
                      <a:pt x="1963" y="8190"/>
                      <a:pt x="1946" y="8208"/>
                    </a:cubicBezTo>
                    <a:cubicBezTo>
                      <a:pt x="1929" y="8228"/>
                      <a:pt x="1905" y="8236"/>
                      <a:pt x="1881" y="8236"/>
                    </a:cubicBezTo>
                    <a:cubicBezTo>
                      <a:pt x="1840" y="8236"/>
                      <a:pt x="1800" y="8211"/>
                      <a:pt x="1794" y="8172"/>
                    </a:cubicBezTo>
                    <a:lnTo>
                      <a:pt x="14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Google Shape;1388;p29"/>
              <p:cNvSpPr/>
              <p:nvPr/>
            </p:nvSpPr>
            <p:spPr>
              <a:xfrm>
                <a:off x="5294125" y="1126725"/>
                <a:ext cx="399675" cy="16300"/>
              </a:xfrm>
              <a:custGeom>
                <a:avLst/>
                <a:gdLst/>
                <a:ahLst/>
                <a:cxnLst/>
                <a:rect l="l" t="t" r="r" b="b"/>
                <a:pathLst>
                  <a:path w="15987" h="652" extrusionOk="0">
                    <a:moveTo>
                      <a:pt x="0" y="1"/>
                    </a:moveTo>
                    <a:lnTo>
                      <a:pt x="0" y="652"/>
                    </a:lnTo>
                    <a:lnTo>
                      <a:pt x="15987" y="652"/>
                    </a:lnTo>
                    <a:lnTo>
                      <a:pt x="1598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Google Shape;1389;p29"/>
              <p:cNvSpPr/>
              <p:nvPr/>
            </p:nvSpPr>
            <p:spPr>
              <a:xfrm>
                <a:off x="5313750" y="1065175"/>
                <a:ext cx="47525" cy="57775"/>
              </a:xfrm>
              <a:custGeom>
                <a:avLst/>
                <a:gdLst/>
                <a:ahLst/>
                <a:cxnLst/>
                <a:rect l="l" t="t" r="r" b="b"/>
                <a:pathLst>
                  <a:path w="1901" h="2311" extrusionOk="0">
                    <a:moveTo>
                      <a:pt x="1892" y="0"/>
                    </a:moveTo>
                    <a:lnTo>
                      <a:pt x="1" y="9"/>
                    </a:lnTo>
                    <a:lnTo>
                      <a:pt x="9" y="1651"/>
                    </a:lnTo>
                    <a:cubicBezTo>
                      <a:pt x="9" y="2016"/>
                      <a:pt x="313" y="2311"/>
                      <a:pt x="679" y="2311"/>
                    </a:cubicBezTo>
                    <a:lnTo>
                      <a:pt x="1241" y="2311"/>
                    </a:lnTo>
                    <a:cubicBezTo>
                      <a:pt x="1606" y="2302"/>
                      <a:pt x="1901" y="2008"/>
                      <a:pt x="1901" y="1642"/>
                    </a:cubicBezTo>
                    <a:lnTo>
                      <a:pt x="189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Google Shape;1390;p29"/>
              <p:cNvSpPr/>
              <p:nvPr/>
            </p:nvSpPr>
            <p:spPr>
              <a:xfrm>
                <a:off x="5326025" y="1120250"/>
                <a:ext cx="23000" cy="6500"/>
              </a:xfrm>
              <a:custGeom>
                <a:avLst/>
                <a:gdLst/>
                <a:ahLst/>
                <a:cxnLst/>
                <a:rect l="l" t="t" r="r" b="b"/>
                <a:pathLst>
                  <a:path w="920" h="260" extrusionOk="0">
                    <a:moveTo>
                      <a:pt x="0" y="1"/>
                    </a:moveTo>
                    <a:lnTo>
                      <a:pt x="0" y="260"/>
                    </a:lnTo>
                    <a:lnTo>
                      <a:pt x="919" y="260"/>
                    </a:lnTo>
                    <a:lnTo>
                      <a:pt x="91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Google Shape;1391;p29"/>
              <p:cNvSpPr/>
              <p:nvPr/>
            </p:nvSpPr>
            <p:spPr>
              <a:xfrm>
                <a:off x="5297250" y="1072300"/>
                <a:ext cx="40400" cy="43525"/>
              </a:xfrm>
              <a:custGeom>
                <a:avLst/>
                <a:gdLst/>
                <a:ahLst/>
                <a:cxnLst/>
                <a:rect l="l" t="t" r="r" b="b"/>
                <a:pathLst>
                  <a:path w="1616" h="1741" extrusionOk="0">
                    <a:moveTo>
                      <a:pt x="1312" y="295"/>
                    </a:moveTo>
                    <a:lnTo>
                      <a:pt x="1312" y="1446"/>
                    </a:lnTo>
                    <a:lnTo>
                      <a:pt x="509" y="1446"/>
                    </a:lnTo>
                    <a:cubicBezTo>
                      <a:pt x="393" y="1446"/>
                      <a:pt x="304" y="1348"/>
                      <a:pt x="304" y="1241"/>
                    </a:cubicBezTo>
                    <a:lnTo>
                      <a:pt x="304" y="509"/>
                    </a:lnTo>
                    <a:cubicBezTo>
                      <a:pt x="304" y="393"/>
                      <a:pt x="393" y="295"/>
                      <a:pt x="509" y="295"/>
                    </a:cubicBezTo>
                    <a:close/>
                    <a:moveTo>
                      <a:pt x="509" y="1"/>
                    </a:moveTo>
                    <a:cubicBezTo>
                      <a:pt x="232" y="1"/>
                      <a:pt x="0" y="224"/>
                      <a:pt x="0" y="509"/>
                    </a:cubicBezTo>
                    <a:lnTo>
                      <a:pt x="0" y="1241"/>
                    </a:lnTo>
                    <a:cubicBezTo>
                      <a:pt x="0" y="1517"/>
                      <a:pt x="232" y="1740"/>
                      <a:pt x="509" y="1740"/>
                    </a:cubicBezTo>
                    <a:lnTo>
                      <a:pt x="1615" y="1740"/>
                    </a:lnTo>
                    <a:lnTo>
                      <a:pt x="1615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92" name="Google Shape;1392;p29"/>
            <p:cNvGrpSpPr/>
            <p:nvPr/>
          </p:nvGrpSpPr>
          <p:grpSpPr>
            <a:xfrm>
              <a:off x="7565804" y="2778051"/>
              <a:ext cx="1009319" cy="1816776"/>
              <a:chOff x="7062459" y="2881725"/>
              <a:chExt cx="854414" cy="1537946"/>
            </a:xfrm>
          </p:grpSpPr>
          <p:sp>
            <p:nvSpPr>
              <p:cNvPr id="1393" name="Google Shape;1393;p29"/>
              <p:cNvSpPr/>
              <p:nvPr/>
            </p:nvSpPr>
            <p:spPr>
              <a:xfrm>
                <a:off x="7062459" y="3466939"/>
                <a:ext cx="308804" cy="291378"/>
              </a:xfrm>
              <a:custGeom>
                <a:avLst/>
                <a:gdLst/>
                <a:ahLst/>
                <a:cxnLst/>
                <a:rect l="l" t="t" r="r" b="b"/>
                <a:pathLst>
                  <a:path w="4640" h="4378" extrusionOk="0">
                    <a:moveTo>
                      <a:pt x="1133" y="1"/>
                    </a:moveTo>
                    <a:cubicBezTo>
                      <a:pt x="895" y="1"/>
                      <a:pt x="653" y="48"/>
                      <a:pt x="455" y="192"/>
                    </a:cubicBezTo>
                    <a:cubicBezTo>
                      <a:pt x="152" y="415"/>
                      <a:pt x="36" y="826"/>
                      <a:pt x="18" y="1209"/>
                    </a:cubicBezTo>
                    <a:cubicBezTo>
                      <a:pt x="0" y="1540"/>
                      <a:pt x="45" y="1887"/>
                      <a:pt x="170" y="2200"/>
                    </a:cubicBezTo>
                    <a:cubicBezTo>
                      <a:pt x="500" y="3029"/>
                      <a:pt x="1401" y="4037"/>
                      <a:pt x="2284" y="4296"/>
                    </a:cubicBezTo>
                    <a:cubicBezTo>
                      <a:pt x="2471" y="4353"/>
                      <a:pt x="2664" y="4378"/>
                      <a:pt x="2857" y="4378"/>
                    </a:cubicBezTo>
                    <a:cubicBezTo>
                      <a:pt x="3329" y="4378"/>
                      <a:pt x="3808" y="4232"/>
                      <a:pt x="4238" y="4055"/>
                    </a:cubicBezTo>
                    <a:cubicBezTo>
                      <a:pt x="4639" y="3547"/>
                      <a:pt x="4639" y="2806"/>
                      <a:pt x="4363" y="2209"/>
                    </a:cubicBezTo>
                    <a:cubicBezTo>
                      <a:pt x="4095" y="1620"/>
                      <a:pt x="3604" y="1165"/>
                      <a:pt x="3078" y="781"/>
                    </a:cubicBezTo>
                    <a:cubicBezTo>
                      <a:pt x="2534" y="389"/>
                      <a:pt x="1927" y="50"/>
                      <a:pt x="1258" y="5"/>
                    </a:cubicBezTo>
                    <a:cubicBezTo>
                      <a:pt x="1217" y="2"/>
                      <a:pt x="1175" y="1"/>
                      <a:pt x="113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Google Shape;1394;p29"/>
              <p:cNvSpPr/>
              <p:nvPr/>
            </p:nvSpPr>
            <p:spPr>
              <a:xfrm>
                <a:off x="7574258" y="3216162"/>
                <a:ext cx="291567" cy="377034"/>
              </a:xfrm>
              <a:custGeom>
                <a:avLst/>
                <a:gdLst/>
                <a:ahLst/>
                <a:cxnLst/>
                <a:rect l="l" t="t" r="r" b="b"/>
                <a:pathLst>
                  <a:path w="4381" h="5665" extrusionOk="0">
                    <a:moveTo>
                      <a:pt x="2908" y="1"/>
                    </a:moveTo>
                    <a:cubicBezTo>
                      <a:pt x="2556" y="1"/>
                      <a:pt x="2195" y="139"/>
                      <a:pt x="1909" y="347"/>
                    </a:cubicBezTo>
                    <a:cubicBezTo>
                      <a:pt x="910" y="1079"/>
                      <a:pt x="250" y="2355"/>
                      <a:pt x="98" y="3541"/>
                    </a:cubicBezTo>
                    <a:cubicBezTo>
                      <a:pt x="0" y="4317"/>
                      <a:pt x="223" y="5165"/>
                      <a:pt x="839" y="5655"/>
                    </a:cubicBezTo>
                    <a:cubicBezTo>
                      <a:pt x="895" y="5661"/>
                      <a:pt x="950" y="5664"/>
                      <a:pt x="1005" y="5664"/>
                    </a:cubicBezTo>
                    <a:cubicBezTo>
                      <a:pt x="1596" y="5664"/>
                      <a:pt x="2118" y="5323"/>
                      <a:pt x="2543" y="4915"/>
                    </a:cubicBezTo>
                    <a:cubicBezTo>
                      <a:pt x="3301" y="4175"/>
                      <a:pt x="4050" y="3256"/>
                      <a:pt x="4238" y="2194"/>
                    </a:cubicBezTo>
                    <a:cubicBezTo>
                      <a:pt x="4381" y="1382"/>
                      <a:pt x="4122" y="276"/>
                      <a:pt x="3203" y="35"/>
                    </a:cubicBezTo>
                    <a:cubicBezTo>
                      <a:pt x="3107" y="12"/>
                      <a:pt x="3008" y="1"/>
                      <a:pt x="290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Google Shape;1395;p29"/>
              <p:cNvSpPr/>
              <p:nvPr/>
            </p:nvSpPr>
            <p:spPr>
              <a:xfrm>
                <a:off x="7450734" y="2881725"/>
                <a:ext cx="304078" cy="436068"/>
              </a:xfrm>
              <a:custGeom>
                <a:avLst/>
                <a:gdLst/>
                <a:ahLst/>
                <a:cxnLst/>
                <a:rect l="l" t="t" r="r" b="b"/>
                <a:pathLst>
                  <a:path w="4569" h="6552" extrusionOk="0">
                    <a:moveTo>
                      <a:pt x="3276" y="1"/>
                    </a:moveTo>
                    <a:cubicBezTo>
                      <a:pt x="3070" y="1"/>
                      <a:pt x="2857" y="45"/>
                      <a:pt x="2668" y="118"/>
                    </a:cubicBezTo>
                    <a:cubicBezTo>
                      <a:pt x="1856" y="448"/>
                      <a:pt x="1116" y="1215"/>
                      <a:pt x="723" y="1911"/>
                    </a:cubicBezTo>
                    <a:cubicBezTo>
                      <a:pt x="1" y="3205"/>
                      <a:pt x="45" y="4784"/>
                      <a:pt x="652" y="6042"/>
                    </a:cubicBezTo>
                    <a:cubicBezTo>
                      <a:pt x="759" y="6265"/>
                      <a:pt x="1098" y="6479"/>
                      <a:pt x="1357" y="6550"/>
                    </a:cubicBezTo>
                    <a:cubicBezTo>
                      <a:pt x="1382" y="6551"/>
                      <a:pt x="1408" y="6551"/>
                      <a:pt x="1433" y="6551"/>
                    </a:cubicBezTo>
                    <a:cubicBezTo>
                      <a:pt x="2072" y="6551"/>
                      <a:pt x="2544" y="6336"/>
                      <a:pt x="2802" y="6104"/>
                    </a:cubicBezTo>
                    <a:cubicBezTo>
                      <a:pt x="2927" y="5997"/>
                      <a:pt x="3043" y="5881"/>
                      <a:pt x="3150" y="5756"/>
                    </a:cubicBezTo>
                    <a:cubicBezTo>
                      <a:pt x="3864" y="4971"/>
                      <a:pt x="4310" y="3999"/>
                      <a:pt x="4470" y="3008"/>
                    </a:cubicBezTo>
                    <a:cubicBezTo>
                      <a:pt x="4559" y="2518"/>
                      <a:pt x="4568" y="2009"/>
                      <a:pt x="4488" y="1519"/>
                    </a:cubicBezTo>
                    <a:cubicBezTo>
                      <a:pt x="4417" y="1073"/>
                      <a:pt x="4310" y="457"/>
                      <a:pt x="3881" y="172"/>
                    </a:cubicBezTo>
                    <a:cubicBezTo>
                      <a:pt x="3711" y="51"/>
                      <a:pt x="3497" y="1"/>
                      <a:pt x="327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Google Shape;1396;p29"/>
              <p:cNvSpPr/>
              <p:nvPr/>
            </p:nvSpPr>
            <p:spPr>
              <a:xfrm>
                <a:off x="7662709" y="3522978"/>
                <a:ext cx="254164" cy="221761"/>
              </a:xfrm>
              <a:custGeom>
                <a:avLst/>
                <a:gdLst/>
                <a:ahLst/>
                <a:cxnLst/>
                <a:rect l="l" t="t" r="r" b="b"/>
                <a:pathLst>
                  <a:path w="3819" h="3332" extrusionOk="0">
                    <a:moveTo>
                      <a:pt x="2849" y="0"/>
                    </a:moveTo>
                    <a:cubicBezTo>
                      <a:pt x="2416" y="0"/>
                      <a:pt x="1937" y="147"/>
                      <a:pt x="1580" y="341"/>
                    </a:cubicBezTo>
                    <a:cubicBezTo>
                      <a:pt x="768" y="796"/>
                      <a:pt x="206" y="1670"/>
                      <a:pt x="36" y="2562"/>
                    </a:cubicBezTo>
                    <a:cubicBezTo>
                      <a:pt x="1" y="2714"/>
                      <a:pt x="81" y="2946"/>
                      <a:pt x="179" y="3071"/>
                    </a:cubicBezTo>
                    <a:cubicBezTo>
                      <a:pt x="438" y="3264"/>
                      <a:pt x="696" y="3331"/>
                      <a:pt x="899" y="3331"/>
                    </a:cubicBezTo>
                    <a:cubicBezTo>
                      <a:pt x="948" y="3331"/>
                      <a:pt x="994" y="3327"/>
                      <a:pt x="1035" y="3320"/>
                    </a:cubicBezTo>
                    <a:cubicBezTo>
                      <a:pt x="1133" y="3302"/>
                      <a:pt x="1232" y="3276"/>
                      <a:pt x="1321" y="3249"/>
                    </a:cubicBezTo>
                    <a:cubicBezTo>
                      <a:pt x="1954" y="3062"/>
                      <a:pt x="2525" y="2678"/>
                      <a:pt x="2962" y="2196"/>
                    </a:cubicBezTo>
                    <a:cubicBezTo>
                      <a:pt x="3185" y="1964"/>
                      <a:pt x="3373" y="1688"/>
                      <a:pt x="3515" y="1402"/>
                    </a:cubicBezTo>
                    <a:cubicBezTo>
                      <a:pt x="3649" y="1135"/>
                      <a:pt x="3819" y="760"/>
                      <a:pt x="3721" y="466"/>
                    </a:cubicBezTo>
                    <a:cubicBezTo>
                      <a:pt x="3649" y="225"/>
                      <a:pt x="3408" y="73"/>
                      <a:pt x="3159" y="28"/>
                    </a:cubicBezTo>
                    <a:cubicBezTo>
                      <a:pt x="3060" y="9"/>
                      <a:pt x="2956" y="0"/>
                      <a:pt x="284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Google Shape;1397;p29"/>
              <p:cNvSpPr/>
              <p:nvPr/>
            </p:nvSpPr>
            <p:spPr>
              <a:xfrm>
                <a:off x="7119429" y="3126845"/>
                <a:ext cx="328437" cy="353873"/>
              </a:xfrm>
              <a:custGeom>
                <a:avLst/>
                <a:gdLst/>
                <a:ahLst/>
                <a:cxnLst/>
                <a:rect l="l" t="t" r="r" b="b"/>
                <a:pathLst>
                  <a:path w="4935" h="5317" extrusionOk="0">
                    <a:moveTo>
                      <a:pt x="1509" y="0"/>
                    </a:moveTo>
                    <a:cubicBezTo>
                      <a:pt x="1046" y="0"/>
                      <a:pt x="605" y="152"/>
                      <a:pt x="304" y="539"/>
                    </a:cubicBezTo>
                    <a:cubicBezTo>
                      <a:pt x="1" y="940"/>
                      <a:pt x="81" y="1520"/>
                      <a:pt x="242" y="2002"/>
                    </a:cubicBezTo>
                    <a:cubicBezTo>
                      <a:pt x="652" y="3206"/>
                      <a:pt x="1482" y="4268"/>
                      <a:pt x="2570" y="4955"/>
                    </a:cubicBezTo>
                    <a:cubicBezTo>
                      <a:pt x="2894" y="5160"/>
                      <a:pt x="3306" y="5316"/>
                      <a:pt x="3695" y="5316"/>
                    </a:cubicBezTo>
                    <a:cubicBezTo>
                      <a:pt x="4067" y="5316"/>
                      <a:pt x="4418" y="5173"/>
                      <a:pt x="4649" y="4794"/>
                    </a:cubicBezTo>
                    <a:cubicBezTo>
                      <a:pt x="4934" y="4312"/>
                      <a:pt x="4738" y="3554"/>
                      <a:pt x="4622" y="3037"/>
                    </a:cubicBezTo>
                    <a:cubicBezTo>
                      <a:pt x="4488" y="2430"/>
                      <a:pt x="4256" y="1841"/>
                      <a:pt x="3899" y="1342"/>
                    </a:cubicBezTo>
                    <a:cubicBezTo>
                      <a:pt x="3667" y="1011"/>
                      <a:pt x="3382" y="717"/>
                      <a:pt x="3034" y="485"/>
                    </a:cubicBezTo>
                    <a:cubicBezTo>
                      <a:pt x="2621" y="206"/>
                      <a:pt x="2050" y="0"/>
                      <a:pt x="150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Google Shape;1398;p29"/>
              <p:cNvSpPr/>
              <p:nvPr/>
            </p:nvSpPr>
            <p:spPr>
              <a:xfrm>
                <a:off x="7236431" y="3197127"/>
                <a:ext cx="227410" cy="732105"/>
              </a:xfrm>
              <a:custGeom>
                <a:avLst/>
                <a:gdLst/>
                <a:ahLst/>
                <a:cxnLst/>
                <a:rect l="l" t="t" r="r" b="b"/>
                <a:pathLst>
                  <a:path w="3417" h="11000" extrusionOk="0">
                    <a:moveTo>
                      <a:pt x="72" y="0"/>
                    </a:moveTo>
                    <a:lnTo>
                      <a:pt x="0" y="89"/>
                    </a:lnTo>
                    <a:cubicBezTo>
                      <a:pt x="1445" y="1258"/>
                      <a:pt x="2382" y="3649"/>
                      <a:pt x="2775" y="5486"/>
                    </a:cubicBezTo>
                    <a:cubicBezTo>
                      <a:pt x="3167" y="7297"/>
                      <a:pt x="3239" y="9180"/>
                      <a:pt x="3310" y="11000"/>
                    </a:cubicBezTo>
                    <a:lnTo>
                      <a:pt x="3417" y="11000"/>
                    </a:lnTo>
                    <a:cubicBezTo>
                      <a:pt x="3355" y="9171"/>
                      <a:pt x="3274" y="7280"/>
                      <a:pt x="2891" y="5460"/>
                    </a:cubicBezTo>
                    <a:cubicBezTo>
                      <a:pt x="2489" y="3604"/>
                      <a:pt x="1544" y="1195"/>
                      <a:pt x="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Google Shape;1399;p29"/>
              <p:cNvSpPr/>
              <p:nvPr/>
            </p:nvSpPr>
            <p:spPr>
              <a:xfrm>
                <a:off x="7537454" y="3340219"/>
                <a:ext cx="214366" cy="689976"/>
              </a:xfrm>
              <a:custGeom>
                <a:avLst/>
                <a:gdLst/>
                <a:ahLst/>
                <a:cxnLst/>
                <a:rect l="l" t="t" r="r" b="b"/>
                <a:pathLst>
                  <a:path w="3221" h="10367" extrusionOk="0">
                    <a:moveTo>
                      <a:pt x="3131" y="0"/>
                    </a:moveTo>
                    <a:cubicBezTo>
                      <a:pt x="1695" y="1972"/>
                      <a:pt x="27" y="5861"/>
                      <a:pt x="0" y="10366"/>
                    </a:cubicBezTo>
                    <a:lnTo>
                      <a:pt x="116" y="10366"/>
                    </a:lnTo>
                    <a:cubicBezTo>
                      <a:pt x="134" y="5888"/>
                      <a:pt x="1802" y="2016"/>
                      <a:pt x="3221" y="62"/>
                    </a:cubicBezTo>
                    <a:lnTo>
                      <a:pt x="313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Google Shape;1400;p29"/>
              <p:cNvSpPr/>
              <p:nvPr/>
            </p:nvSpPr>
            <p:spPr>
              <a:xfrm>
                <a:off x="7501249" y="2963188"/>
                <a:ext cx="150276" cy="1042651"/>
              </a:xfrm>
              <a:custGeom>
                <a:avLst/>
                <a:gdLst/>
                <a:ahLst/>
                <a:cxnLst/>
                <a:rect l="l" t="t" r="r" b="b"/>
                <a:pathLst>
                  <a:path w="2258" h="15666" extrusionOk="0">
                    <a:moveTo>
                      <a:pt x="2159" y="0"/>
                    </a:moveTo>
                    <a:cubicBezTo>
                      <a:pt x="0" y="4568"/>
                      <a:pt x="36" y="9251"/>
                      <a:pt x="80" y="14684"/>
                    </a:cubicBezTo>
                    <a:lnTo>
                      <a:pt x="89" y="15665"/>
                    </a:lnTo>
                    <a:lnTo>
                      <a:pt x="205" y="15665"/>
                    </a:lnTo>
                    <a:lnTo>
                      <a:pt x="196" y="14684"/>
                    </a:lnTo>
                    <a:cubicBezTo>
                      <a:pt x="152" y="9269"/>
                      <a:pt x="116" y="4586"/>
                      <a:pt x="2257" y="45"/>
                    </a:cubicBezTo>
                    <a:lnTo>
                      <a:pt x="215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Google Shape;1401;p29"/>
              <p:cNvSpPr/>
              <p:nvPr/>
            </p:nvSpPr>
            <p:spPr>
              <a:xfrm>
                <a:off x="7148513" y="3554525"/>
                <a:ext cx="281517" cy="467948"/>
              </a:xfrm>
              <a:custGeom>
                <a:avLst/>
                <a:gdLst/>
                <a:ahLst/>
                <a:cxnLst/>
                <a:rect l="l" t="t" r="r" b="b"/>
                <a:pathLst>
                  <a:path w="4230" h="7031" extrusionOk="0">
                    <a:moveTo>
                      <a:pt x="54" y="0"/>
                    </a:moveTo>
                    <a:lnTo>
                      <a:pt x="1" y="99"/>
                    </a:lnTo>
                    <a:cubicBezTo>
                      <a:pt x="2508" y="1374"/>
                      <a:pt x="4114" y="4229"/>
                      <a:pt x="3908" y="7021"/>
                    </a:cubicBezTo>
                    <a:lnTo>
                      <a:pt x="4024" y="7030"/>
                    </a:lnTo>
                    <a:cubicBezTo>
                      <a:pt x="4229" y="4193"/>
                      <a:pt x="2597" y="1303"/>
                      <a:pt x="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Google Shape;1402;p29"/>
              <p:cNvSpPr/>
              <p:nvPr/>
            </p:nvSpPr>
            <p:spPr>
              <a:xfrm>
                <a:off x="7546372" y="3604973"/>
                <a:ext cx="255894" cy="464953"/>
              </a:xfrm>
              <a:custGeom>
                <a:avLst/>
                <a:gdLst/>
                <a:ahLst/>
                <a:cxnLst/>
                <a:rect l="l" t="t" r="r" b="b"/>
                <a:pathLst>
                  <a:path w="3845" h="6986" extrusionOk="0">
                    <a:moveTo>
                      <a:pt x="3800" y="1"/>
                    </a:moveTo>
                    <a:cubicBezTo>
                      <a:pt x="1240" y="1214"/>
                      <a:pt x="152" y="4515"/>
                      <a:pt x="0" y="6977"/>
                    </a:cubicBezTo>
                    <a:lnTo>
                      <a:pt x="116" y="6986"/>
                    </a:lnTo>
                    <a:cubicBezTo>
                      <a:pt x="268" y="4550"/>
                      <a:pt x="1338" y="1294"/>
                      <a:pt x="3845" y="99"/>
                    </a:cubicBezTo>
                    <a:lnTo>
                      <a:pt x="3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29"/>
              <p:cNvSpPr/>
              <p:nvPr/>
            </p:nvSpPr>
            <p:spPr>
              <a:xfrm>
                <a:off x="7277361" y="3878113"/>
                <a:ext cx="476849" cy="541558"/>
              </a:xfrm>
              <a:custGeom>
                <a:avLst/>
                <a:gdLst/>
                <a:ahLst/>
                <a:cxnLst/>
                <a:rect l="l" t="t" r="r" b="b"/>
                <a:pathLst>
                  <a:path w="7165" h="8137" extrusionOk="0">
                    <a:moveTo>
                      <a:pt x="1" y="0"/>
                    </a:moveTo>
                    <a:lnTo>
                      <a:pt x="1" y="2043"/>
                    </a:lnTo>
                    <a:cubicBezTo>
                      <a:pt x="1" y="7342"/>
                      <a:pt x="1705" y="8136"/>
                      <a:pt x="1705" y="8136"/>
                    </a:cubicBezTo>
                    <a:lnTo>
                      <a:pt x="5460" y="8136"/>
                    </a:lnTo>
                    <a:cubicBezTo>
                      <a:pt x="5460" y="8136"/>
                      <a:pt x="7164" y="7342"/>
                      <a:pt x="7164" y="2043"/>
                    </a:cubicBezTo>
                    <a:lnTo>
                      <a:pt x="716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04" name="Google Shape;1404;p29"/>
            <p:cNvGrpSpPr/>
            <p:nvPr/>
          </p:nvGrpSpPr>
          <p:grpSpPr>
            <a:xfrm>
              <a:off x="6538214" y="4628582"/>
              <a:ext cx="830058" cy="159799"/>
              <a:chOff x="6538214" y="4628582"/>
              <a:chExt cx="830058" cy="159799"/>
            </a:xfrm>
          </p:grpSpPr>
          <p:sp>
            <p:nvSpPr>
              <p:cNvPr id="1405" name="Google Shape;1405;p29"/>
              <p:cNvSpPr/>
              <p:nvPr/>
            </p:nvSpPr>
            <p:spPr>
              <a:xfrm>
                <a:off x="6538214" y="4718830"/>
                <a:ext cx="343211" cy="51114"/>
              </a:xfrm>
              <a:custGeom>
                <a:avLst/>
                <a:gdLst/>
                <a:ahLst/>
                <a:cxnLst/>
                <a:rect l="l" t="t" r="r" b="b"/>
                <a:pathLst>
                  <a:path w="5157" h="768" extrusionOk="0">
                    <a:moveTo>
                      <a:pt x="0" y="1"/>
                    </a:moveTo>
                    <a:lnTo>
                      <a:pt x="0" y="768"/>
                    </a:lnTo>
                    <a:lnTo>
                      <a:pt x="5156" y="768"/>
                    </a:lnTo>
                    <a:lnTo>
                      <a:pt x="515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Google Shape;1406;p29"/>
              <p:cNvSpPr/>
              <p:nvPr/>
            </p:nvSpPr>
            <p:spPr>
              <a:xfrm>
                <a:off x="6577347" y="4718830"/>
                <a:ext cx="18502" cy="5111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768" extrusionOk="0">
                    <a:moveTo>
                      <a:pt x="1" y="1"/>
                    </a:moveTo>
                    <a:lnTo>
                      <a:pt x="1" y="768"/>
                    </a:lnTo>
                    <a:lnTo>
                      <a:pt x="277" y="768"/>
                    </a:lnTo>
                    <a:lnTo>
                      <a:pt x="27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Google Shape;1407;p29"/>
              <p:cNvSpPr/>
              <p:nvPr/>
            </p:nvSpPr>
            <p:spPr>
              <a:xfrm>
                <a:off x="6839237" y="4718830"/>
                <a:ext cx="18435" cy="51114"/>
              </a:xfrm>
              <a:custGeom>
                <a:avLst/>
                <a:gdLst/>
                <a:ahLst/>
                <a:cxnLst/>
                <a:rect l="l" t="t" r="r" b="b"/>
                <a:pathLst>
                  <a:path w="277" h="768" extrusionOk="0">
                    <a:moveTo>
                      <a:pt x="0" y="1"/>
                    </a:moveTo>
                    <a:lnTo>
                      <a:pt x="0" y="768"/>
                    </a:lnTo>
                    <a:lnTo>
                      <a:pt x="277" y="768"/>
                    </a:lnTo>
                    <a:lnTo>
                      <a:pt x="27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29"/>
              <p:cNvSpPr/>
              <p:nvPr/>
            </p:nvSpPr>
            <p:spPr>
              <a:xfrm>
                <a:off x="6608827" y="4718830"/>
                <a:ext cx="8985" cy="51114"/>
              </a:xfrm>
              <a:custGeom>
                <a:avLst/>
                <a:gdLst/>
                <a:ahLst/>
                <a:cxnLst/>
                <a:rect l="l" t="t" r="r" b="b"/>
                <a:pathLst>
                  <a:path w="135" h="768" extrusionOk="0">
                    <a:moveTo>
                      <a:pt x="1" y="1"/>
                    </a:moveTo>
                    <a:lnTo>
                      <a:pt x="1" y="768"/>
                    </a:lnTo>
                    <a:lnTo>
                      <a:pt x="134" y="768"/>
                    </a:lnTo>
                    <a:lnTo>
                      <a:pt x="13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29"/>
              <p:cNvSpPr/>
              <p:nvPr/>
            </p:nvSpPr>
            <p:spPr>
              <a:xfrm>
                <a:off x="6881366" y="4648748"/>
                <a:ext cx="137830" cy="121197"/>
              </a:xfrm>
              <a:custGeom>
                <a:avLst/>
                <a:gdLst/>
                <a:ahLst/>
                <a:cxnLst/>
                <a:rect l="l" t="t" r="r" b="b"/>
                <a:pathLst>
                  <a:path w="2071" h="1821" extrusionOk="0">
                    <a:moveTo>
                      <a:pt x="2070" y="1"/>
                    </a:moveTo>
                    <a:lnTo>
                      <a:pt x="0" y="1054"/>
                    </a:lnTo>
                    <a:lnTo>
                      <a:pt x="0" y="1821"/>
                    </a:lnTo>
                    <a:lnTo>
                      <a:pt x="2070" y="768"/>
                    </a:lnTo>
                    <a:lnTo>
                      <a:pt x="207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29"/>
              <p:cNvSpPr/>
              <p:nvPr/>
            </p:nvSpPr>
            <p:spPr>
              <a:xfrm>
                <a:off x="6881366" y="4661260"/>
                <a:ext cx="137830" cy="96239"/>
              </a:xfrm>
              <a:custGeom>
                <a:avLst/>
                <a:gdLst/>
                <a:ahLst/>
                <a:cxnLst/>
                <a:rect l="l" t="t" r="r" b="b"/>
                <a:pathLst>
                  <a:path w="2071" h="1446" extrusionOk="0">
                    <a:moveTo>
                      <a:pt x="2070" y="0"/>
                    </a:moveTo>
                    <a:lnTo>
                      <a:pt x="0" y="1053"/>
                    </a:lnTo>
                    <a:lnTo>
                      <a:pt x="0" y="1445"/>
                    </a:lnTo>
                    <a:lnTo>
                      <a:pt x="2070" y="393"/>
                    </a:lnTo>
                    <a:lnTo>
                      <a:pt x="207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Google Shape;1411;p29"/>
              <p:cNvSpPr/>
              <p:nvPr/>
            </p:nvSpPr>
            <p:spPr>
              <a:xfrm>
                <a:off x="6538214" y="4648748"/>
                <a:ext cx="480975" cy="70149"/>
              </a:xfrm>
              <a:custGeom>
                <a:avLst/>
                <a:gdLst/>
                <a:ahLst/>
                <a:cxnLst/>
                <a:rect l="l" t="t" r="r" b="b"/>
                <a:pathLst>
                  <a:path w="7227" h="1054" extrusionOk="0">
                    <a:moveTo>
                      <a:pt x="2070" y="1"/>
                    </a:moveTo>
                    <a:lnTo>
                      <a:pt x="0" y="1054"/>
                    </a:lnTo>
                    <a:lnTo>
                      <a:pt x="5156" y="1054"/>
                    </a:lnTo>
                    <a:lnTo>
                      <a:pt x="722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Google Shape;1412;p29"/>
              <p:cNvSpPr/>
              <p:nvPr/>
            </p:nvSpPr>
            <p:spPr>
              <a:xfrm>
                <a:off x="6809487" y="4659463"/>
                <a:ext cx="156265" cy="48186"/>
              </a:xfrm>
              <a:custGeom>
                <a:avLst/>
                <a:gdLst/>
                <a:ahLst/>
                <a:cxnLst/>
                <a:rect l="l" t="t" r="r" b="b"/>
                <a:pathLst>
                  <a:path w="2348" h="724" extrusionOk="0">
                    <a:moveTo>
                      <a:pt x="1411" y="0"/>
                    </a:moveTo>
                    <a:lnTo>
                      <a:pt x="1" y="723"/>
                    </a:lnTo>
                    <a:lnTo>
                      <a:pt x="929" y="723"/>
                    </a:lnTo>
                    <a:lnTo>
                      <a:pt x="234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Google Shape;1413;p29"/>
              <p:cNvSpPr/>
              <p:nvPr/>
            </p:nvSpPr>
            <p:spPr>
              <a:xfrm>
                <a:off x="6762633" y="4659463"/>
                <a:ext cx="113472" cy="48186"/>
              </a:xfrm>
              <a:custGeom>
                <a:avLst/>
                <a:gdLst/>
                <a:ahLst/>
                <a:cxnLst/>
                <a:rect l="l" t="t" r="r" b="b"/>
                <a:pathLst>
                  <a:path w="1705" h="724" extrusionOk="0">
                    <a:moveTo>
                      <a:pt x="1410" y="0"/>
                    </a:moveTo>
                    <a:lnTo>
                      <a:pt x="0" y="723"/>
                    </a:lnTo>
                    <a:lnTo>
                      <a:pt x="286" y="723"/>
                    </a:lnTo>
                    <a:lnTo>
                      <a:pt x="170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29"/>
              <p:cNvSpPr/>
              <p:nvPr/>
            </p:nvSpPr>
            <p:spPr>
              <a:xfrm>
                <a:off x="6931215" y="4692741"/>
                <a:ext cx="311798" cy="95640"/>
              </a:xfrm>
              <a:custGeom>
                <a:avLst/>
                <a:gdLst/>
                <a:ahLst/>
                <a:cxnLst/>
                <a:rect l="l" t="t" r="r" b="b"/>
                <a:pathLst>
                  <a:path w="4685" h="1437" extrusionOk="0">
                    <a:moveTo>
                      <a:pt x="1" y="0"/>
                    </a:moveTo>
                    <a:lnTo>
                      <a:pt x="1" y="1436"/>
                    </a:lnTo>
                    <a:lnTo>
                      <a:pt x="4684" y="1436"/>
                    </a:lnTo>
                    <a:lnTo>
                      <a:pt x="468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29"/>
              <p:cNvSpPr/>
              <p:nvPr/>
            </p:nvSpPr>
            <p:spPr>
              <a:xfrm>
                <a:off x="7204352" y="4692741"/>
                <a:ext cx="16705" cy="95640"/>
              </a:xfrm>
              <a:custGeom>
                <a:avLst/>
                <a:gdLst/>
                <a:ahLst/>
                <a:cxnLst/>
                <a:rect l="l" t="t" r="r" b="b"/>
                <a:pathLst>
                  <a:path w="251" h="1437" extrusionOk="0">
                    <a:moveTo>
                      <a:pt x="0" y="0"/>
                    </a:moveTo>
                    <a:lnTo>
                      <a:pt x="0" y="1436"/>
                    </a:lnTo>
                    <a:lnTo>
                      <a:pt x="250" y="1436"/>
                    </a:lnTo>
                    <a:lnTo>
                      <a:pt x="25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29"/>
              <p:cNvSpPr/>
              <p:nvPr/>
            </p:nvSpPr>
            <p:spPr>
              <a:xfrm>
                <a:off x="6995373" y="4692741"/>
                <a:ext cx="8386" cy="95640"/>
              </a:xfrm>
              <a:custGeom>
                <a:avLst/>
                <a:gdLst/>
                <a:ahLst/>
                <a:cxnLst/>
                <a:rect l="l" t="t" r="r" b="b"/>
                <a:pathLst>
                  <a:path w="126" h="1437" extrusionOk="0">
                    <a:moveTo>
                      <a:pt x="0" y="0"/>
                    </a:moveTo>
                    <a:lnTo>
                      <a:pt x="0" y="1436"/>
                    </a:lnTo>
                    <a:lnTo>
                      <a:pt x="125" y="1436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29"/>
              <p:cNvSpPr/>
              <p:nvPr/>
            </p:nvSpPr>
            <p:spPr>
              <a:xfrm>
                <a:off x="7242953" y="4628582"/>
                <a:ext cx="125318" cy="159799"/>
              </a:xfrm>
              <a:custGeom>
                <a:avLst/>
                <a:gdLst/>
                <a:ahLst/>
                <a:cxnLst/>
                <a:rect l="l" t="t" r="r" b="b"/>
                <a:pathLst>
                  <a:path w="1883" h="2401" extrusionOk="0">
                    <a:moveTo>
                      <a:pt x="1883" y="1"/>
                    </a:moveTo>
                    <a:lnTo>
                      <a:pt x="0" y="964"/>
                    </a:lnTo>
                    <a:lnTo>
                      <a:pt x="0" y="2400"/>
                    </a:lnTo>
                    <a:lnTo>
                      <a:pt x="1883" y="1446"/>
                    </a:lnTo>
                    <a:lnTo>
                      <a:pt x="188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Google Shape;1418;p29"/>
              <p:cNvSpPr/>
              <p:nvPr/>
            </p:nvSpPr>
            <p:spPr>
              <a:xfrm>
                <a:off x="7242953" y="4640429"/>
                <a:ext cx="125318" cy="136637"/>
              </a:xfrm>
              <a:custGeom>
                <a:avLst/>
                <a:gdLst/>
                <a:ahLst/>
                <a:cxnLst/>
                <a:rect l="l" t="t" r="r" b="b"/>
                <a:pathLst>
                  <a:path w="1883" h="2053" extrusionOk="0">
                    <a:moveTo>
                      <a:pt x="1883" y="1"/>
                    </a:moveTo>
                    <a:lnTo>
                      <a:pt x="0" y="956"/>
                    </a:lnTo>
                    <a:lnTo>
                      <a:pt x="0" y="2053"/>
                    </a:lnTo>
                    <a:lnTo>
                      <a:pt x="1883" y="1089"/>
                    </a:lnTo>
                    <a:lnTo>
                      <a:pt x="188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Google Shape;1419;p29"/>
              <p:cNvSpPr/>
              <p:nvPr/>
            </p:nvSpPr>
            <p:spPr>
              <a:xfrm>
                <a:off x="6931215" y="4628582"/>
                <a:ext cx="437050" cy="64226"/>
              </a:xfrm>
              <a:custGeom>
                <a:avLst/>
                <a:gdLst/>
                <a:ahLst/>
                <a:cxnLst/>
                <a:rect l="l" t="t" r="r" b="b"/>
                <a:pathLst>
                  <a:path w="6567" h="965" extrusionOk="0">
                    <a:moveTo>
                      <a:pt x="1883" y="1"/>
                    </a:moveTo>
                    <a:lnTo>
                      <a:pt x="1" y="964"/>
                    </a:lnTo>
                    <a:lnTo>
                      <a:pt x="4684" y="964"/>
                    </a:lnTo>
                    <a:lnTo>
                      <a:pt x="656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Google Shape;1420;p29"/>
              <p:cNvSpPr/>
              <p:nvPr/>
            </p:nvSpPr>
            <p:spPr>
              <a:xfrm>
                <a:off x="7003692" y="4638698"/>
                <a:ext cx="145484" cy="43993"/>
              </a:xfrm>
              <a:custGeom>
                <a:avLst/>
                <a:gdLst/>
                <a:ahLst/>
                <a:cxnLst/>
                <a:rect l="l" t="t" r="r" b="b"/>
                <a:pathLst>
                  <a:path w="2186" h="661" extrusionOk="0">
                    <a:moveTo>
                      <a:pt x="1285" y="0"/>
                    </a:moveTo>
                    <a:lnTo>
                      <a:pt x="0" y="660"/>
                    </a:lnTo>
                    <a:lnTo>
                      <a:pt x="901" y="660"/>
                    </a:lnTo>
                    <a:lnTo>
                      <a:pt x="218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21" name="Google Shape;1421;p29"/>
            <p:cNvGrpSpPr/>
            <p:nvPr/>
          </p:nvGrpSpPr>
          <p:grpSpPr>
            <a:xfrm>
              <a:off x="6268844" y="4687811"/>
              <a:ext cx="202130" cy="157871"/>
              <a:chOff x="6209238" y="4667184"/>
              <a:chExt cx="171108" cy="133642"/>
            </a:xfrm>
          </p:grpSpPr>
          <p:sp>
            <p:nvSpPr>
              <p:cNvPr id="1422" name="Google Shape;1422;p29"/>
              <p:cNvSpPr/>
              <p:nvPr/>
            </p:nvSpPr>
            <p:spPr>
              <a:xfrm>
                <a:off x="6209238" y="4667184"/>
                <a:ext cx="133105" cy="125323"/>
              </a:xfrm>
              <a:custGeom>
                <a:avLst/>
                <a:gdLst/>
                <a:ahLst/>
                <a:cxnLst/>
                <a:rect l="l" t="t" r="r" b="b"/>
                <a:pathLst>
                  <a:path w="2000" h="1883" extrusionOk="0">
                    <a:moveTo>
                      <a:pt x="10" y="0"/>
                    </a:moveTo>
                    <a:lnTo>
                      <a:pt x="10" y="1330"/>
                    </a:lnTo>
                    <a:cubicBezTo>
                      <a:pt x="1" y="1633"/>
                      <a:pt x="251" y="1874"/>
                      <a:pt x="545" y="1883"/>
                    </a:cubicBezTo>
                    <a:lnTo>
                      <a:pt x="1446" y="1883"/>
                    </a:lnTo>
                    <a:cubicBezTo>
                      <a:pt x="1749" y="1883"/>
                      <a:pt x="1999" y="1642"/>
                      <a:pt x="1999" y="1339"/>
                    </a:cubicBezTo>
                    <a:lnTo>
                      <a:pt x="199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6235992" y="4786516"/>
                <a:ext cx="80196" cy="14309"/>
              </a:xfrm>
              <a:custGeom>
                <a:avLst/>
                <a:gdLst/>
                <a:ahLst/>
                <a:cxnLst/>
                <a:rect l="l" t="t" r="r" b="b"/>
                <a:pathLst>
                  <a:path w="1205" h="215" extrusionOk="0">
                    <a:moveTo>
                      <a:pt x="0" y="1"/>
                    </a:moveTo>
                    <a:lnTo>
                      <a:pt x="0" y="215"/>
                    </a:lnTo>
                    <a:lnTo>
                      <a:pt x="1205" y="215"/>
                    </a:lnTo>
                    <a:lnTo>
                      <a:pt x="1205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6289435" y="4680827"/>
                <a:ext cx="90911" cy="98036"/>
              </a:xfrm>
              <a:custGeom>
                <a:avLst/>
                <a:gdLst/>
                <a:ahLst/>
                <a:cxnLst/>
                <a:rect l="l" t="t" r="r" b="b"/>
                <a:pathLst>
                  <a:path w="1366" h="1473" extrusionOk="0">
                    <a:moveTo>
                      <a:pt x="928" y="295"/>
                    </a:moveTo>
                    <a:cubicBezTo>
                      <a:pt x="999" y="295"/>
                      <a:pt x="1062" y="357"/>
                      <a:pt x="1062" y="438"/>
                    </a:cubicBezTo>
                    <a:lnTo>
                      <a:pt x="1062" y="1035"/>
                    </a:lnTo>
                    <a:cubicBezTo>
                      <a:pt x="1062" y="1107"/>
                      <a:pt x="999" y="1169"/>
                      <a:pt x="928" y="1169"/>
                    </a:cubicBezTo>
                    <a:lnTo>
                      <a:pt x="295" y="1169"/>
                    </a:lnTo>
                    <a:lnTo>
                      <a:pt x="295" y="295"/>
                    </a:lnTo>
                    <a:close/>
                    <a:moveTo>
                      <a:pt x="0" y="1"/>
                    </a:moveTo>
                    <a:lnTo>
                      <a:pt x="0" y="1473"/>
                    </a:lnTo>
                    <a:lnTo>
                      <a:pt x="928" y="1473"/>
                    </a:lnTo>
                    <a:cubicBezTo>
                      <a:pt x="1169" y="1473"/>
                      <a:pt x="1365" y="1276"/>
                      <a:pt x="1365" y="1035"/>
                    </a:cubicBezTo>
                    <a:lnTo>
                      <a:pt x="1365" y="438"/>
                    </a:lnTo>
                    <a:cubicBezTo>
                      <a:pt x="1365" y="197"/>
                      <a:pt x="1169" y="1"/>
                      <a:pt x="92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25" name="Google Shape;1425;p29"/>
            <p:cNvGrpSpPr/>
            <p:nvPr/>
          </p:nvGrpSpPr>
          <p:grpSpPr>
            <a:xfrm>
              <a:off x="5965842" y="2731645"/>
              <a:ext cx="1905712" cy="1887618"/>
              <a:chOff x="5952739" y="3011240"/>
              <a:chExt cx="1613233" cy="1597916"/>
            </a:xfrm>
          </p:grpSpPr>
          <p:sp>
            <p:nvSpPr>
              <p:cNvPr id="1426" name="Google Shape;1426;p29"/>
              <p:cNvSpPr/>
              <p:nvPr/>
            </p:nvSpPr>
            <p:spPr>
              <a:xfrm>
                <a:off x="5952739" y="3488237"/>
                <a:ext cx="1613233" cy="1120919"/>
              </a:xfrm>
              <a:custGeom>
                <a:avLst/>
                <a:gdLst/>
                <a:ahLst/>
                <a:cxnLst/>
                <a:rect l="l" t="t" r="r" b="b"/>
                <a:pathLst>
                  <a:path w="24240" h="16842" extrusionOk="0">
                    <a:moveTo>
                      <a:pt x="14225" y="1"/>
                    </a:moveTo>
                    <a:cubicBezTo>
                      <a:pt x="14024" y="1"/>
                      <a:pt x="13823" y="17"/>
                      <a:pt x="13623" y="51"/>
                    </a:cubicBezTo>
                    <a:cubicBezTo>
                      <a:pt x="12160" y="310"/>
                      <a:pt x="11027" y="1487"/>
                      <a:pt x="10189" y="2709"/>
                    </a:cubicBezTo>
                    <a:cubicBezTo>
                      <a:pt x="9341" y="3940"/>
                      <a:pt x="8672" y="5305"/>
                      <a:pt x="7584" y="6322"/>
                    </a:cubicBezTo>
                    <a:lnTo>
                      <a:pt x="2633" y="11702"/>
                    </a:lnTo>
                    <a:cubicBezTo>
                      <a:pt x="2178" y="12121"/>
                      <a:pt x="536" y="13548"/>
                      <a:pt x="349" y="14628"/>
                    </a:cubicBezTo>
                    <a:cubicBezTo>
                      <a:pt x="1" y="16617"/>
                      <a:pt x="1972" y="16840"/>
                      <a:pt x="5924" y="16840"/>
                    </a:cubicBezTo>
                    <a:cubicBezTo>
                      <a:pt x="6701" y="16840"/>
                      <a:pt x="7559" y="16841"/>
                      <a:pt x="8477" y="16841"/>
                    </a:cubicBezTo>
                    <a:cubicBezTo>
                      <a:pt x="10313" y="16841"/>
                      <a:pt x="12386" y="16837"/>
                      <a:pt x="14515" y="16813"/>
                    </a:cubicBezTo>
                    <a:cubicBezTo>
                      <a:pt x="17210" y="16778"/>
                      <a:pt x="20466" y="16590"/>
                      <a:pt x="22491" y="15877"/>
                    </a:cubicBezTo>
                    <a:cubicBezTo>
                      <a:pt x="23160" y="15636"/>
                      <a:pt x="23740" y="15118"/>
                      <a:pt x="24025" y="14467"/>
                    </a:cubicBezTo>
                    <a:cubicBezTo>
                      <a:pt x="24230" y="13994"/>
                      <a:pt x="24239" y="13459"/>
                      <a:pt x="24186" y="12942"/>
                    </a:cubicBezTo>
                    <a:cubicBezTo>
                      <a:pt x="23981" y="11033"/>
                      <a:pt x="23115" y="9115"/>
                      <a:pt x="22232" y="7429"/>
                    </a:cubicBezTo>
                    <a:cubicBezTo>
                      <a:pt x="21322" y="5707"/>
                      <a:pt x="20145" y="4110"/>
                      <a:pt x="18842" y="2656"/>
                    </a:cubicBezTo>
                    <a:cubicBezTo>
                      <a:pt x="18164" y="1898"/>
                      <a:pt x="17424" y="1175"/>
                      <a:pt x="16549" y="666"/>
                    </a:cubicBezTo>
                    <a:cubicBezTo>
                      <a:pt x="15843" y="259"/>
                      <a:pt x="15033" y="1"/>
                      <a:pt x="1422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5952739" y="3488037"/>
                <a:ext cx="1569308" cy="1121052"/>
              </a:xfrm>
              <a:custGeom>
                <a:avLst/>
                <a:gdLst/>
                <a:ahLst/>
                <a:cxnLst/>
                <a:rect l="l" t="t" r="r" b="b"/>
                <a:pathLst>
                  <a:path w="23580" h="16844" extrusionOk="0">
                    <a:moveTo>
                      <a:pt x="14236" y="1"/>
                    </a:moveTo>
                    <a:cubicBezTo>
                      <a:pt x="14031" y="1"/>
                      <a:pt x="13826" y="18"/>
                      <a:pt x="13623" y="54"/>
                    </a:cubicBezTo>
                    <a:cubicBezTo>
                      <a:pt x="12160" y="313"/>
                      <a:pt x="11027" y="1490"/>
                      <a:pt x="10189" y="2712"/>
                    </a:cubicBezTo>
                    <a:cubicBezTo>
                      <a:pt x="9341" y="3943"/>
                      <a:pt x="8672" y="5308"/>
                      <a:pt x="7584" y="6325"/>
                    </a:cubicBezTo>
                    <a:lnTo>
                      <a:pt x="2633" y="11705"/>
                    </a:lnTo>
                    <a:cubicBezTo>
                      <a:pt x="2178" y="12124"/>
                      <a:pt x="536" y="13551"/>
                      <a:pt x="349" y="14631"/>
                    </a:cubicBezTo>
                    <a:cubicBezTo>
                      <a:pt x="1" y="16620"/>
                      <a:pt x="1972" y="16843"/>
                      <a:pt x="5924" y="16843"/>
                    </a:cubicBezTo>
                    <a:lnTo>
                      <a:pt x="8619" y="16843"/>
                    </a:lnTo>
                    <a:lnTo>
                      <a:pt x="10180" y="16299"/>
                    </a:lnTo>
                    <a:cubicBezTo>
                      <a:pt x="10940" y="16035"/>
                      <a:pt x="11727" y="15772"/>
                      <a:pt x="12523" y="15772"/>
                    </a:cubicBezTo>
                    <a:cubicBezTo>
                      <a:pt x="12643" y="15772"/>
                      <a:pt x="12763" y="15778"/>
                      <a:pt x="12883" y="15791"/>
                    </a:cubicBezTo>
                    <a:cubicBezTo>
                      <a:pt x="13445" y="15862"/>
                      <a:pt x="13936" y="16130"/>
                      <a:pt x="14507" y="16147"/>
                    </a:cubicBezTo>
                    <a:cubicBezTo>
                      <a:pt x="15167" y="16165"/>
                      <a:pt x="15836" y="16192"/>
                      <a:pt x="16505" y="16210"/>
                    </a:cubicBezTo>
                    <a:cubicBezTo>
                      <a:pt x="16549" y="16210"/>
                      <a:pt x="16585" y="16210"/>
                      <a:pt x="16621" y="16192"/>
                    </a:cubicBezTo>
                    <a:cubicBezTo>
                      <a:pt x="16701" y="16130"/>
                      <a:pt x="16612" y="16005"/>
                      <a:pt x="16567" y="15906"/>
                    </a:cubicBezTo>
                    <a:cubicBezTo>
                      <a:pt x="16469" y="15728"/>
                      <a:pt x="16549" y="15496"/>
                      <a:pt x="16692" y="15353"/>
                    </a:cubicBezTo>
                    <a:cubicBezTo>
                      <a:pt x="16844" y="15220"/>
                      <a:pt x="17040" y="15148"/>
                      <a:pt x="17227" y="15077"/>
                    </a:cubicBezTo>
                    <a:cubicBezTo>
                      <a:pt x="18994" y="14461"/>
                      <a:pt x="20716" y="13694"/>
                      <a:pt x="22250" y="12632"/>
                    </a:cubicBezTo>
                    <a:cubicBezTo>
                      <a:pt x="22660" y="12356"/>
                      <a:pt x="23071" y="12035"/>
                      <a:pt x="23312" y="11598"/>
                    </a:cubicBezTo>
                    <a:cubicBezTo>
                      <a:pt x="23552" y="11161"/>
                      <a:pt x="23579" y="10563"/>
                      <a:pt x="23249" y="10188"/>
                    </a:cubicBezTo>
                    <a:cubicBezTo>
                      <a:pt x="22866" y="9751"/>
                      <a:pt x="22196" y="9760"/>
                      <a:pt x="21617" y="9689"/>
                    </a:cubicBezTo>
                    <a:cubicBezTo>
                      <a:pt x="21028" y="9608"/>
                      <a:pt x="20466" y="9412"/>
                      <a:pt x="19957" y="9118"/>
                    </a:cubicBezTo>
                    <a:cubicBezTo>
                      <a:pt x="19815" y="9028"/>
                      <a:pt x="19663" y="8930"/>
                      <a:pt x="19592" y="8779"/>
                    </a:cubicBezTo>
                    <a:cubicBezTo>
                      <a:pt x="19476" y="8538"/>
                      <a:pt x="19583" y="8243"/>
                      <a:pt x="19708" y="8002"/>
                    </a:cubicBezTo>
                    <a:cubicBezTo>
                      <a:pt x="19939" y="7530"/>
                      <a:pt x="20216" y="7075"/>
                      <a:pt x="20403" y="6584"/>
                    </a:cubicBezTo>
                    <a:cubicBezTo>
                      <a:pt x="20591" y="6093"/>
                      <a:pt x="20671" y="5540"/>
                      <a:pt x="20501" y="5041"/>
                    </a:cubicBezTo>
                    <a:cubicBezTo>
                      <a:pt x="20421" y="4818"/>
                      <a:pt x="20341" y="4595"/>
                      <a:pt x="20261" y="4363"/>
                    </a:cubicBezTo>
                    <a:cubicBezTo>
                      <a:pt x="19806" y="3774"/>
                      <a:pt x="19333" y="3203"/>
                      <a:pt x="18842" y="2659"/>
                    </a:cubicBezTo>
                    <a:cubicBezTo>
                      <a:pt x="18164" y="1901"/>
                      <a:pt x="17424" y="1178"/>
                      <a:pt x="16549" y="669"/>
                    </a:cubicBezTo>
                    <a:cubicBezTo>
                      <a:pt x="15846" y="264"/>
                      <a:pt x="15040" y="1"/>
                      <a:pt x="14236" y="1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Google Shape;1428;p29"/>
              <p:cNvSpPr/>
              <p:nvPr/>
            </p:nvSpPr>
            <p:spPr>
              <a:xfrm>
                <a:off x="6696679" y="3096164"/>
                <a:ext cx="51179" cy="123992"/>
              </a:xfrm>
              <a:custGeom>
                <a:avLst/>
                <a:gdLst/>
                <a:ahLst/>
                <a:cxnLst/>
                <a:rect l="l" t="t" r="r" b="b"/>
                <a:pathLst>
                  <a:path w="769" h="1863" extrusionOk="0">
                    <a:moveTo>
                      <a:pt x="411" y="0"/>
                    </a:moveTo>
                    <a:lnTo>
                      <a:pt x="162" y="63"/>
                    </a:lnTo>
                    <a:cubicBezTo>
                      <a:pt x="72" y="161"/>
                      <a:pt x="37" y="286"/>
                      <a:pt x="19" y="420"/>
                    </a:cubicBezTo>
                    <a:cubicBezTo>
                      <a:pt x="1" y="598"/>
                      <a:pt x="10" y="794"/>
                      <a:pt x="63" y="973"/>
                    </a:cubicBezTo>
                    <a:cubicBezTo>
                      <a:pt x="99" y="1125"/>
                      <a:pt x="170" y="1267"/>
                      <a:pt x="215" y="1419"/>
                    </a:cubicBezTo>
                    <a:cubicBezTo>
                      <a:pt x="251" y="1508"/>
                      <a:pt x="278" y="1597"/>
                      <a:pt x="322" y="1678"/>
                    </a:cubicBezTo>
                    <a:cubicBezTo>
                      <a:pt x="367" y="1758"/>
                      <a:pt x="438" y="1838"/>
                      <a:pt x="536" y="1856"/>
                    </a:cubicBezTo>
                    <a:cubicBezTo>
                      <a:pt x="550" y="1861"/>
                      <a:pt x="563" y="1863"/>
                      <a:pt x="576" y="1863"/>
                    </a:cubicBezTo>
                    <a:cubicBezTo>
                      <a:pt x="590" y="1863"/>
                      <a:pt x="603" y="1861"/>
                      <a:pt x="617" y="1856"/>
                    </a:cubicBezTo>
                    <a:cubicBezTo>
                      <a:pt x="679" y="1829"/>
                      <a:pt x="697" y="1758"/>
                      <a:pt x="706" y="1695"/>
                    </a:cubicBezTo>
                    <a:cubicBezTo>
                      <a:pt x="768" y="1223"/>
                      <a:pt x="670" y="741"/>
                      <a:pt x="572" y="277"/>
                    </a:cubicBezTo>
                    <a:cubicBezTo>
                      <a:pt x="545" y="170"/>
                      <a:pt x="509" y="54"/>
                      <a:pt x="4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Google Shape;1429;p29"/>
              <p:cNvSpPr/>
              <p:nvPr/>
            </p:nvSpPr>
            <p:spPr>
              <a:xfrm>
                <a:off x="6706795" y="3182751"/>
                <a:ext cx="38068" cy="55906"/>
              </a:xfrm>
              <a:custGeom>
                <a:avLst/>
                <a:gdLst/>
                <a:ahLst/>
                <a:cxnLst/>
                <a:rect l="l" t="t" r="r" b="b"/>
                <a:pathLst>
                  <a:path w="572" h="840" extrusionOk="0">
                    <a:moveTo>
                      <a:pt x="315" y="1"/>
                    </a:moveTo>
                    <a:cubicBezTo>
                      <a:pt x="251" y="1"/>
                      <a:pt x="202" y="50"/>
                      <a:pt x="161" y="91"/>
                    </a:cubicBezTo>
                    <a:cubicBezTo>
                      <a:pt x="108" y="145"/>
                      <a:pt x="72" y="198"/>
                      <a:pt x="45" y="261"/>
                    </a:cubicBezTo>
                    <a:cubicBezTo>
                      <a:pt x="1" y="394"/>
                      <a:pt x="63" y="582"/>
                      <a:pt x="152" y="698"/>
                    </a:cubicBezTo>
                    <a:cubicBezTo>
                      <a:pt x="203" y="770"/>
                      <a:pt x="312" y="839"/>
                      <a:pt x="413" y="839"/>
                    </a:cubicBezTo>
                    <a:cubicBezTo>
                      <a:pt x="474" y="839"/>
                      <a:pt x="532" y="815"/>
                      <a:pt x="572" y="751"/>
                    </a:cubicBezTo>
                    <a:lnTo>
                      <a:pt x="527" y="243"/>
                    </a:lnTo>
                    <a:cubicBezTo>
                      <a:pt x="509" y="163"/>
                      <a:pt x="465" y="91"/>
                      <a:pt x="402" y="47"/>
                    </a:cubicBezTo>
                    <a:cubicBezTo>
                      <a:pt x="384" y="29"/>
                      <a:pt x="357" y="11"/>
                      <a:pt x="331" y="2"/>
                    </a:cubicBezTo>
                    <a:cubicBezTo>
                      <a:pt x="325" y="1"/>
                      <a:pt x="320" y="1"/>
                      <a:pt x="315" y="1"/>
                    </a:cubicBezTo>
                    <a:close/>
                  </a:path>
                </a:pathLst>
              </a:custGeom>
              <a:solidFill>
                <a:srgbClr val="F2BE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6495420" y="4419601"/>
                <a:ext cx="202519" cy="156071"/>
              </a:xfrm>
              <a:custGeom>
                <a:avLst/>
                <a:gdLst/>
                <a:ahLst/>
                <a:cxnLst/>
                <a:rect l="l" t="t" r="r" b="b"/>
                <a:pathLst>
                  <a:path w="3043" h="2345" extrusionOk="0">
                    <a:moveTo>
                      <a:pt x="3043" y="0"/>
                    </a:moveTo>
                    <a:lnTo>
                      <a:pt x="3043" y="0"/>
                    </a:lnTo>
                    <a:cubicBezTo>
                      <a:pt x="3043" y="0"/>
                      <a:pt x="1624" y="839"/>
                      <a:pt x="1526" y="866"/>
                    </a:cubicBezTo>
                    <a:cubicBezTo>
                      <a:pt x="1505" y="870"/>
                      <a:pt x="1481" y="872"/>
                      <a:pt x="1456" y="872"/>
                    </a:cubicBezTo>
                    <a:cubicBezTo>
                      <a:pt x="1386" y="872"/>
                      <a:pt x="1303" y="859"/>
                      <a:pt x="1215" y="859"/>
                    </a:cubicBezTo>
                    <a:cubicBezTo>
                      <a:pt x="1096" y="859"/>
                      <a:pt x="969" y="884"/>
                      <a:pt x="857" y="1000"/>
                    </a:cubicBezTo>
                    <a:cubicBezTo>
                      <a:pt x="563" y="1294"/>
                      <a:pt x="251" y="1472"/>
                      <a:pt x="161" y="1686"/>
                    </a:cubicBezTo>
                    <a:cubicBezTo>
                      <a:pt x="54" y="1945"/>
                      <a:pt x="1" y="2284"/>
                      <a:pt x="179" y="2338"/>
                    </a:cubicBezTo>
                    <a:cubicBezTo>
                      <a:pt x="195" y="2343"/>
                      <a:pt x="212" y="2345"/>
                      <a:pt x="231" y="2345"/>
                    </a:cubicBezTo>
                    <a:cubicBezTo>
                      <a:pt x="484" y="2345"/>
                      <a:pt x="1035" y="1920"/>
                      <a:pt x="1508" y="1695"/>
                    </a:cubicBezTo>
                    <a:cubicBezTo>
                      <a:pt x="1785" y="1562"/>
                      <a:pt x="2998" y="1276"/>
                      <a:pt x="2998" y="1276"/>
                    </a:cubicBezTo>
                    <a:lnTo>
                      <a:pt x="3043" y="0"/>
                    </a:lnTo>
                    <a:close/>
                  </a:path>
                </a:pathLst>
              </a:custGeom>
              <a:solidFill>
                <a:srgbClr val="F2BE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6637312" y="4050689"/>
                <a:ext cx="892469" cy="467549"/>
              </a:xfrm>
              <a:custGeom>
                <a:avLst/>
                <a:gdLst/>
                <a:ahLst/>
                <a:cxnLst/>
                <a:rect l="l" t="t" r="r" b="b"/>
                <a:pathLst>
                  <a:path w="13410" h="7025" extrusionOk="0">
                    <a:moveTo>
                      <a:pt x="8895" y="0"/>
                    </a:moveTo>
                    <a:cubicBezTo>
                      <a:pt x="6682" y="0"/>
                      <a:pt x="4363" y="476"/>
                      <a:pt x="4363" y="476"/>
                    </a:cubicBezTo>
                    <a:lnTo>
                      <a:pt x="964" y="218"/>
                    </a:lnTo>
                    <a:lnTo>
                      <a:pt x="1339" y="4071"/>
                    </a:lnTo>
                    <a:cubicBezTo>
                      <a:pt x="1580" y="4303"/>
                      <a:pt x="2731" y="4312"/>
                      <a:pt x="2731" y="4312"/>
                    </a:cubicBezTo>
                    <a:lnTo>
                      <a:pt x="1" y="6248"/>
                    </a:lnTo>
                    <a:lnTo>
                      <a:pt x="224" y="7024"/>
                    </a:lnTo>
                    <a:cubicBezTo>
                      <a:pt x="224" y="7024"/>
                      <a:pt x="8913" y="6123"/>
                      <a:pt x="11857" y="3848"/>
                    </a:cubicBezTo>
                    <a:cubicBezTo>
                      <a:pt x="13409" y="2662"/>
                      <a:pt x="13070" y="1627"/>
                      <a:pt x="12526" y="985"/>
                    </a:cubicBezTo>
                    <a:cubicBezTo>
                      <a:pt x="11890" y="225"/>
                      <a:pt x="10417" y="0"/>
                      <a:pt x="889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6886690" y="4422529"/>
                <a:ext cx="184750" cy="150148"/>
              </a:xfrm>
              <a:custGeom>
                <a:avLst/>
                <a:gdLst/>
                <a:ahLst/>
                <a:cxnLst/>
                <a:rect l="l" t="t" r="r" b="b"/>
                <a:pathLst>
                  <a:path w="2776" h="2256" extrusionOk="0">
                    <a:moveTo>
                      <a:pt x="1" y="1"/>
                    </a:moveTo>
                    <a:lnTo>
                      <a:pt x="36" y="1223"/>
                    </a:lnTo>
                    <a:cubicBezTo>
                      <a:pt x="36" y="1223"/>
                      <a:pt x="1205" y="1509"/>
                      <a:pt x="1473" y="1634"/>
                    </a:cubicBezTo>
                    <a:cubicBezTo>
                      <a:pt x="1923" y="1851"/>
                      <a:pt x="2327" y="2255"/>
                      <a:pt x="2560" y="2255"/>
                    </a:cubicBezTo>
                    <a:cubicBezTo>
                      <a:pt x="2576" y="2255"/>
                      <a:pt x="2591" y="2253"/>
                      <a:pt x="2606" y="2249"/>
                    </a:cubicBezTo>
                    <a:cubicBezTo>
                      <a:pt x="2775" y="2196"/>
                      <a:pt x="2775" y="1865"/>
                      <a:pt x="2677" y="1616"/>
                    </a:cubicBezTo>
                    <a:cubicBezTo>
                      <a:pt x="2588" y="1411"/>
                      <a:pt x="2347" y="1277"/>
                      <a:pt x="2097" y="964"/>
                    </a:cubicBezTo>
                    <a:cubicBezTo>
                      <a:pt x="2039" y="894"/>
                      <a:pt x="1959" y="873"/>
                      <a:pt x="1872" y="873"/>
                    </a:cubicBezTo>
                    <a:cubicBezTo>
                      <a:pt x="1744" y="873"/>
                      <a:pt x="1604" y="918"/>
                      <a:pt x="1504" y="918"/>
                    </a:cubicBezTo>
                    <a:cubicBezTo>
                      <a:pt x="1483" y="918"/>
                      <a:pt x="1463" y="916"/>
                      <a:pt x="1446" y="911"/>
                    </a:cubicBezTo>
                    <a:cubicBezTo>
                      <a:pt x="1357" y="884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rgbClr val="F2BE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Google Shape;1433;p29"/>
              <p:cNvSpPr/>
              <p:nvPr/>
            </p:nvSpPr>
            <p:spPr>
              <a:xfrm>
                <a:off x="6072669" y="4060140"/>
                <a:ext cx="884749" cy="458098"/>
              </a:xfrm>
              <a:custGeom>
                <a:avLst/>
                <a:gdLst/>
                <a:ahLst/>
                <a:cxnLst/>
                <a:rect l="l" t="t" r="r" b="b"/>
                <a:pathLst>
                  <a:path w="13294" h="6883" extrusionOk="0">
                    <a:moveTo>
                      <a:pt x="5060" y="0"/>
                    </a:moveTo>
                    <a:cubicBezTo>
                      <a:pt x="3427" y="0"/>
                      <a:pt x="1692" y="221"/>
                      <a:pt x="768" y="1021"/>
                    </a:cubicBezTo>
                    <a:cubicBezTo>
                      <a:pt x="126" y="1574"/>
                      <a:pt x="1" y="2770"/>
                      <a:pt x="1544" y="3787"/>
                    </a:cubicBezTo>
                    <a:cubicBezTo>
                      <a:pt x="4649" y="5839"/>
                      <a:pt x="13070" y="6882"/>
                      <a:pt x="13070" y="6882"/>
                    </a:cubicBezTo>
                    <a:lnTo>
                      <a:pt x="13293" y="6106"/>
                    </a:lnTo>
                    <a:lnTo>
                      <a:pt x="10974" y="4465"/>
                    </a:lnTo>
                    <a:cubicBezTo>
                      <a:pt x="10974" y="4465"/>
                      <a:pt x="11714" y="4161"/>
                      <a:pt x="11955" y="3929"/>
                    </a:cubicBezTo>
                    <a:lnTo>
                      <a:pt x="11866" y="468"/>
                    </a:lnTo>
                    <a:lnTo>
                      <a:pt x="8922" y="334"/>
                    </a:lnTo>
                    <a:cubicBezTo>
                      <a:pt x="8922" y="334"/>
                      <a:pt x="7068" y="0"/>
                      <a:pt x="506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Google Shape;1434;p29"/>
              <p:cNvSpPr/>
              <p:nvPr/>
            </p:nvSpPr>
            <p:spPr>
              <a:xfrm>
                <a:off x="6349400" y="4099540"/>
                <a:ext cx="609821" cy="369979"/>
              </a:xfrm>
              <a:custGeom>
                <a:avLst/>
                <a:gdLst/>
                <a:ahLst/>
                <a:cxnLst/>
                <a:rect l="l" t="t" r="r" b="b"/>
                <a:pathLst>
                  <a:path w="9163" h="5559" extrusionOk="0">
                    <a:moveTo>
                      <a:pt x="9" y="1"/>
                    </a:moveTo>
                    <a:lnTo>
                      <a:pt x="0" y="117"/>
                    </a:lnTo>
                    <a:cubicBezTo>
                      <a:pt x="9" y="117"/>
                      <a:pt x="1240" y="286"/>
                      <a:pt x="2926" y="1277"/>
                    </a:cubicBezTo>
                    <a:cubicBezTo>
                      <a:pt x="3774" y="1767"/>
                      <a:pt x="9046" y="5523"/>
                      <a:pt x="9100" y="5559"/>
                    </a:cubicBezTo>
                    <a:lnTo>
                      <a:pt x="9162" y="5470"/>
                    </a:lnTo>
                    <a:cubicBezTo>
                      <a:pt x="9109" y="5434"/>
                      <a:pt x="3836" y="1669"/>
                      <a:pt x="2989" y="1179"/>
                    </a:cubicBezTo>
                    <a:cubicBezTo>
                      <a:pt x="1276" y="179"/>
                      <a:pt x="27" y="10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6797042" y="4099540"/>
                <a:ext cx="448364" cy="255372"/>
              </a:xfrm>
              <a:custGeom>
                <a:avLst/>
                <a:gdLst/>
                <a:ahLst/>
                <a:cxnLst/>
                <a:rect l="l" t="t" r="r" b="b"/>
                <a:pathLst>
                  <a:path w="6737" h="3837" extrusionOk="0">
                    <a:moveTo>
                      <a:pt x="6718" y="1"/>
                    </a:moveTo>
                    <a:cubicBezTo>
                      <a:pt x="6709" y="10"/>
                      <a:pt x="5460" y="179"/>
                      <a:pt x="3747" y="1179"/>
                    </a:cubicBezTo>
                    <a:cubicBezTo>
                      <a:pt x="2900" y="1669"/>
                      <a:pt x="36" y="3721"/>
                      <a:pt x="1" y="3748"/>
                    </a:cubicBezTo>
                    <a:lnTo>
                      <a:pt x="72" y="3837"/>
                    </a:lnTo>
                    <a:cubicBezTo>
                      <a:pt x="99" y="3819"/>
                      <a:pt x="2962" y="1767"/>
                      <a:pt x="3801" y="1277"/>
                    </a:cubicBezTo>
                    <a:cubicBezTo>
                      <a:pt x="5496" y="286"/>
                      <a:pt x="6727" y="117"/>
                      <a:pt x="6736" y="117"/>
                    </a:cubicBezTo>
                    <a:lnTo>
                      <a:pt x="671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6640307" y="4467121"/>
                <a:ext cx="156199" cy="32080"/>
              </a:xfrm>
              <a:custGeom>
                <a:avLst/>
                <a:gdLst/>
                <a:ahLst/>
                <a:cxnLst/>
                <a:rect l="l" t="t" r="r" b="b"/>
                <a:pathLst>
                  <a:path w="2347" h="482" extrusionOk="0">
                    <a:moveTo>
                      <a:pt x="36" y="0"/>
                    </a:moveTo>
                    <a:lnTo>
                      <a:pt x="0" y="107"/>
                    </a:lnTo>
                    <a:cubicBezTo>
                      <a:pt x="910" y="339"/>
                      <a:pt x="2320" y="482"/>
                      <a:pt x="2338" y="482"/>
                    </a:cubicBezTo>
                    <a:lnTo>
                      <a:pt x="2347" y="375"/>
                    </a:lnTo>
                    <a:cubicBezTo>
                      <a:pt x="2329" y="375"/>
                      <a:pt x="937" y="223"/>
                      <a:pt x="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29"/>
              <p:cNvSpPr/>
              <p:nvPr/>
            </p:nvSpPr>
            <p:spPr>
              <a:xfrm>
                <a:off x="6483573" y="3336625"/>
                <a:ext cx="680433" cy="818626"/>
              </a:xfrm>
              <a:custGeom>
                <a:avLst/>
                <a:gdLst/>
                <a:ahLst/>
                <a:cxnLst/>
                <a:rect l="l" t="t" r="r" b="b"/>
                <a:pathLst>
                  <a:path w="10224" h="12300" extrusionOk="0">
                    <a:moveTo>
                      <a:pt x="6486" y="0"/>
                    </a:moveTo>
                    <a:lnTo>
                      <a:pt x="3542" y="268"/>
                    </a:lnTo>
                    <a:lnTo>
                      <a:pt x="1124" y="3596"/>
                    </a:lnTo>
                    <a:cubicBezTo>
                      <a:pt x="1080" y="6138"/>
                      <a:pt x="286" y="9252"/>
                      <a:pt x="0" y="10902"/>
                    </a:cubicBezTo>
                    <a:cubicBezTo>
                      <a:pt x="848" y="11749"/>
                      <a:pt x="3408" y="12195"/>
                      <a:pt x="4871" y="12285"/>
                    </a:cubicBezTo>
                    <a:cubicBezTo>
                      <a:pt x="5021" y="12295"/>
                      <a:pt x="5183" y="12300"/>
                      <a:pt x="5356" y="12300"/>
                    </a:cubicBezTo>
                    <a:cubicBezTo>
                      <a:pt x="6877" y="12300"/>
                      <a:pt x="9191" y="11900"/>
                      <a:pt x="10224" y="10866"/>
                    </a:cubicBezTo>
                    <a:cubicBezTo>
                      <a:pt x="10224" y="10866"/>
                      <a:pt x="9020" y="3292"/>
                      <a:pt x="8502" y="2213"/>
                    </a:cubicBezTo>
                    <a:lnTo>
                      <a:pt x="648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Google Shape;1438;p29"/>
              <p:cNvSpPr/>
              <p:nvPr/>
            </p:nvSpPr>
            <p:spPr>
              <a:xfrm>
                <a:off x="6238921" y="3336625"/>
                <a:ext cx="495217" cy="611507"/>
              </a:xfrm>
              <a:custGeom>
                <a:avLst/>
                <a:gdLst/>
                <a:ahLst/>
                <a:cxnLst/>
                <a:rect l="l" t="t" r="r" b="b"/>
                <a:pathLst>
                  <a:path w="7441" h="9188" extrusionOk="0">
                    <a:moveTo>
                      <a:pt x="7441" y="0"/>
                    </a:moveTo>
                    <a:lnTo>
                      <a:pt x="7441" y="0"/>
                    </a:lnTo>
                    <a:cubicBezTo>
                      <a:pt x="7441" y="1"/>
                      <a:pt x="5505" y="197"/>
                      <a:pt x="4006" y="1695"/>
                    </a:cubicBezTo>
                    <a:cubicBezTo>
                      <a:pt x="2526" y="3167"/>
                      <a:pt x="1" y="7985"/>
                      <a:pt x="1491" y="8939"/>
                    </a:cubicBezTo>
                    <a:cubicBezTo>
                      <a:pt x="1758" y="9111"/>
                      <a:pt x="2026" y="9187"/>
                      <a:pt x="2291" y="9187"/>
                    </a:cubicBezTo>
                    <a:cubicBezTo>
                      <a:pt x="4282" y="9187"/>
                      <a:pt x="6103" y="4892"/>
                      <a:pt x="6174" y="4648"/>
                    </a:cubicBezTo>
                    <a:lnTo>
                      <a:pt x="744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Google Shape;1439;p29"/>
              <p:cNvSpPr/>
              <p:nvPr/>
            </p:nvSpPr>
            <p:spPr>
              <a:xfrm>
                <a:off x="6895009" y="3331900"/>
                <a:ext cx="390730" cy="617031"/>
              </a:xfrm>
              <a:custGeom>
                <a:avLst/>
                <a:gdLst/>
                <a:ahLst/>
                <a:cxnLst/>
                <a:rect l="l" t="t" r="r" b="b"/>
                <a:pathLst>
                  <a:path w="5871" h="9271" extrusionOk="0">
                    <a:moveTo>
                      <a:pt x="1" y="0"/>
                    </a:moveTo>
                    <a:lnTo>
                      <a:pt x="491" y="5023"/>
                    </a:lnTo>
                    <a:cubicBezTo>
                      <a:pt x="500" y="5032"/>
                      <a:pt x="500" y="5040"/>
                      <a:pt x="509" y="5058"/>
                    </a:cubicBezTo>
                    <a:cubicBezTo>
                      <a:pt x="1098" y="6245"/>
                      <a:pt x="1821" y="7440"/>
                      <a:pt x="2766" y="8368"/>
                    </a:cubicBezTo>
                    <a:cubicBezTo>
                      <a:pt x="3194" y="8796"/>
                      <a:pt x="3782" y="9270"/>
                      <a:pt x="4425" y="9270"/>
                    </a:cubicBezTo>
                    <a:cubicBezTo>
                      <a:pt x="4478" y="9270"/>
                      <a:pt x="4532" y="9267"/>
                      <a:pt x="4586" y="9260"/>
                    </a:cubicBezTo>
                    <a:cubicBezTo>
                      <a:pt x="5746" y="9108"/>
                      <a:pt x="5871" y="7904"/>
                      <a:pt x="5728" y="6967"/>
                    </a:cubicBezTo>
                    <a:cubicBezTo>
                      <a:pt x="5550" y="5879"/>
                      <a:pt x="5184" y="4809"/>
                      <a:pt x="4720" y="3809"/>
                    </a:cubicBezTo>
                    <a:cubicBezTo>
                      <a:pt x="4283" y="2873"/>
                      <a:pt x="3712" y="1874"/>
                      <a:pt x="2873" y="1231"/>
                    </a:cubicBezTo>
                    <a:cubicBezTo>
                      <a:pt x="1544" y="214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Google Shape;1440;p29"/>
              <p:cNvSpPr/>
              <p:nvPr/>
            </p:nvSpPr>
            <p:spPr>
              <a:xfrm>
                <a:off x="6716312" y="3195929"/>
                <a:ext cx="198925" cy="197735"/>
              </a:xfrm>
              <a:custGeom>
                <a:avLst/>
                <a:gdLst/>
                <a:ahLst/>
                <a:cxnLst/>
                <a:rect l="l" t="t" r="r" b="b"/>
                <a:pathLst>
                  <a:path w="2989" h="2971" extrusionOk="0">
                    <a:moveTo>
                      <a:pt x="2061" y="0"/>
                    </a:moveTo>
                    <a:lnTo>
                      <a:pt x="732" y="785"/>
                    </a:lnTo>
                    <a:lnTo>
                      <a:pt x="696" y="1999"/>
                    </a:lnTo>
                    <a:cubicBezTo>
                      <a:pt x="696" y="1999"/>
                      <a:pt x="304" y="2114"/>
                      <a:pt x="36" y="2123"/>
                    </a:cubicBezTo>
                    <a:cubicBezTo>
                      <a:pt x="9" y="2248"/>
                      <a:pt x="0" y="2971"/>
                      <a:pt x="1321" y="2971"/>
                    </a:cubicBezTo>
                    <a:cubicBezTo>
                      <a:pt x="2641" y="2971"/>
                      <a:pt x="2989" y="2114"/>
                      <a:pt x="2989" y="2114"/>
                    </a:cubicBezTo>
                    <a:lnTo>
                      <a:pt x="2364" y="1972"/>
                    </a:lnTo>
                    <a:lnTo>
                      <a:pt x="2061" y="0"/>
                    </a:lnTo>
                    <a:close/>
                  </a:path>
                </a:pathLst>
              </a:custGeom>
              <a:solidFill>
                <a:srgbClr val="F2BE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29"/>
              <p:cNvSpPr/>
              <p:nvPr/>
            </p:nvSpPr>
            <p:spPr>
              <a:xfrm>
                <a:off x="6708592" y="3085648"/>
                <a:ext cx="183485" cy="196670"/>
              </a:xfrm>
              <a:custGeom>
                <a:avLst/>
                <a:gdLst/>
                <a:ahLst/>
                <a:cxnLst/>
                <a:rect l="l" t="t" r="r" b="b"/>
                <a:pathLst>
                  <a:path w="2757" h="2955" extrusionOk="0">
                    <a:moveTo>
                      <a:pt x="972" y="1"/>
                    </a:moveTo>
                    <a:cubicBezTo>
                      <a:pt x="606" y="1"/>
                      <a:pt x="308" y="128"/>
                      <a:pt x="232" y="417"/>
                    </a:cubicBezTo>
                    <a:cubicBezTo>
                      <a:pt x="0" y="1265"/>
                      <a:pt x="464" y="2772"/>
                      <a:pt x="991" y="2924"/>
                    </a:cubicBezTo>
                    <a:cubicBezTo>
                      <a:pt x="1049" y="2942"/>
                      <a:pt x="1141" y="2954"/>
                      <a:pt x="1251" y="2954"/>
                    </a:cubicBezTo>
                    <a:cubicBezTo>
                      <a:pt x="1531" y="2954"/>
                      <a:pt x="1925" y="2873"/>
                      <a:pt x="2168" y="2585"/>
                    </a:cubicBezTo>
                    <a:cubicBezTo>
                      <a:pt x="2498" y="2175"/>
                      <a:pt x="2757" y="1657"/>
                      <a:pt x="2730" y="1220"/>
                    </a:cubicBezTo>
                    <a:cubicBezTo>
                      <a:pt x="2671" y="493"/>
                      <a:pt x="1691" y="1"/>
                      <a:pt x="972" y="1"/>
                    </a:cubicBezTo>
                    <a:close/>
                  </a:path>
                </a:pathLst>
              </a:custGeom>
              <a:solidFill>
                <a:srgbClr val="F2BE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6674716" y="3011240"/>
                <a:ext cx="245313" cy="199931"/>
              </a:xfrm>
              <a:custGeom>
                <a:avLst/>
                <a:gdLst/>
                <a:ahLst/>
                <a:cxnLst/>
                <a:rect l="l" t="t" r="r" b="b"/>
                <a:pathLst>
                  <a:path w="3686" h="3004" extrusionOk="0">
                    <a:moveTo>
                      <a:pt x="1180" y="0"/>
                    </a:moveTo>
                    <a:cubicBezTo>
                      <a:pt x="896" y="0"/>
                      <a:pt x="635" y="230"/>
                      <a:pt x="402" y="367"/>
                    </a:cubicBezTo>
                    <a:cubicBezTo>
                      <a:pt x="260" y="456"/>
                      <a:pt x="135" y="581"/>
                      <a:pt x="99" y="741"/>
                    </a:cubicBezTo>
                    <a:cubicBezTo>
                      <a:pt x="1" y="1169"/>
                      <a:pt x="349" y="1758"/>
                      <a:pt x="795" y="1776"/>
                    </a:cubicBezTo>
                    <a:cubicBezTo>
                      <a:pt x="807" y="1777"/>
                      <a:pt x="818" y="1777"/>
                      <a:pt x="830" y="1777"/>
                    </a:cubicBezTo>
                    <a:cubicBezTo>
                      <a:pt x="994" y="1777"/>
                      <a:pt x="1145" y="1721"/>
                      <a:pt x="1303" y="1696"/>
                    </a:cubicBezTo>
                    <a:cubicBezTo>
                      <a:pt x="1335" y="1691"/>
                      <a:pt x="1366" y="1689"/>
                      <a:pt x="1397" y="1689"/>
                    </a:cubicBezTo>
                    <a:cubicBezTo>
                      <a:pt x="1494" y="1689"/>
                      <a:pt x="1589" y="1707"/>
                      <a:pt x="1685" y="1707"/>
                    </a:cubicBezTo>
                    <a:cubicBezTo>
                      <a:pt x="1724" y="1707"/>
                      <a:pt x="1763" y="1704"/>
                      <a:pt x="1803" y="1696"/>
                    </a:cubicBezTo>
                    <a:cubicBezTo>
                      <a:pt x="1964" y="1660"/>
                      <a:pt x="2088" y="1535"/>
                      <a:pt x="2240" y="1508"/>
                    </a:cubicBezTo>
                    <a:cubicBezTo>
                      <a:pt x="2273" y="1501"/>
                      <a:pt x="2312" y="1498"/>
                      <a:pt x="2354" y="1498"/>
                    </a:cubicBezTo>
                    <a:cubicBezTo>
                      <a:pt x="2474" y="1498"/>
                      <a:pt x="2616" y="1525"/>
                      <a:pt x="2695" y="1571"/>
                    </a:cubicBezTo>
                    <a:cubicBezTo>
                      <a:pt x="2749" y="1607"/>
                      <a:pt x="2793" y="1660"/>
                      <a:pt x="2829" y="1705"/>
                    </a:cubicBezTo>
                    <a:cubicBezTo>
                      <a:pt x="2900" y="1812"/>
                      <a:pt x="2954" y="1937"/>
                      <a:pt x="2989" y="2053"/>
                    </a:cubicBezTo>
                    <a:cubicBezTo>
                      <a:pt x="3043" y="2240"/>
                      <a:pt x="3061" y="2436"/>
                      <a:pt x="3052" y="2632"/>
                    </a:cubicBezTo>
                    <a:cubicBezTo>
                      <a:pt x="3052" y="2723"/>
                      <a:pt x="3033" y="3003"/>
                      <a:pt x="3155" y="3003"/>
                    </a:cubicBezTo>
                    <a:cubicBezTo>
                      <a:pt x="3178" y="3003"/>
                      <a:pt x="3206" y="2994"/>
                      <a:pt x="3239" y="2971"/>
                    </a:cubicBezTo>
                    <a:cubicBezTo>
                      <a:pt x="3373" y="2882"/>
                      <a:pt x="3471" y="2677"/>
                      <a:pt x="3534" y="2525"/>
                    </a:cubicBezTo>
                    <a:cubicBezTo>
                      <a:pt x="3605" y="2365"/>
                      <a:pt x="3641" y="2195"/>
                      <a:pt x="3659" y="2026"/>
                    </a:cubicBezTo>
                    <a:cubicBezTo>
                      <a:pt x="3676" y="1776"/>
                      <a:pt x="3685" y="1526"/>
                      <a:pt x="3632" y="1285"/>
                    </a:cubicBezTo>
                    <a:cubicBezTo>
                      <a:pt x="3551" y="964"/>
                      <a:pt x="3320" y="857"/>
                      <a:pt x="3123" y="634"/>
                    </a:cubicBezTo>
                    <a:cubicBezTo>
                      <a:pt x="3034" y="545"/>
                      <a:pt x="2981" y="429"/>
                      <a:pt x="2900" y="331"/>
                    </a:cubicBezTo>
                    <a:cubicBezTo>
                      <a:pt x="2753" y="143"/>
                      <a:pt x="2510" y="40"/>
                      <a:pt x="2269" y="40"/>
                    </a:cubicBezTo>
                    <a:cubicBezTo>
                      <a:pt x="2144" y="40"/>
                      <a:pt x="2020" y="68"/>
                      <a:pt x="1910" y="126"/>
                    </a:cubicBezTo>
                    <a:cubicBezTo>
                      <a:pt x="1856" y="152"/>
                      <a:pt x="1812" y="188"/>
                      <a:pt x="1758" y="197"/>
                    </a:cubicBezTo>
                    <a:cubicBezTo>
                      <a:pt x="1743" y="200"/>
                      <a:pt x="1728" y="201"/>
                      <a:pt x="1713" y="201"/>
                    </a:cubicBezTo>
                    <a:cubicBezTo>
                      <a:pt x="1550" y="201"/>
                      <a:pt x="1432" y="34"/>
                      <a:pt x="1277" y="10"/>
                    </a:cubicBezTo>
                    <a:cubicBezTo>
                      <a:pt x="1244" y="3"/>
                      <a:pt x="1212" y="0"/>
                      <a:pt x="11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6858205" y="3178026"/>
                <a:ext cx="38068" cy="55906"/>
              </a:xfrm>
              <a:custGeom>
                <a:avLst/>
                <a:gdLst/>
                <a:ahLst/>
                <a:cxnLst/>
                <a:rect l="l" t="t" r="r" b="b"/>
                <a:pathLst>
                  <a:path w="572" h="840" extrusionOk="0">
                    <a:moveTo>
                      <a:pt x="257" y="1"/>
                    </a:moveTo>
                    <a:cubicBezTo>
                      <a:pt x="252" y="1"/>
                      <a:pt x="247" y="1"/>
                      <a:pt x="241" y="2"/>
                    </a:cubicBezTo>
                    <a:cubicBezTo>
                      <a:pt x="215" y="11"/>
                      <a:pt x="188" y="28"/>
                      <a:pt x="170" y="46"/>
                    </a:cubicBezTo>
                    <a:cubicBezTo>
                      <a:pt x="108" y="91"/>
                      <a:pt x="63" y="162"/>
                      <a:pt x="45" y="242"/>
                    </a:cubicBezTo>
                    <a:lnTo>
                      <a:pt x="1" y="751"/>
                    </a:lnTo>
                    <a:cubicBezTo>
                      <a:pt x="41" y="814"/>
                      <a:pt x="98" y="839"/>
                      <a:pt x="159" y="839"/>
                    </a:cubicBezTo>
                    <a:cubicBezTo>
                      <a:pt x="260" y="839"/>
                      <a:pt x="370" y="770"/>
                      <a:pt x="420" y="697"/>
                    </a:cubicBezTo>
                    <a:cubicBezTo>
                      <a:pt x="509" y="581"/>
                      <a:pt x="571" y="394"/>
                      <a:pt x="527" y="260"/>
                    </a:cubicBezTo>
                    <a:cubicBezTo>
                      <a:pt x="500" y="198"/>
                      <a:pt x="464" y="144"/>
                      <a:pt x="411" y="91"/>
                    </a:cubicBezTo>
                    <a:cubicBezTo>
                      <a:pt x="370" y="50"/>
                      <a:pt x="321" y="1"/>
                      <a:pt x="257" y="1"/>
                    </a:cubicBezTo>
                    <a:close/>
                  </a:path>
                </a:pathLst>
              </a:custGeom>
              <a:solidFill>
                <a:srgbClr val="F2BE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6811883" y="3148675"/>
                <a:ext cx="41662" cy="15041"/>
              </a:xfrm>
              <a:custGeom>
                <a:avLst/>
                <a:gdLst/>
                <a:ahLst/>
                <a:cxnLst/>
                <a:rect l="l" t="t" r="r" b="b"/>
                <a:pathLst>
                  <a:path w="626" h="226" extrusionOk="0">
                    <a:moveTo>
                      <a:pt x="203" y="1"/>
                    </a:moveTo>
                    <a:cubicBezTo>
                      <a:pt x="141" y="1"/>
                      <a:pt x="92" y="8"/>
                      <a:pt x="72" y="14"/>
                    </a:cubicBezTo>
                    <a:cubicBezTo>
                      <a:pt x="36" y="23"/>
                      <a:pt x="1" y="121"/>
                      <a:pt x="36" y="157"/>
                    </a:cubicBezTo>
                    <a:cubicBezTo>
                      <a:pt x="39" y="160"/>
                      <a:pt x="47" y="161"/>
                      <a:pt x="60" y="161"/>
                    </a:cubicBezTo>
                    <a:cubicBezTo>
                      <a:pt x="81" y="161"/>
                      <a:pt x="116" y="158"/>
                      <a:pt x="161" y="158"/>
                    </a:cubicBezTo>
                    <a:cubicBezTo>
                      <a:pt x="240" y="158"/>
                      <a:pt x="350" y="168"/>
                      <a:pt x="473" y="220"/>
                    </a:cubicBezTo>
                    <a:cubicBezTo>
                      <a:pt x="488" y="223"/>
                      <a:pt x="503" y="225"/>
                      <a:pt x="517" y="225"/>
                    </a:cubicBezTo>
                    <a:cubicBezTo>
                      <a:pt x="537" y="225"/>
                      <a:pt x="556" y="221"/>
                      <a:pt x="572" y="211"/>
                    </a:cubicBezTo>
                    <a:cubicBezTo>
                      <a:pt x="589" y="202"/>
                      <a:pt x="607" y="193"/>
                      <a:pt x="616" y="175"/>
                    </a:cubicBezTo>
                    <a:cubicBezTo>
                      <a:pt x="625" y="157"/>
                      <a:pt x="625" y="148"/>
                      <a:pt x="616" y="130"/>
                    </a:cubicBezTo>
                    <a:cubicBezTo>
                      <a:pt x="607" y="113"/>
                      <a:pt x="589" y="95"/>
                      <a:pt x="572" y="86"/>
                    </a:cubicBezTo>
                    <a:cubicBezTo>
                      <a:pt x="450" y="19"/>
                      <a:pt x="307" y="1"/>
                      <a:pt x="2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6732950" y="3147610"/>
                <a:ext cx="40397" cy="15507"/>
              </a:xfrm>
              <a:custGeom>
                <a:avLst/>
                <a:gdLst/>
                <a:ahLst/>
                <a:cxnLst/>
                <a:rect l="l" t="t" r="r" b="b"/>
                <a:pathLst>
                  <a:path w="607" h="233" extrusionOk="0">
                    <a:moveTo>
                      <a:pt x="476" y="0"/>
                    </a:moveTo>
                    <a:cubicBezTo>
                      <a:pt x="377" y="0"/>
                      <a:pt x="193" y="20"/>
                      <a:pt x="54" y="111"/>
                    </a:cubicBezTo>
                    <a:cubicBezTo>
                      <a:pt x="36" y="120"/>
                      <a:pt x="18" y="137"/>
                      <a:pt x="9" y="155"/>
                    </a:cubicBezTo>
                    <a:cubicBezTo>
                      <a:pt x="0" y="164"/>
                      <a:pt x="9" y="182"/>
                      <a:pt x="9" y="191"/>
                    </a:cubicBezTo>
                    <a:cubicBezTo>
                      <a:pt x="18" y="209"/>
                      <a:pt x="36" y="218"/>
                      <a:pt x="54" y="227"/>
                    </a:cubicBezTo>
                    <a:cubicBezTo>
                      <a:pt x="65" y="230"/>
                      <a:pt x="77" y="232"/>
                      <a:pt x="91" y="232"/>
                    </a:cubicBezTo>
                    <a:cubicBezTo>
                      <a:pt x="110" y="232"/>
                      <a:pt x="131" y="228"/>
                      <a:pt x="152" y="218"/>
                    </a:cubicBezTo>
                    <a:cubicBezTo>
                      <a:pt x="375" y="120"/>
                      <a:pt x="562" y="155"/>
                      <a:pt x="580" y="137"/>
                    </a:cubicBezTo>
                    <a:cubicBezTo>
                      <a:pt x="607" y="102"/>
                      <a:pt x="571" y="13"/>
                      <a:pt x="535" y="4"/>
                    </a:cubicBezTo>
                    <a:cubicBezTo>
                      <a:pt x="524" y="2"/>
                      <a:pt x="503" y="0"/>
                      <a:pt x="47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Google Shape;1446;p29"/>
              <p:cNvSpPr/>
              <p:nvPr/>
            </p:nvSpPr>
            <p:spPr>
              <a:xfrm>
                <a:off x="6819670" y="3178359"/>
                <a:ext cx="13044" cy="14709"/>
              </a:xfrm>
              <a:custGeom>
                <a:avLst/>
                <a:gdLst/>
                <a:ahLst/>
                <a:cxnLst/>
                <a:rect l="l" t="t" r="r" b="b"/>
                <a:pathLst>
                  <a:path w="196" h="221" extrusionOk="0">
                    <a:moveTo>
                      <a:pt x="88" y="0"/>
                    </a:moveTo>
                    <a:cubicBezTo>
                      <a:pt x="69" y="0"/>
                      <a:pt x="47" y="6"/>
                      <a:pt x="35" y="23"/>
                    </a:cubicBezTo>
                    <a:cubicBezTo>
                      <a:pt x="1" y="92"/>
                      <a:pt x="33" y="220"/>
                      <a:pt x="116" y="220"/>
                    </a:cubicBezTo>
                    <a:cubicBezTo>
                      <a:pt x="119" y="220"/>
                      <a:pt x="122" y="220"/>
                      <a:pt x="125" y="220"/>
                    </a:cubicBezTo>
                    <a:cubicBezTo>
                      <a:pt x="196" y="211"/>
                      <a:pt x="196" y="77"/>
                      <a:pt x="151" y="23"/>
                    </a:cubicBezTo>
                    <a:cubicBezTo>
                      <a:pt x="142" y="14"/>
                      <a:pt x="133" y="6"/>
                      <a:pt x="116" y="6"/>
                    </a:cubicBezTo>
                    <a:cubicBezTo>
                      <a:pt x="109" y="2"/>
                      <a:pt x="99" y="0"/>
                      <a:pt x="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Google Shape;1447;p29"/>
              <p:cNvSpPr/>
              <p:nvPr/>
            </p:nvSpPr>
            <p:spPr>
              <a:xfrm>
                <a:off x="6751918" y="3178092"/>
                <a:ext cx="12512" cy="14975"/>
              </a:xfrm>
              <a:custGeom>
                <a:avLst/>
                <a:gdLst/>
                <a:ahLst/>
                <a:cxnLst/>
                <a:rect l="l" t="t" r="r" b="b"/>
                <a:pathLst>
                  <a:path w="188" h="225" extrusionOk="0">
                    <a:moveTo>
                      <a:pt x="85" y="1"/>
                    </a:moveTo>
                    <a:cubicBezTo>
                      <a:pt x="70" y="1"/>
                      <a:pt x="54" y="5"/>
                      <a:pt x="45" y="18"/>
                    </a:cubicBezTo>
                    <a:cubicBezTo>
                      <a:pt x="1" y="81"/>
                      <a:pt x="1" y="215"/>
                      <a:pt x="90" y="224"/>
                    </a:cubicBezTo>
                    <a:cubicBezTo>
                      <a:pt x="92" y="224"/>
                      <a:pt x="95" y="224"/>
                      <a:pt x="97" y="224"/>
                    </a:cubicBezTo>
                    <a:cubicBezTo>
                      <a:pt x="163" y="224"/>
                      <a:pt x="187" y="105"/>
                      <a:pt x="161" y="45"/>
                    </a:cubicBezTo>
                    <a:cubicBezTo>
                      <a:pt x="152" y="27"/>
                      <a:pt x="143" y="18"/>
                      <a:pt x="126" y="10"/>
                    </a:cubicBezTo>
                    <a:cubicBezTo>
                      <a:pt x="117" y="5"/>
                      <a:pt x="101" y="1"/>
                      <a:pt x="8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6781002" y="3180488"/>
                <a:ext cx="32145" cy="46988"/>
              </a:xfrm>
              <a:custGeom>
                <a:avLst/>
                <a:gdLst/>
                <a:ahLst/>
                <a:cxnLst/>
                <a:rect l="l" t="t" r="r" b="b"/>
                <a:pathLst>
                  <a:path w="483" h="706" extrusionOk="0">
                    <a:moveTo>
                      <a:pt x="99" y="0"/>
                    </a:moveTo>
                    <a:lnTo>
                      <a:pt x="99" y="0"/>
                    </a:lnTo>
                    <a:cubicBezTo>
                      <a:pt x="63" y="179"/>
                      <a:pt x="1" y="616"/>
                      <a:pt x="117" y="678"/>
                    </a:cubicBezTo>
                    <a:cubicBezTo>
                      <a:pt x="152" y="705"/>
                      <a:pt x="197" y="705"/>
                      <a:pt x="242" y="705"/>
                    </a:cubicBezTo>
                    <a:cubicBezTo>
                      <a:pt x="349" y="705"/>
                      <a:pt x="465" y="669"/>
                      <a:pt x="483" y="660"/>
                    </a:cubicBezTo>
                    <a:lnTo>
                      <a:pt x="456" y="589"/>
                    </a:lnTo>
                    <a:cubicBezTo>
                      <a:pt x="411" y="602"/>
                      <a:pt x="315" y="633"/>
                      <a:pt x="235" y="633"/>
                    </a:cubicBezTo>
                    <a:cubicBezTo>
                      <a:pt x="204" y="633"/>
                      <a:pt x="175" y="628"/>
                      <a:pt x="152" y="616"/>
                    </a:cubicBezTo>
                    <a:cubicBezTo>
                      <a:pt x="108" y="589"/>
                      <a:pt x="117" y="312"/>
                      <a:pt x="170" y="9"/>
                    </a:cubicBezTo>
                    <a:lnTo>
                      <a:pt x="99" y="0"/>
                    </a:lnTo>
                    <a:close/>
                  </a:path>
                </a:pathLst>
              </a:custGeom>
              <a:solidFill>
                <a:srgbClr val="DD816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6779804" y="3239855"/>
                <a:ext cx="39266" cy="22163"/>
              </a:xfrm>
              <a:custGeom>
                <a:avLst/>
                <a:gdLst/>
                <a:ahLst/>
                <a:cxnLst/>
                <a:rect l="l" t="t" r="r" b="b"/>
                <a:pathLst>
                  <a:path w="590" h="333" extrusionOk="0">
                    <a:moveTo>
                      <a:pt x="590" y="0"/>
                    </a:moveTo>
                    <a:lnTo>
                      <a:pt x="1" y="36"/>
                    </a:lnTo>
                    <a:cubicBezTo>
                      <a:pt x="10" y="235"/>
                      <a:pt x="139" y="333"/>
                      <a:pt x="275" y="333"/>
                    </a:cubicBezTo>
                    <a:cubicBezTo>
                      <a:pt x="420" y="333"/>
                      <a:pt x="571" y="221"/>
                      <a:pt x="59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6655149" y="3435792"/>
                <a:ext cx="283846" cy="184091"/>
              </a:xfrm>
              <a:custGeom>
                <a:avLst/>
                <a:gdLst/>
                <a:ahLst/>
                <a:cxnLst/>
                <a:rect l="l" t="t" r="r" b="b"/>
                <a:pathLst>
                  <a:path w="4265" h="2766" extrusionOk="0">
                    <a:moveTo>
                      <a:pt x="125" y="0"/>
                    </a:moveTo>
                    <a:lnTo>
                      <a:pt x="1" y="45"/>
                    </a:lnTo>
                    <a:lnTo>
                      <a:pt x="36" y="348"/>
                    </a:lnTo>
                    <a:lnTo>
                      <a:pt x="340" y="2471"/>
                    </a:lnTo>
                    <a:lnTo>
                      <a:pt x="3908" y="2766"/>
                    </a:lnTo>
                    <a:lnTo>
                      <a:pt x="4265" y="125"/>
                    </a:lnTo>
                    <a:lnTo>
                      <a:pt x="4095" y="0"/>
                    </a:lnTo>
                    <a:lnTo>
                      <a:pt x="2133" y="892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29"/>
              <p:cNvSpPr/>
              <p:nvPr/>
            </p:nvSpPr>
            <p:spPr>
              <a:xfrm>
                <a:off x="6807158" y="3438454"/>
                <a:ext cx="137764" cy="247385"/>
              </a:xfrm>
              <a:custGeom>
                <a:avLst/>
                <a:gdLst/>
                <a:ahLst/>
                <a:cxnLst/>
                <a:rect l="l" t="t" r="r" b="b"/>
                <a:pathLst>
                  <a:path w="2070" h="3717" extrusionOk="0">
                    <a:moveTo>
                      <a:pt x="2013" y="0"/>
                    </a:moveTo>
                    <a:cubicBezTo>
                      <a:pt x="2005" y="0"/>
                      <a:pt x="1998" y="2"/>
                      <a:pt x="1990" y="5"/>
                    </a:cubicBezTo>
                    <a:lnTo>
                      <a:pt x="0" y="897"/>
                    </a:lnTo>
                    <a:lnTo>
                      <a:pt x="18" y="3716"/>
                    </a:lnTo>
                    <a:lnTo>
                      <a:pt x="1713" y="2770"/>
                    </a:lnTo>
                    <a:cubicBezTo>
                      <a:pt x="1731" y="2761"/>
                      <a:pt x="1749" y="2735"/>
                      <a:pt x="1749" y="2717"/>
                    </a:cubicBezTo>
                    <a:lnTo>
                      <a:pt x="2070" y="67"/>
                    </a:lnTo>
                    <a:cubicBezTo>
                      <a:pt x="2070" y="31"/>
                      <a:pt x="2046" y="0"/>
                      <a:pt x="20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Google Shape;1452;p29"/>
              <p:cNvSpPr/>
              <p:nvPr/>
            </p:nvSpPr>
            <p:spPr>
              <a:xfrm>
                <a:off x="6649825" y="3438454"/>
                <a:ext cx="137764" cy="247385"/>
              </a:xfrm>
              <a:custGeom>
                <a:avLst/>
                <a:gdLst/>
                <a:ahLst/>
                <a:cxnLst/>
                <a:rect l="l" t="t" r="r" b="b"/>
                <a:pathLst>
                  <a:path w="2070" h="3717" extrusionOk="0">
                    <a:moveTo>
                      <a:pt x="57" y="0"/>
                    </a:moveTo>
                    <a:cubicBezTo>
                      <a:pt x="24" y="0"/>
                      <a:pt x="0" y="31"/>
                      <a:pt x="0" y="67"/>
                    </a:cubicBezTo>
                    <a:lnTo>
                      <a:pt x="321" y="2717"/>
                    </a:lnTo>
                    <a:cubicBezTo>
                      <a:pt x="321" y="2735"/>
                      <a:pt x="339" y="2761"/>
                      <a:pt x="357" y="2770"/>
                    </a:cubicBezTo>
                    <a:lnTo>
                      <a:pt x="2052" y="3716"/>
                    </a:lnTo>
                    <a:lnTo>
                      <a:pt x="2070" y="897"/>
                    </a:lnTo>
                    <a:lnTo>
                      <a:pt x="81" y="5"/>
                    </a:lnTo>
                    <a:cubicBezTo>
                      <a:pt x="72" y="2"/>
                      <a:pt x="65" y="0"/>
                      <a:pt x="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6786393" y="3498087"/>
                <a:ext cx="22029" cy="187752"/>
              </a:xfrm>
              <a:custGeom>
                <a:avLst/>
                <a:gdLst/>
                <a:ahLst/>
                <a:cxnLst/>
                <a:rect l="l" t="t" r="r" b="b"/>
                <a:pathLst>
                  <a:path w="331" h="2821" extrusionOk="0">
                    <a:moveTo>
                      <a:pt x="18" y="1"/>
                    </a:moveTo>
                    <a:lnTo>
                      <a:pt x="0" y="2820"/>
                    </a:lnTo>
                    <a:lnTo>
                      <a:pt x="330" y="2820"/>
                    </a:lnTo>
                    <a:lnTo>
                      <a:pt x="31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6823797" y="3465475"/>
                <a:ext cx="102158" cy="96838"/>
              </a:xfrm>
              <a:custGeom>
                <a:avLst/>
                <a:gdLst/>
                <a:ahLst/>
                <a:cxnLst/>
                <a:rect l="l" t="t" r="r" b="b"/>
                <a:pathLst>
                  <a:path w="1535" h="1455" extrusionOk="0">
                    <a:moveTo>
                      <a:pt x="1535" y="0"/>
                    </a:moveTo>
                    <a:lnTo>
                      <a:pt x="0" y="687"/>
                    </a:lnTo>
                    <a:lnTo>
                      <a:pt x="0" y="1454"/>
                    </a:lnTo>
                    <a:lnTo>
                      <a:pt x="1454" y="821"/>
                    </a:lnTo>
                    <a:lnTo>
                      <a:pt x="153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6766760" y="3249372"/>
                <a:ext cx="93307" cy="39201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589" extrusionOk="0">
                    <a:moveTo>
                      <a:pt x="1348" y="0"/>
                    </a:moveTo>
                    <a:cubicBezTo>
                      <a:pt x="1339" y="0"/>
                      <a:pt x="1009" y="473"/>
                      <a:pt x="607" y="509"/>
                    </a:cubicBezTo>
                    <a:cubicBezTo>
                      <a:pt x="564" y="513"/>
                      <a:pt x="523" y="514"/>
                      <a:pt x="485" y="514"/>
                    </a:cubicBezTo>
                    <a:cubicBezTo>
                      <a:pt x="181" y="514"/>
                      <a:pt x="54" y="402"/>
                      <a:pt x="54" y="402"/>
                    </a:cubicBezTo>
                    <a:lnTo>
                      <a:pt x="1" y="455"/>
                    </a:lnTo>
                    <a:cubicBezTo>
                      <a:pt x="10" y="464"/>
                      <a:pt x="152" y="589"/>
                      <a:pt x="482" y="589"/>
                    </a:cubicBezTo>
                    <a:cubicBezTo>
                      <a:pt x="518" y="589"/>
                      <a:pt x="572" y="589"/>
                      <a:pt x="616" y="580"/>
                    </a:cubicBezTo>
                    <a:cubicBezTo>
                      <a:pt x="1044" y="544"/>
                      <a:pt x="1392" y="63"/>
                      <a:pt x="1401" y="45"/>
                    </a:cubicBezTo>
                    <a:lnTo>
                      <a:pt x="1348" y="0"/>
                    </a:lnTo>
                    <a:close/>
                  </a:path>
                </a:pathLst>
              </a:custGeom>
              <a:solidFill>
                <a:srgbClr val="DD816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Google Shape;1456;p29"/>
              <p:cNvSpPr/>
              <p:nvPr/>
            </p:nvSpPr>
            <p:spPr>
              <a:xfrm>
                <a:off x="6860002" y="3542212"/>
                <a:ext cx="97433" cy="123992"/>
              </a:xfrm>
              <a:custGeom>
                <a:avLst/>
                <a:gdLst/>
                <a:ahLst/>
                <a:cxnLst/>
                <a:rect l="l" t="t" r="r" b="b"/>
                <a:pathLst>
                  <a:path w="1464" h="1863" extrusionOk="0">
                    <a:moveTo>
                      <a:pt x="591" y="1"/>
                    </a:moveTo>
                    <a:cubicBezTo>
                      <a:pt x="583" y="1"/>
                      <a:pt x="577" y="3"/>
                      <a:pt x="571" y="7"/>
                    </a:cubicBezTo>
                    <a:cubicBezTo>
                      <a:pt x="500" y="70"/>
                      <a:pt x="857" y="533"/>
                      <a:pt x="919" y="774"/>
                    </a:cubicBezTo>
                    <a:cubicBezTo>
                      <a:pt x="866" y="658"/>
                      <a:pt x="750" y="542"/>
                      <a:pt x="669" y="400"/>
                    </a:cubicBezTo>
                    <a:cubicBezTo>
                      <a:pt x="544" y="190"/>
                      <a:pt x="418" y="5"/>
                      <a:pt x="359" y="5"/>
                    </a:cubicBezTo>
                    <a:cubicBezTo>
                      <a:pt x="355" y="5"/>
                      <a:pt x="351" y="5"/>
                      <a:pt x="348" y="7"/>
                    </a:cubicBezTo>
                    <a:cubicBezTo>
                      <a:pt x="268" y="52"/>
                      <a:pt x="393" y="364"/>
                      <a:pt x="482" y="507"/>
                    </a:cubicBezTo>
                    <a:cubicBezTo>
                      <a:pt x="580" y="667"/>
                      <a:pt x="678" y="765"/>
                      <a:pt x="776" y="935"/>
                    </a:cubicBezTo>
                    <a:cubicBezTo>
                      <a:pt x="652" y="810"/>
                      <a:pt x="562" y="712"/>
                      <a:pt x="455" y="560"/>
                    </a:cubicBezTo>
                    <a:cubicBezTo>
                      <a:pt x="379" y="459"/>
                      <a:pt x="240" y="191"/>
                      <a:pt x="180" y="191"/>
                    </a:cubicBezTo>
                    <a:cubicBezTo>
                      <a:pt x="176" y="191"/>
                      <a:pt x="173" y="192"/>
                      <a:pt x="170" y="194"/>
                    </a:cubicBezTo>
                    <a:cubicBezTo>
                      <a:pt x="116" y="239"/>
                      <a:pt x="179" y="489"/>
                      <a:pt x="241" y="596"/>
                    </a:cubicBezTo>
                    <a:cubicBezTo>
                      <a:pt x="348" y="765"/>
                      <a:pt x="455" y="908"/>
                      <a:pt x="562" y="1069"/>
                    </a:cubicBezTo>
                    <a:cubicBezTo>
                      <a:pt x="405" y="994"/>
                      <a:pt x="201" y="643"/>
                      <a:pt x="102" y="643"/>
                    </a:cubicBezTo>
                    <a:cubicBezTo>
                      <a:pt x="94" y="643"/>
                      <a:pt x="87" y="645"/>
                      <a:pt x="81" y="649"/>
                    </a:cubicBezTo>
                    <a:cubicBezTo>
                      <a:pt x="0" y="721"/>
                      <a:pt x="259" y="1069"/>
                      <a:pt x="384" y="1220"/>
                    </a:cubicBezTo>
                    <a:cubicBezTo>
                      <a:pt x="571" y="1452"/>
                      <a:pt x="785" y="1666"/>
                      <a:pt x="1017" y="1863"/>
                    </a:cubicBezTo>
                    <a:lnTo>
                      <a:pt x="1463" y="1559"/>
                    </a:lnTo>
                    <a:cubicBezTo>
                      <a:pt x="1463" y="1051"/>
                      <a:pt x="1347" y="632"/>
                      <a:pt x="1062" y="275"/>
                    </a:cubicBezTo>
                    <a:lnTo>
                      <a:pt x="1026" y="560"/>
                    </a:lnTo>
                    <a:cubicBezTo>
                      <a:pt x="951" y="369"/>
                      <a:pt x="691" y="1"/>
                      <a:pt x="591" y="1"/>
                    </a:cubicBezTo>
                    <a:close/>
                  </a:path>
                </a:pathLst>
              </a:custGeom>
              <a:solidFill>
                <a:srgbClr val="F2BE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29"/>
              <p:cNvSpPr/>
              <p:nvPr/>
            </p:nvSpPr>
            <p:spPr>
              <a:xfrm>
                <a:off x="6925291" y="3664939"/>
                <a:ext cx="219756" cy="276736"/>
              </a:xfrm>
              <a:custGeom>
                <a:avLst/>
                <a:gdLst/>
                <a:ahLst/>
                <a:cxnLst/>
                <a:rect l="l" t="t" r="r" b="b"/>
                <a:pathLst>
                  <a:path w="3302" h="4158" extrusionOk="0">
                    <a:moveTo>
                      <a:pt x="72" y="1"/>
                    </a:moveTo>
                    <a:lnTo>
                      <a:pt x="1" y="28"/>
                    </a:lnTo>
                    <a:cubicBezTo>
                      <a:pt x="1615" y="3605"/>
                      <a:pt x="3212" y="4140"/>
                      <a:pt x="3275" y="4158"/>
                    </a:cubicBezTo>
                    <a:lnTo>
                      <a:pt x="3301" y="4087"/>
                    </a:lnTo>
                    <a:cubicBezTo>
                      <a:pt x="3284" y="4087"/>
                      <a:pt x="1669" y="3542"/>
                      <a:pt x="7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6956172" y="3643575"/>
                <a:ext cx="235197" cy="146155"/>
              </a:xfrm>
              <a:custGeom>
                <a:avLst/>
                <a:gdLst/>
                <a:ahLst/>
                <a:cxnLst/>
                <a:rect l="l" t="t" r="r" b="b"/>
                <a:pathLst>
                  <a:path w="3534" h="2196" extrusionOk="0">
                    <a:moveTo>
                      <a:pt x="36" y="1"/>
                    </a:moveTo>
                    <a:lnTo>
                      <a:pt x="0" y="63"/>
                    </a:lnTo>
                    <a:cubicBezTo>
                      <a:pt x="27" y="81"/>
                      <a:pt x="2516" y="1232"/>
                      <a:pt x="3480" y="2195"/>
                    </a:cubicBezTo>
                    <a:lnTo>
                      <a:pt x="3533" y="2142"/>
                    </a:lnTo>
                    <a:cubicBezTo>
                      <a:pt x="2561" y="1169"/>
                      <a:pt x="54" y="10"/>
                      <a:pt x="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7033974" y="3512995"/>
                <a:ext cx="74872" cy="213176"/>
              </a:xfrm>
              <a:custGeom>
                <a:avLst/>
                <a:gdLst/>
                <a:ahLst/>
                <a:cxnLst/>
                <a:rect l="l" t="t" r="r" b="b"/>
                <a:pathLst>
                  <a:path w="1125" h="3203" extrusionOk="0">
                    <a:moveTo>
                      <a:pt x="63" y="0"/>
                    </a:moveTo>
                    <a:lnTo>
                      <a:pt x="0" y="36"/>
                    </a:lnTo>
                    <a:cubicBezTo>
                      <a:pt x="518" y="928"/>
                      <a:pt x="1044" y="3185"/>
                      <a:pt x="1053" y="3203"/>
                    </a:cubicBezTo>
                    <a:lnTo>
                      <a:pt x="1124" y="3185"/>
                    </a:lnTo>
                    <a:cubicBezTo>
                      <a:pt x="1115" y="3167"/>
                      <a:pt x="589" y="901"/>
                      <a:pt x="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Google Shape;1460;p29"/>
              <p:cNvSpPr/>
              <p:nvPr/>
            </p:nvSpPr>
            <p:spPr>
              <a:xfrm>
                <a:off x="6615949" y="3542212"/>
                <a:ext cx="97433" cy="123992"/>
              </a:xfrm>
              <a:custGeom>
                <a:avLst/>
                <a:gdLst/>
                <a:ahLst/>
                <a:cxnLst/>
                <a:rect l="l" t="t" r="r" b="b"/>
                <a:pathLst>
                  <a:path w="1464" h="1863" extrusionOk="0">
                    <a:moveTo>
                      <a:pt x="875" y="1"/>
                    </a:moveTo>
                    <a:cubicBezTo>
                      <a:pt x="780" y="1"/>
                      <a:pt x="513" y="369"/>
                      <a:pt x="438" y="560"/>
                    </a:cubicBezTo>
                    <a:lnTo>
                      <a:pt x="411" y="275"/>
                    </a:lnTo>
                    <a:cubicBezTo>
                      <a:pt x="117" y="632"/>
                      <a:pt x="1" y="1051"/>
                      <a:pt x="10" y="1559"/>
                    </a:cubicBezTo>
                    <a:lnTo>
                      <a:pt x="447" y="1863"/>
                    </a:lnTo>
                    <a:cubicBezTo>
                      <a:pt x="679" y="1666"/>
                      <a:pt x="893" y="1452"/>
                      <a:pt x="1080" y="1220"/>
                    </a:cubicBezTo>
                    <a:cubicBezTo>
                      <a:pt x="1205" y="1069"/>
                      <a:pt x="1464" y="721"/>
                      <a:pt x="1383" y="649"/>
                    </a:cubicBezTo>
                    <a:cubicBezTo>
                      <a:pt x="1378" y="645"/>
                      <a:pt x="1371" y="643"/>
                      <a:pt x="1364" y="643"/>
                    </a:cubicBezTo>
                    <a:cubicBezTo>
                      <a:pt x="1271" y="643"/>
                      <a:pt x="1067" y="994"/>
                      <a:pt x="902" y="1069"/>
                    </a:cubicBezTo>
                    <a:cubicBezTo>
                      <a:pt x="1009" y="908"/>
                      <a:pt x="1116" y="765"/>
                      <a:pt x="1223" y="596"/>
                    </a:cubicBezTo>
                    <a:cubicBezTo>
                      <a:pt x="1294" y="489"/>
                      <a:pt x="1357" y="239"/>
                      <a:pt x="1303" y="194"/>
                    </a:cubicBezTo>
                    <a:cubicBezTo>
                      <a:pt x="1300" y="192"/>
                      <a:pt x="1297" y="191"/>
                      <a:pt x="1293" y="191"/>
                    </a:cubicBezTo>
                    <a:cubicBezTo>
                      <a:pt x="1232" y="191"/>
                      <a:pt x="1085" y="459"/>
                      <a:pt x="1009" y="560"/>
                    </a:cubicBezTo>
                    <a:cubicBezTo>
                      <a:pt x="902" y="712"/>
                      <a:pt x="821" y="810"/>
                      <a:pt x="697" y="935"/>
                    </a:cubicBezTo>
                    <a:cubicBezTo>
                      <a:pt x="795" y="765"/>
                      <a:pt x="893" y="667"/>
                      <a:pt x="991" y="507"/>
                    </a:cubicBezTo>
                    <a:cubicBezTo>
                      <a:pt x="1071" y="364"/>
                      <a:pt x="1205" y="52"/>
                      <a:pt x="1116" y="7"/>
                    </a:cubicBezTo>
                    <a:cubicBezTo>
                      <a:pt x="1113" y="5"/>
                      <a:pt x="1110" y="5"/>
                      <a:pt x="1107" y="5"/>
                    </a:cubicBezTo>
                    <a:cubicBezTo>
                      <a:pt x="1055" y="5"/>
                      <a:pt x="929" y="190"/>
                      <a:pt x="804" y="400"/>
                    </a:cubicBezTo>
                    <a:cubicBezTo>
                      <a:pt x="714" y="542"/>
                      <a:pt x="598" y="658"/>
                      <a:pt x="545" y="774"/>
                    </a:cubicBezTo>
                    <a:cubicBezTo>
                      <a:pt x="607" y="533"/>
                      <a:pt x="964" y="70"/>
                      <a:pt x="893" y="7"/>
                    </a:cubicBezTo>
                    <a:cubicBezTo>
                      <a:pt x="888" y="3"/>
                      <a:pt x="882" y="1"/>
                      <a:pt x="875" y="1"/>
                    </a:cubicBezTo>
                    <a:close/>
                  </a:path>
                </a:pathLst>
              </a:custGeom>
              <a:solidFill>
                <a:srgbClr val="F2BE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Google Shape;1461;p29"/>
              <p:cNvSpPr/>
              <p:nvPr/>
            </p:nvSpPr>
            <p:spPr>
              <a:xfrm>
                <a:off x="6428932" y="3664939"/>
                <a:ext cx="219157" cy="276736"/>
              </a:xfrm>
              <a:custGeom>
                <a:avLst/>
                <a:gdLst/>
                <a:ahLst/>
                <a:cxnLst/>
                <a:rect l="l" t="t" r="r" b="b"/>
                <a:pathLst>
                  <a:path w="3293" h="4158" extrusionOk="0">
                    <a:moveTo>
                      <a:pt x="3230" y="1"/>
                    </a:moveTo>
                    <a:cubicBezTo>
                      <a:pt x="1624" y="3542"/>
                      <a:pt x="10" y="4087"/>
                      <a:pt x="1" y="4087"/>
                    </a:cubicBezTo>
                    <a:lnTo>
                      <a:pt x="18" y="4158"/>
                    </a:lnTo>
                    <a:cubicBezTo>
                      <a:pt x="90" y="4140"/>
                      <a:pt x="1678" y="3605"/>
                      <a:pt x="3292" y="28"/>
                    </a:cubicBezTo>
                    <a:lnTo>
                      <a:pt x="323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29"/>
              <p:cNvSpPr/>
              <p:nvPr/>
            </p:nvSpPr>
            <p:spPr>
              <a:xfrm>
                <a:off x="6382611" y="3643575"/>
                <a:ext cx="234598" cy="146155"/>
              </a:xfrm>
              <a:custGeom>
                <a:avLst/>
                <a:gdLst/>
                <a:ahLst/>
                <a:cxnLst/>
                <a:rect l="l" t="t" r="r" b="b"/>
                <a:pathLst>
                  <a:path w="3525" h="2196" extrusionOk="0">
                    <a:moveTo>
                      <a:pt x="3498" y="1"/>
                    </a:moveTo>
                    <a:cubicBezTo>
                      <a:pt x="3471" y="10"/>
                      <a:pt x="973" y="1169"/>
                      <a:pt x="1" y="2142"/>
                    </a:cubicBezTo>
                    <a:lnTo>
                      <a:pt x="54" y="2195"/>
                    </a:lnTo>
                    <a:cubicBezTo>
                      <a:pt x="1018" y="1232"/>
                      <a:pt x="3507" y="81"/>
                      <a:pt x="3525" y="63"/>
                    </a:cubicBezTo>
                    <a:lnTo>
                      <a:pt x="349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6549461" y="3514725"/>
                <a:ext cx="54706" cy="16392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2463" extrusionOk="0">
                    <a:moveTo>
                      <a:pt x="759" y="1"/>
                    </a:moveTo>
                    <a:cubicBezTo>
                      <a:pt x="277" y="1125"/>
                      <a:pt x="1" y="2427"/>
                      <a:pt x="1" y="2445"/>
                    </a:cubicBezTo>
                    <a:lnTo>
                      <a:pt x="72" y="2463"/>
                    </a:lnTo>
                    <a:cubicBezTo>
                      <a:pt x="72" y="2445"/>
                      <a:pt x="348" y="1152"/>
                      <a:pt x="821" y="36"/>
                    </a:cubicBezTo>
                    <a:lnTo>
                      <a:pt x="75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64" name="Google Shape;1464;p29"/>
          <p:cNvGrpSpPr/>
          <p:nvPr/>
        </p:nvGrpSpPr>
        <p:grpSpPr>
          <a:xfrm>
            <a:off x="5160873" y="281048"/>
            <a:ext cx="2533802" cy="1512017"/>
            <a:chOff x="5359848" y="509229"/>
            <a:chExt cx="2275733" cy="1358017"/>
          </a:xfrm>
        </p:grpSpPr>
        <p:sp>
          <p:nvSpPr>
            <p:cNvPr id="1465" name="Google Shape;1465;p29"/>
            <p:cNvSpPr/>
            <p:nvPr/>
          </p:nvSpPr>
          <p:spPr>
            <a:xfrm>
              <a:off x="5359848" y="509229"/>
              <a:ext cx="1928745" cy="488181"/>
            </a:xfrm>
            <a:custGeom>
              <a:avLst/>
              <a:gdLst/>
              <a:ahLst/>
              <a:cxnLst/>
              <a:rect l="l" t="t" r="r" b="b"/>
              <a:pathLst>
                <a:path w="23646" h="5985" extrusionOk="0">
                  <a:moveTo>
                    <a:pt x="1542" y="0"/>
                  </a:moveTo>
                  <a:cubicBezTo>
                    <a:pt x="690" y="0"/>
                    <a:pt x="0" y="690"/>
                    <a:pt x="0" y="1542"/>
                  </a:cubicBezTo>
                  <a:lnTo>
                    <a:pt x="0" y="4447"/>
                  </a:lnTo>
                  <a:cubicBezTo>
                    <a:pt x="0" y="5295"/>
                    <a:pt x="690" y="5984"/>
                    <a:pt x="1542" y="5984"/>
                  </a:cubicBezTo>
                  <a:lnTo>
                    <a:pt x="22108" y="5984"/>
                  </a:lnTo>
                  <a:cubicBezTo>
                    <a:pt x="22956" y="5984"/>
                    <a:pt x="23645" y="5295"/>
                    <a:pt x="23645" y="4447"/>
                  </a:cubicBezTo>
                  <a:lnTo>
                    <a:pt x="23645" y="1542"/>
                  </a:lnTo>
                  <a:cubicBezTo>
                    <a:pt x="23645" y="690"/>
                    <a:pt x="22956" y="0"/>
                    <a:pt x="2210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29"/>
            <p:cNvSpPr/>
            <p:nvPr/>
          </p:nvSpPr>
          <p:spPr>
            <a:xfrm>
              <a:off x="5359848" y="835906"/>
              <a:ext cx="1928745" cy="161504"/>
            </a:xfrm>
            <a:custGeom>
              <a:avLst/>
              <a:gdLst/>
              <a:ahLst/>
              <a:cxnLst/>
              <a:rect l="l" t="t" r="r" b="b"/>
              <a:pathLst>
                <a:path w="23646" h="1980" extrusionOk="0">
                  <a:moveTo>
                    <a:pt x="0" y="1"/>
                  </a:moveTo>
                  <a:lnTo>
                    <a:pt x="0" y="1217"/>
                  </a:lnTo>
                  <a:cubicBezTo>
                    <a:pt x="0" y="1641"/>
                    <a:pt x="343" y="1979"/>
                    <a:pt x="763" y="1979"/>
                  </a:cubicBezTo>
                  <a:lnTo>
                    <a:pt x="22883" y="1979"/>
                  </a:lnTo>
                  <a:cubicBezTo>
                    <a:pt x="23307" y="1979"/>
                    <a:pt x="23645" y="1641"/>
                    <a:pt x="23645" y="1217"/>
                  </a:cubicBezTo>
                  <a:lnTo>
                    <a:pt x="23645" y="1"/>
                  </a:lnTo>
                  <a:cubicBezTo>
                    <a:pt x="23645" y="425"/>
                    <a:pt x="23307" y="767"/>
                    <a:pt x="22883" y="767"/>
                  </a:cubicBezTo>
                  <a:lnTo>
                    <a:pt x="763" y="767"/>
                  </a:lnTo>
                  <a:cubicBezTo>
                    <a:pt x="343" y="767"/>
                    <a:pt x="0" y="425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29"/>
            <p:cNvSpPr/>
            <p:nvPr/>
          </p:nvSpPr>
          <p:spPr>
            <a:xfrm>
              <a:off x="5421350" y="822285"/>
              <a:ext cx="1805741" cy="27651"/>
            </a:xfrm>
            <a:custGeom>
              <a:avLst/>
              <a:gdLst/>
              <a:ahLst/>
              <a:cxnLst/>
              <a:rect l="l" t="t" r="r" b="b"/>
              <a:pathLst>
                <a:path w="22138" h="339" extrusionOk="0">
                  <a:moveTo>
                    <a:pt x="0" y="0"/>
                  </a:moveTo>
                  <a:lnTo>
                    <a:pt x="0" y="339"/>
                  </a:lnTo>
                  <a:lnTo>
                    <a:pt x="22138" y="339"/>
                  </a:lnTo>
                  <a:lnTo>
                    <a:pt x="221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29"/>
            <p:cNvSpPr/>
            <p:nvPr/>
          </p:nvSpPr>
          <p:spPr>
            <a:xfrm>
              <a:off x="5421350" y="760457"/>
              <a:ext cx="1805741" cy="27651"/>
            </a:xfrm>
            <a:custGeom>
              <a:avLst/>
              <a:gdLst/>
              <a:ahLst/>
              <a:cxnLst/>
              <a:rect l="l" t="t" r="r" b="b"/>
              <a:pathLst>
                <a:path w="22138" h="339" extrusionOk="0">
                  <a:moveTo>
                    <a:pt x="0" y="0"/>
                  </a:moveTo>
                  <a:lnTo>
                    <a:pt x="0" y="339"/>
                  </a:lnTo>
                  <a:lnTo>
                    <a:pt x="22138" y="339"/>
                  </a:lnTo>
                  <a:lnTo>
                    <a:pt x="221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29"/>
            <p:cNvSpPr/>
            <p:nvPr/>
          </p:nvSpPr>
          <p:spPr>
            <a:xfrm>
              <a:off x="5421350" y="698955"/>
              <a:ext cx="1805741" cy="27651"/>
            </a:xfrm>
            <a:custGeom>
              <a:avLst/>
              <a:gdLst/>
              <a:ahLst/>
              <a:cxnLst/>
              <a:rect l="l" t="t" r="r" b="b"/>
              <a:pathLst>
                <a:path w="22138" h="339" extrusionOk="0">
                  <a:moveTo>
                    <a:pt x="0" y="0"/>
                  </a:moveTo>
                  <a:lnTo>
                    <a:pt x="0" y="339"/>
                  </a:lnTo>
                  <a:lnTo>
                    <a:pt x="22138" y="339"/>
                  </a:lnTo>
                  <a:lnTo>
                    <a:pt x="221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29"/>
            <p:cNvSpPr/>
            <p:nvPr/>
          </p:nvSpPr>
          <p:spPr>
            <a:xfrm>
              <a:off x="6003417" y="571791"/>
              <a:ext cx="641936" cy="27651"/>
            </a:xfrm>
            <a:custGeom>
              <a:avLst/>
              <a:gdLst/>
              <a:ahLst/>
              <a:cxnLst/>
              <a:rect l="l" t="t" r="r" b="b"/>
              <a:pathLst>
                <a:path w="7870" h="339" extrusionOk="0">
                  <a:moveTo>
                    <a:pt x="168" y="0"/>
                  </a:moveTo>
                  <a:cubicBezTo>
                    <a:pt x="73" y="0"/>
                    <a:pt x="1" y="73"/>
                    <a:pt x="1" y="167"/>
                  </a:cubicBezTo>
                  <a:cubicBezTo>
                    <a:pt x="1" y="261"/>
                    <a:pt x="73" y="339"/>
                    <a:pt x="168" y="339"/>
                  </a:cubicBezTo>
                  <a:lnTo>
                    <a:pt x="7698" y="339"/>
                  </a:lnTo>
                  <a:cubicBezTo>
                    <a:pt x="7792" y="339"/>
                    <a:pt x="7870" y="261"/>
                    <a:pt x="7870" y="167"/>
                  </a:cubicBezTo>
                  <a:cubicBezTo>
                    <a:pt x="7870" y="73"/>
                    <a:pt x="7792" y="0"/>
                    <a:pt x="769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29"/>
            <p:cNvSpPr/>
            <p:nvPr/>
          </p:nvSpPr>
          <p:spPr>
            <a:xfrm>
              <a:off x="7162737" y="542834"/>
              <a:ext cx="47228" cy="25857"/>
            </a:xfrm>
            <a:custGeom>
              <a:avLst/>
              <a:gdLst/>
              <a:ahLst/>
              <a:cxnLst/>
              <a:rect l="l" t="t" r="r" b="b"/>
              <a:pathLst>
                <a:path w="579" h="317" extrusionOk="0">
                  <a:moveTo>
                    <a:pt x="541" y="1"/>
                  </a:moveTo>
                  <a:cubicBezTo>
                    <a:pt x="536" y="1"/>
                    <a:pt x="532" y="2"/>
                    <a:pt x="527" y="4"/>
                  </a:cubicBezTo>
                  <a:lnTo>
                    <a:pt x="26" y="252"/>
                  </a:lnTo>
                  <a:cubicBezTo>
                    <a:pt x="9" y="261"/>
                    <a:pt x="0" y="278"/>
                    <a:pt x="9" y="295"/>
                  </a:cubicBezTo>
                  <a:cubicBezTo>
                    <a:pt x="18" y="308"/>
                    <a:pt x="26" y="317"/>
                    <a:pt x="39" y="317"/>
                  </a:cubicBezTo>
                  <a:cubicBezTo>
                    <a:pt x="43" y="317"/>
                    <a:pt x="52" y="312"/>
                    <a:pt x="56" y="312"/>
                  </a:cubicBezTo>
                  <a:lnTo>
                    <a:pt x="557" y="64"/>
                  </a:lnTo>
                  <a:cubicBezTo>
                    <a:pt x="570" y="55"/>
                    <a:pt x="579" y="34"/>
                    <a:pt x="570" y="21"/>
                  </a:cubicBezTo>
                  <a:cubicBezTo>
                    <a:pt x="564" y="9"/>
                    <a:pt x="553" y="1"/>
                    <a:pt x="5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29"/>
            <p:cNvSpPr/>
            <p:nvPr/>
          </p:nvSpPr>
          <p:spPr>
            <a:xfrm>
              <a:off x="7156456" y="570730"/>
              <a:ext cx="51795" cy="27651"/>
            </a:xfrm>
            <a:custGeom>
              <a:avLst/>
              <a:gdLst/>
              <a:ahLst/>
              <a:cxnLst/>
              <a:rect l="l" t="t" r="r" b="b"/>
              <a:pathLst>
                <a:path w="635" h="339" extrusionOk="0">
                  <a:moveTo>
                    <a:pt x="601" y="0"/>
                  </a:moveTo>
                  <a:cubicBezTo>
                    <a:pt x="595" y="0"/>
                    <a:pt x="589" y="2"/>
                    <a:pt x="583" y="5"/>
                  </a:cubicBezTo>
                  <a:lnTo>
                    <a:pt x="26" y="274"/>
                  </a:lnTo>
                  <a:cubicBezTo>
                    <a:pt x="9" y="283"/>
                    <a:pt x="0" y="300"/>
                    <a:pt x="9" y="317"/>
                  </a:cubicBezTo>
                  <a:cubicBezTo>
                    <a:pt x="13" y="330"/>
                    <a:pt x="26" y="339"/>
                    <a:pt x="39" y="339"/>
                  </a:cubicBezTo>
                  <a:cubicBezTo>
                    <a:pt x="43" y="339"/>
                    <a:pt x="47" y="334"/>
                    <a:pt x="52" y="334"/>
                  </a:cubicBezTo>
                  <a:lnTo>
                    <a:pt x="613" y="65"/>
                  </a:lnTo>
                  <a:cubicBezTo>
                    <a:pt x="630" y="56"/>
                    <a:pt x="634" y="35"/>
                    <a:pt x="630" y="17"/>
                  </a:cubicBezTo>
                  <a:cubicBezTo>
                    <a:pt x="624" y="6"/>
                    <a:pt x="613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29"/>
            <p:cNvSpPr/>
            <p:nvPr/>
          </p:nvSpPr>
          <p:spPr>
            <a:xfrm>
              <a:off x="5586932" y="913885"/>
              <a:ext cx="47228" cy="25857"/>
            </a:xfrm>
            <a:custGeom>
              <a:avLst/>
              <a:gdLst/>
              <a:ahLst/>
              <a:cxnLst/>
              <a:rect l="l" t="t" r="r" b="b"/>
              <a:pathLst>
                <a:path w="579" h="317" extrusionOk="0">
                  <a:moveTo>
                    <a:pt x="538" y="1"/>
                  </a:moveTo>
                  <a:cubicBezTo>
                    <a:pt x="533" y="1"/>
                    <a:pt x="528" y="2"/>
                    <a:pt x="523" y="4"/>
                  </a:cubicBezTo>
                  <a:lnTo>
                    <a:pt x="26" y="252"/>
                  </a:lnTo>
                  <a:cubicBezTo>
                    <a:pt x="9" y="261"/>
                    <a:pt x="1" y="282"/>
                    <a:pt x="9" y="300"/>
                  </a:cubicBezTo>
                  <a:cubicBezTo>
                    <a:pt x="14" y="308"/>
                    <a:pt x="26" y="317"/>
                    <a:pt x="39" y="317"/>
                  </a:cubicBezTo>
                  <a:cubicBezTo>
                    <a:pt x="44" y="317"/>
                    <a:pt x="48" y="317"/>
                    <a:pt x="52" y="312"/>
                  </a:cubicBezTo>
                  <a:lnTo>
                    <a:pt x="553" y="64"/>
                  </a:lnTo>
                  <a:cubicBezTo>
                    <a:pt x="570" y="55"/>
                    <a:pt x="579" y="38"/>
                    <a:pt x="570" y="21"/>
                  </a:cubicBezTo>
                  <a:cubicBezTo>
                    <a:pt x="564" y="9"/>
                    <a:pt x="551" y="1"/>
                    <a:pt x="5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29"/>
            <p:cNvSpPr/>
            <p:nvPr/>
          </p:nvSpPr>
          <p:spPr>
            <a:xfrm>
              <a:off x="5580652" y="941863"/>
              <a:ext cx="51795" cy="27570"/>
            </a:xfrm>
            <a:custGeom>
              <a:avLst/>
              <a:gdLst/>
              <a:ahLst/>
              <a:cxnLst/>
              <a:rect l="l" t="t" r="r" b="b"/>
              <a:pathLst>
                <a:path w="635" h="338" extrusionOk="0">
                  <a:moveTo>
                    <a:pt x="597" y="0"/>
                  </a:moveTo>
                  <a:cubicBezTo>
                    <a:pt x="592" y="0"/>
                    <a:pt x="588" y="1"/>
                    <a:pt x="583" y="4"/>
                  </a:cubicBezTo>
                  <a:lnTo>
                    <a:pt x="22" y="274"/>
                  </a:lnTo>
                  <a:cubicBezTo>
                    <a:pt x="9" y="282"/>
                    <a:pt x="1" y="304"/>
                    <a:pt x="9" y="321"/>
                  </a:cubicBezTo>
                  <a:cubicBezTo>
                    <a:pt x="13" y="329"/>
                    <a:pt x="26" y="338"/>
                    <a:pt x="39" y="338"/>
                  </a:cubicBezTo>
                  <a:cubicBezTo>
                    <a:pt x="43" y="338"/>
                    <a:pt x="48" y="338"/>
                    <a:pt x="52" y="334"/>
                  </a:cubicBezTo>
                  <a:lnTo>
                    <a:pt x="613" y="64"/>
                  </a:lnTo>
                  <a:cubicBezTo>
                    <a:pt x="630" y="55"/>
                    <a:pt x="635" y="34"/>
                    <a:pt x="626" y="21"/>
                  </a:cubicBezTo>
                  <a:cubicBezTo>
                    <a:pt x="620" y="8"/>
                    <a:pt x="609" y="0"/>
                    <a:pt x="5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9"/>
            <p:cNvSpPr/>
            <p:nvPr/>
          </p:nvSpPr>
          <p:spPr>
            <a:xfrm>
              <a:off x="5465397" y="822285"/>
              <a:ext cx="2170185" cy="1044961"/>
            </a:xfrm>
            <a:custGeom>
              <a:avLst/>
              <a:gdLst/>
              <a:ahLst/>
              <a:cxnLst/>
              <a:rect l="l" t="t" r="r" b="b"/>
              <a:pathLst>
                <a:path w="26606" h="12811" extrusionOk="0">
                  <a:moveTo>
                    <a:pt x="681" y="0"/>
                  </a:moveTo>
                  <a:cubicBezTo>
                    <a:pt x="681" y="0"/>
                    <a:pt x="0" y="3029"/>
                    <a:pt x="3131" y="4181"/>
                  </a:cubicBezTo>
                  <a:cubicBezTo>
                    <a:pt x="6258" y="5333"/>
                    <a:pt x="8503" y="6644"/>
                    <a:pt x="8948" y="8790"/>
                  </a:cubicBezTo>
                  <a:cubicBezTo>
                    <a:pt x="9301" y="10474"/>
                    <a:pt x="12290" y="12810"/>
                    <a:pt x="16574" y="12810"/>
                  </a:cubicBezTo>
                  <a:cubicBezTo>
                    <a:pt x="17749" y="12810"/>
                    <a:pt x="19022" y="12634"/>
                    <a:pt x="20364" y="12221"/>
                  </a:cubicBezTo>
                  <a:cubicBezTo>
                    <a:pt x="26605" y="10302"/>
                    <a:pt x="25770" y="7677"/>
                    <a:pt x="23067" y="6404"/>
                  </a:cubicBezTo>
                  <a:cubicBezTo>
                    <a:pt x="20364" y="5136"/>
                    <a:pt x="21520" y="3457"/>
                    <a:pt x="21598" y="2686"/>
                  </a:cubicBezTo>
                  <a:cubicBezTo>
                    <a:pt x="21679" y="1915"/>
                    <a:pt x="21195" y="159"/>
                    <a:pt x="20480" y="0"/>
                  </a:cubicBezTo>
                  <a:close/>
                </a:path>
              </a:pathLst>
            </a:custGeom>
            <a:solidFill>
              <a:srgbClr val="FFFFFF">
                <a:alpha val="22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9"/>
            <p:cNvSpPr/>
            <p:nvPr/>
          </p:nvSpPr>
          <p:spPr>
            <a:xfrm>
              <a:off x="5421350" y="585413"/>
              <a:ext cx="58729" cy="23818"/>
            </a:xfrm>
            <a:custGeom>
              <a:avLst/>
              <a:gdLst/>
              <a:ahLst/>
              <a:cxnLst/>
              <a:rect l="l" t="t" r="r" b="b"/>
              <a:pathLst>
                <a:path w="720" h="292" extrusionOk="0">
                  <a:moveTo>
                    <a:pt x="0" y="0"/>
                  </a:moveTo>
                  <a:lnTo>
                    <a:pt x="0" y="292"/>
                  </a:lnTo>
                  <a:lnTo>
                    <a:pt x="720" y="292"/>
                  </a:lnTo>
                  <a:lnTo>
                    <a:pt x="720" y="0"/>
                  </a:lnTo>
                  <a:close/>
                </a:path>
              </a:pathLst>
            </a:custGeom>
            <a:solidFill>
              <a:srgbClr val="E2F2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9"/>
            <p:cNvSpPr/>
            <p:nvPr/>
          </p:nvSpPr>
          <p:spPr>
            <a:xfrm>
              <a:off x="5515642" y="585413"/>
              <a:ext cx="58484" cy="23818"/>
            </a:xfrm>
            <a:custGeom>
              <a:avLst/>
              <a:gdLst/>
              <a:ahLst/>
              <a:cxnLst/>
              <a:rect l="l" t="t" r="r" b="b"/>
              <a:pathLst>
                <a:path w="717" h="292" extrusionOk="0">
                  <a:moveTo>
                    <a:pt x="1" y="0"/>
                  </a:moveTo>
                  <a:lnTo>
                    <a:pt x="1" y="292"/>
                  </a:lnTo>
                  <a:lnTo>
                    <a:pt x="716" y="292"/>
                  </a:lnTo>
                  <a:lnTo>
                    <a:pt x="716" y="0"/>
                  </a:lnTo>
                  <a:close/>
                </a:path>
              </a:pathLst>
            </a:custGeom>
            <a:solidFill>
              <a:srgbClr val="E2F2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29"/>
            <p:cNvSpPr/>
            <p:nvPr/>
          </p:nvSpPr>
          <p:spPr>
            <a:xfrm>
              <a:off x="5716951" y="585413"/>
              <a:ext cx="58402" cy="23818"/>
            </a:xfrm>
            <a:custGeom>
              <a:avLst/>
              <a:gdLst/>
              <a:ahLst/>
              <a:cxnLst/>
              <a:rect l="l" t="t" r="r" b="b"/>
              <a:pathLst>
                <a:path w="716" h="292" extrusionOk="0">
                  <a:moveTo>
                    <a:pt x="0" y="0"/>
                  </a:moveTo>
                  <a:lnTo>
                    <a:pt x="0" y="292"/>
                  </a:lnTo>
                  <a:lnTo>
                    <a:pt x="716" y="292"/>
                  </a:lnTo>
                  <a:lnTo>
                    <a:pt x="7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29"/>
            <p:cNvSpPr/>
            <p:nvPr/>
          </p:nvSpPr>
          <p:spPr>
            <a:xfrm>
              <a:off x="5904557" y="816657"/>
              <a:ext cx="190134" cy="181488"/>
            </a:xfrm>
            <a:custGeom>
              <a:avLst/>
              <a:gdLst/>
              <a:ahLst/>
              <a:cxnLst/>
              <a:rect l="l" t="t" r="r" b="b"/>
              <a:pathLst>
                <a:path w="2331" h="2225" extrusionOk="0">
                  <a:moveTo>
                    <a:pt x="2031" y="0"/>
                  </a:moveTo>
                  <a:cubicBezTo>
                    <a:pt x="2028" y="0"/>
                    <a:pt x="2025" y="1"/>
                    <a:pt x="2022" y="1"/>
                  </a:cubicBezTo>
                  <a:cubicBezTo>
                    <a:pt x="1984" y="9"/>
                    <a:pt x="1962" y="44"/>
                    <a:pt x="1967" y="82"/>
                  </a:cubicBezTo>
                  <a:cubicBezTo>
                    <a:pt x="1971" y="91"/>
                    <a:pt x="2189" y="1205"/>
                    <a:pt x="1740" y="1770"/>
                  </a:cubicBezTo>
                  <a:cubicBezTo>
                    <a:pt x="1572" y="1976"/>
                    <a:pt x="1337" y="2083"/>
                    <a:pt x="1033" y="2087"/>
                  </a:cubicBezTo>
                  <a:cubicBezTo>
                    <a:pt x="998" y="2087"/>
                    <a:pt x="227" y="2070"/>
                    <a:pt x="150" y="1350"/>
                  </a:cubicBezTo>
                  <a:cubicBezTo>
                    <a:pt x="138" y="1222"/>
                    <a:pt x="185" y="1102"/>
                    <a:pt x="275" y="1025"/>
                  </a:cubicBezTo>
                  <a:cubicBezTo>
                    <a:pt x="338" y="970"/>
                    <a:pt x="413" y="943"/>
                    <a:pt x="500" y="943"/>
                  </a:cubicBezTo>
                  <a:cubicBezTo>
                    <a:pt x="591" y="943"/>
                    <a:pt x="694" y="972"/>
                    <a:pt x="810" y="1029"/>
                  </a:cubicBezTo>
                  <a:cubicBezTo>
                    <a:pt x="819" y="1034"/>
                    <a:pt x="829" y="1037"/>
                    <a:pt x="839" y="1037"/>
                  </a:cubicBezTo>
                  <a:cubicBezTo>
                    <a:pt x="863" y="1037"/>
                    <a:pt x="888" y="1023"/>
                    <a:pt x="900" y="999"/>
                  </a:cubicBezTo>
                  <a:cubicBezTo>
                    <a:pt x="917" y="969"/>
                    <a:pt x="900" y="926"/>
                    <a:pt x="870" y="909"/>
                  </a:cubicBezTo>
                  <a:cubicBezTo>
                    <a:pt x="724" y="837"/>
                    <a:pt x="602" y="810"/>
                    <a:pt x="501" y="810"/>
                  </a:cubicBezTo>
                  <a:cubicBezTo>
                    <a:pt x="360" y="810"/>
                    <a:pt x="259" y="862"/>
                    <a:pt x="189" y="922"/>
                  </a:cubicBezTo>
                  <a:cubicBezTo>
                    <a:pt x="65" y="1025"/>
                    <a:pt x="0" y="1192"/>
                    <a:pt x="18" y="1363"/>
                  </a:cubicBezTo>
                  <a:cubicBezTo>
                    <a:pt x="108" y="2203"/>
                    <a:pt x="1020" y="2224"/>
                    <a:pt x="1033" y="2224"/>
                  </a:cubicBezTo>
                  <a:cubicBezTo>
                    <a:pt x="1380" y="2215"/>
                    <a:pt x="1654" y="2091"/>
                    <a:pt x="1842" y="1851"/>
                  </a:cubicBezTo>
                  <a:cubicBezTo>
                    <a:pt x="2331" y="1243"/>
                    <a:pt x="2108" y="104"/>
                    <a:pt x="2099" y="57"/>
                  </a:cubicBezTo>
                  <a:cubicBezTo>
                    <a:pt x="2092" y="21"/>
                    <a:pt x="2062" y="0"/>
                    <a:pt x="20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29"/>
            <p:cNvSpPr/>
            <p:nvPr/>
          </p:nvSpPr>
          <p:spPr>
            <a:xfrm>
              <a:off x="6045342" y="820898"/>
              <a:ext cx="152450" cy="312811"/>
            </a:xfrm>
            <a:custGeom>
              <a:avLst/>
              <a:gdLst/>
              <a:ahLst/>
              <a:cxnLst/>
              <a:rect l="l" t="t" r="r" b="b"/>
              <a:pathLst>
                <a:path w="1869" h="3835" extrusionOk="0">
                  <a:moveTo>
                    <a:pt x="1615" y="1"/>
                  </a:moveTo>
                  <a:cubicBezTo>
                    <a:pt x="1608" y="1"/>
                    <a:pt x="1601" y="2"/>
                    <a:pt x="1594" y="5"/>
                  </a:cubicBezTo>
                  <a:cubicBezTo>
                    <a:pt x="1560" y="13"/>
                    <a:pt x="1538" y="52"/>
                    <a:pt x="1551" y="86"/>
                  </a:cubicBezTo>
                  <a:cubicBezTo>
                    <a:pt x="1551" y="95"/>
                    <a:pt x="1731" y="660"/>
                    <a:pt x="1633" y="1384"/>
                  </a:cubicBezTo>
                  <a:cubicBezTo>
                    <a:pt x="1500" y="2356"/>
                    <a:pt x="964" y="3136"/>
                    <a:pt x="39" y="3710"/>
                  </a:cubicBezTo>
                  <a:cubicBezTo>
                    <a:pt x="9" y="3727"/>
                    <a:pt x="1" y="3770"/>
                    <a:pt x="18" y="3800"/>
                  </a:cubicBezTo>
                  <a:cubicBezTo>
                    <a:pt x="31" y="3821"/>
                    <a:pt x="52" y="3834"/>
                    <a:pt x="74" y="3834"/>
                  </a:cubicBezTo>
                  <a:cubicBezTo>
                    <a:pt x="86" y="3834"/>
                    <a:pt x="99" y="3830"/>
                    <a:pt x="112" y="3821"/>
                  </a:cubicBezTo>
                  <a:cubicBezTo>
                    <a:pt x="1311" y="3080"/>
                    <a:pt x="1676" y="2095"/>
                    <a:pt x="1766" y="1397"/>
                  </a:cubicBezTo>
                  <a:cubicBezTo>
                    <a:pt x="1868" y="643"/>
                    <a:pt x="1688" y="69"/>
                    <a:pt x="1680" y="47"/>
                  </a:cubicBezTo>
                  <a:cubicBezTo>
                    <a:pt x="1670" y="20"/>
                    <a:pt x="1643" y="1"/>
                    <a:pt x="16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29"/>
            <p:cNvSpPr/>
            <p:nvPr/>
          </p:nvSpPr>
          <p:spPr>
            <a:xfrm>
              <a:off x="6188249" y="820816"/>
              <a:ext cx="116478" cy="377168"/>
            </a:xfrm>
            <a:custGeom>
              <a:avLst/>
              <a:gdLst/>
              <a:ahLst/>
              <a:cxnLst/>
              <a:rect l="l" t="t" r="r" b="b"/>
              <a:pathLst>
                <a:path w="1428" h="4624" extrusionOk="0">
                  <a:moveTo>
                    <a:pt x="1070" y="1"/>
                  </a:moveTo>
                  <a:cubicBezTo>
                    <a:pt x="1068" y="1"/>
                    <a:pt x="1065" y="1"/>
                    <a:pt x="1063" y="1"/>
                  </a:cubicBezTo>
                  <a:cubicBezTo>
                    <a:pt x="1024" y="6"/>
                    <a:pt x="999" y="36"/>
                    <a:pt x="1003" y="74"/>
                  </a:cubicBezTo>
                  <a:cubicBezTo>
                    <a:pt x="1007" y="104"/>
                    <a:pt x="1290" y="3133"/>
                    <a:pt x="26" y="4512"/>
                  </a:cubicBezTo>
                  <a:cubicBezTo>
                    <a:pt x="1" y="4538"/>
                    <a:pt x="5" y="4580"/>
                    <a:pt x="31" y="4606"/>
                  </a:cubicBezTo>
                  <a:cubicBezTo>
                    <a:pt x="43" y="4619"/>
                    <a:pt x="61" y="4623"/>
                    <a:pt x="78" y="4623"/>
                  </a:cubicBezTo>
                  <a:cubicBezTo>
                    <a:pt x="95" y="4623"/>
                    <a:pt x="112" y="4615"/>
                    <a:pt x="125" y="4602"/>
                  </a:cubicBezTo>
                  <a:cubicBezTo>
                    <a:pt x="1427" y="3180"/>
                    <a:pt x="1149" y="190"/>
                    <a:pt x="1136" y="61"/>
                  </a:cubicBezTo>
                  <a:cubicBezTo>
                    <a:pt x="1132" y="26"/>
                    <a:pt x="1102" y="1"/>
                    <a:pt x="107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29"/>
            <p:cNvSpPr/>
            <p:nvPr/>
          </p:nvSpPr>
          <p:spPr>
            <a:xfrm>
              <a:off x="6553753" y="816657"/>
              <a:ext cx="190460" cy="181488"/>
            </a:xfrm>
            <a:custGeom>
              <a:avLst/>
              <a:gdLst/>
              <a:ahLst/>
              <a:cxnLst/>
              <a:rect l="l" t="t" r="r" b="b"/>
              <a:pathLst>
                <a:path w="2335" h="2225" extrusionOk="0">
                  <a:moveTo>
                    <a:pt x="303" y="0"/>
                  </a:moveTo>
                  <a:cubicBezTo>
                    <a:pt x="269" y="0"/>
                    <a:pt x="239" y="21"/>
                    <a:pt x="232" y="57"/>
                  </a:cubicBezTo>
                  <a:cubicBezTo>
                    <a:pt x="223" y="104"/>
                    <a:pt x="0" y="1243"/>
                    <a:pt x="489" y="1851"/>
                  </a:cubicBezTo>
                  <a:cubicBezTo>
                    <a:pt x="681" y="2091"/>
                    <a:pt x="951" y="2215"/>
                    <a:pt x="1302" y="2224"/>
                  </a:cubicBezTo>
                  <a:cubicBezTo>
                    <a:pt x="1311" y="2224"/>
                    <a:pt x="2228" y="2203"/>
                    <a:pt x="2313" y="1363"/>
                  </a:cubicBezTo>
                  <a:cubicBezTo>
                    <a:pt x="2335" y="1192"/>
                    <a:pt x="2270" y="1025"/>
                    <a:pt x="2146" y="922"/>
                  </a:cubicBezTo>
                  <a:cubicBezTo>
                    <a:pt x="2077" y="862"/>
                    <a:pt x="1975" y="810"/>
                    <a:pt x="1835" y="810"/>
                  </a:cubicBezTo>
                  <a:cubicBezTo>
                    <a:pt x="1733" y="810"/>
                    <a:pt x="1611" y="837"/>
                    <a:pt x="1465" y="909"/>
                  </a:cubicBezTo>
                  <a:cubicBezTo>
                    <a:pt x="1431" y="926"/>
                    <a:pt x="1418" y="969"/>
                    <a:pt x="1435" y="999"/>
                  </a:cubicBezTo>
                  <a:cubicBezTo>
                    <a:pt x="1447" y="1023"/>
                    <a:pt x="1470" y="1037"/>
                    <a:pt x="1494" y="1037"/>
                  </a:cubicBezTo>
                  <a:cubicBezTo>
                    <a:pt x="1504" y="1037"/>
                    <a:pt x="1515" y="1034"/>
                    <a:pt x="1525" y="1029"/>
                  </a:cubicBezTo>
                  <a:cubicBezTo>
                    <a:pt x="1641" y="972"/>
                    <a:pt x="1744" y="943"/>
                    <a:pt x="1835" y="943"/>
                  </a:cubicBezTo>
                  <a:cubicBezTo>
                    <a:pt x="1922" y="943"/>
                    <a:pt x="1998" y="970"/>
                    <a:pt x="2061" y="1025"/>
                  </a:cubicBezTo>
                  <a:cubicBezTo>
                    <a:pt x="2151" y="1102"/>
                    <a:pt x="2193" y="1222"/>
                    <a:pt x="2181" y="1350"/>
                  </a:cubicBezTo>
                  <a:cubicBezTo>
                    <a:pt x="2108" y="2070"/>
                    <a:pt x="1332" y="2087"/>
                    <a:pt x="1302" y="2087"/>
                  </a:cubicBezTo>
                  <a:cubicBezTo>
                    <a:pt x="998" y="2083"/>
                    <a:pt x="758" y="1976"/>
                    <a:pt x="596" y="1770"/>
                  </a:cubicBezTo>
                  <a:cubicBezTo>
                    <a:pt x="146" y="1209"/>
                    <a:pt x="364" y="91"/>
                    <a:pt x="364" y="82"/>
                  </a:cubicBezTo>
                  <a:cubicBezTo>
                    <a:pt x="373" y="44"/>
                    <a:pt x="347" y="9"/>
                    <a:pt x="313" y="1"/>
                  </a:cubicBezTo>
                  <a:cubicBezTo>
                    <a:pt x="310" y="1"/>
                    <a:pt x="306" y="0"/>
                    <a:pt x="30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29"/>
            <p:cNvSpPr/>
            <p:nvPr/>
          </p:nvSpPr>
          <p:spPr>
            <a:xfrm>
              <a:off x="6450978" y="820898"/>
              <a:ext cx="152450" cy="312811"/>
            </a:xfrm>
            <a:custGeom>
              <a:avLst/>
              <a:gdLst/>
              <a:ahLst/>
              <a:cxnLst/>
              <a:rect l="l" t="t" r="r" b="b"/>
              <a:pathLst>
                <a:path w="1869" h="3835" extrusionOk="0">
                  <a:moveTo>
                    <a:pt x="250" y="1"/>
                  </a:moveTo>
                  <a:cubicBezTo>
                    <a:pt x="222" y="1"/>
                    <a:pt x="196" y="20"/>
                    <a:pt x="189" y="47"/>
                  </a:cubicBezTo>
                  <a:cubicBezTo>
                    <a:pt x="181" y="69"/>
                    <a:pt x="1" y="643"/>
                    <a:pt x="99" y="1397"/>
                  </a:cubicBezTo>
                  <a:cubicBezTo>
                    <a:pt x="194" y="2095"/>
                    <a:pt x="558" y="3080"/>
                    <a:pt x="1757" y="3821"/>
                  </a:cubicBezTo>
                  <a:cubicBezTo>
                    <a:pt x="1766" y="3830"/>
                    <a:pt x="1779" y="3834"/>
                    <a:pt x="1791" y="3834"/>
                  </a:cubicBezTo>
                  <a:cubicBezTo>
                    <a:pt x="1813" y="3834"/>
                    <a:pt x="1834" y="3821"/>
                    <a:pt x="1847" y="3800"/>
                  </a:cubicBezTo>
                  <a:cubicBezTo>
                    <a:pt x="1868" y="3770"/>
                    <a:pt x="1860" y="3727"/>
                    <a:pt x="1826" y="3710"/>
                  </a:cubicBezTo>
                  <a:cubicBezTo>
                    <a:pt x="900" y="3136"/>
                    <a:pt x="365" y="2356"/>
                    <a:pt x="232" y="1384"/>
                  </a:cubicBezTo>
                  <a:cubicBezTo>
                    <a:pt x="134" y="660"/>
                    <a:pt x="314" y="95"/>
                    <a:pt x="314" y="86"/>
                  </a:cubicBezTo>
                  <a:cubicBezTo>
                    <a:pt x="326" y="52"/>
                    <a:pt x="309" y="13"/>
                    <a:pt x="271" y="5"/>
                  </a:cubicBezTo>
                  <a:cubicBezTo>
                    <a:pt x="264" y="2"/>
                    <a:pt x="257" y="1"/>
                    <a:pt x="25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29"/>
            <p:cNvSpPr/>
            <p:nvPr/>
          </p:nvSpPr>
          <p:spPr>
            <a:xfrm>
              <a:off x="6343717" y="820816"/>
              <a:ext cx="116478" cy="377168"/>
            </a:xfrm>
            <a:custGeom>
              <a:avLst/>
              <a:gdLst/>
              <a:ahLst/>
              <a:cxnLst/>
              <a:rect l="l" t="t" r="r" b="b"/>
              <a:pathLst>
                <a:path w="1428" h="4624" extrusionOk="0">
                  <a:moveTo>
                    <a:pt x="361" y="1"/>
                  </a:moveTo>
                  <a:cubicBezTo>
                    <a:pt x="326" y="1"/>
                    <a:pt x="296" y="26"/>
                    <a:pt x="292" y="61"/>
                  </a:cubicBezTo>
                  <a:cubicBezTo>
                    <a:pt x="284" y="190"/>
                    <a:pt x="1" y="3180"/>
                    <a:pt x="1303" y="4602"/>
                  </a:cubicBezTo>
                  <a:cubicBezTo>
                    <a:pt x="1316" y="4615"/>
                    <a:pt x="1337" y="4623"/>
                    <a:pt x="1354" y="4623"/>
                  </a:cubicBezTo>
                  <a:cubicBezTo>
                    <a:pt x="1372" y="4623"/>
                    <a:pt x="1384" y="4619"/>
                    <a:pt x="1397" y="4606"/>
                  </a:cubicBezTo>
                  <a:cubicBezTo>
                    <a:pt x="1427" y="4580"/>
                    <a:pt x="1427" y="4538"/>
                    <a:pt x="1402" y="4512"/>
                  </a:cubicBezTo>
                  <a:cubicBezTo>
                    <a:pt x="142" y="3133"/>
                    <a:pt x="425" y="104"/>
                    <a:pt x="429" y="74"/>
                  </a:cubicBezTo>
                  <a:cubicBezTo>
                    <a:pt x="429" y="36"/>
                    <a:pt x="403" y="6"/>
                    <a:pt x="369" y="1"/>
                  </a:cubicBezTo>
                  <a:cubicBezTo>
                    <a:pt x="366" y="1"/>
                    <a:pt x="364" y="1"/>
                    <a:pt x="36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8928012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5" name="Google Shape;1545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Flow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09E09E-8018-476D-AF1A-F4E182246770}"/>
              </a:ext>
            </a:extLst>
          </p:cNvPr>
          <p:cNvSpPr txBox="1"/>
          <p:nvPr/>
        </p:nvSpPr>
        <p:spPr>
          <a:xfrm>
            <a:off x="979311" y="1316925"/>
            <a:ext cx="7185378" cy="3268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customers, technicians, and user roles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Air Con units and warranties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 technicians to service requests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service fees (Normal &amp; Urgent)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 maintenance and send reminders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reports for payments, services, warranties, and maintenance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Google Shape;1351;p29"/>
          <p:cNvSpPr txBox="1">
            <a:spLocks noGrp="1"/>
          </p:cNvSpPr>
          <p:nvPr>
            <p:ph type="title"/>
          </p:nvPr>
        </p:nvSpPr>
        <p:spPr>
          <a:xfrm>
            <a:off x="713224" y="2599900"/>
            <a:ext cx="4203015" cy="89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52" name="Google Shape;1352;p29"/>
          <p:cNvSpPr txBox="1">
            <a:spLocks noGrp="1"/>
          </p:cNvSpPr>
          <p:nvPr>
            <p:ph type="title" idx="2"/>
          </p:nvPr>
        </p:nvSpPr>
        <p:spPr>
          <a:xfrm>
            <a:off x="713225" y="1475500"/>
            <a:ext cx="1332600" cy="101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06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53" name="Google Shape;1353;p29"/>
          <p:cNvSpPr/>
          <p:nvPr/>
        </p:nvSpPr>
        <p:spPr>
          <a:xfrm>
            <a:off x="4572125" y="4297182"/>
            <a:ext cx="4717248" cy="10810"/>
          </a:xfrm>
          <a:custGeom>
            <a:avLst/>
            <a:gdLst/>
            <a:ahLst/>
            <a:cxnLst/>
            <a:rect l="l" t="t" r="r" b="b"/>
            <a:pathLst>
              <a:path w="63710" h="146" extrusionOk="0">
                <a:moveTo>
                  <a:pt x="1" y="0"/>
                </a:moveTo>
                <a:lnTo>
                  <a:pt x="1" y="146"/>
                </a:lnTo>
                <a:lnTo>
                  <a:pt x="63710" y="146"/>
                </a:lnTo>
                <a:lnTo>
                  <a:pt x="6371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54" name="Google Shape;1354;p29"/>
          <p:cNvGrpSpPr/>
          <p:nvPr/>
        </p:nvGrpSpPr>
        <p:grpSpPr>
          <a:xfrm>
            <a:off x="5288076" y="1273563"/>
            <a:ext cx="3188647" cy="3251963"/>
            <a:chOff x="5386476" y="1593719"/>
            <a:chExt cx="3188647" cy="3251963"/>
          </a:xfrm>
        </p:grpSpPr>
        <p:grpSp>
          <p:nvGrpSpPr>
            <p:cNvPr id="1355" name="Google Shape;1355;p29"/>
            <p:cNvGrpSpPr/>
            <p:nvPr/>
          </p:nvGrpSpPr>
          <p:grpSpPr>
            <a:xfrm>
              <a:off x="5386476" y="1593719"/>
              <a:ext cx="2998426" cy="2395111"/>
              <a:chOff x="5386476" y="1593719"/>
              <a:chExt cx="2998426" cy="2395111"/>
            </a:xfrm>
          </p:grpSpPr>
          <p:sp>
            <p:nvSpPr>
              <p:cNvPr id="1356" name="Google Shape;1356;p29"/>
              <p:cNvSpPr/>
              <p:nvPr/>
            </p:nvSpPr>
            <p:spPr>
              <a:xfrm>
                <a:off x="5453900" y="1593725"/>
                <a:ext cx="2898025" cy="2395105"/>
              </a:xfrm>
              <a:custGeom>
                <a:avLst/>
                <a:gdLst/>
                <a:ahLst/>
                <a:cxnLst/>
                <a:rect l="l" t="t" r="r" b="b"/>
                <a:pathLst>
                  <a:path w="20966" h="10082" extrusionOk="0">
                    <a:moveTo>
                      <a:pt x="1" y="1"/>
                    </a:moveTo>
                    <a:lnTo>
                      <a:pt x="1" y="10081"/>
                    </a:lnTo>
                    <a:lnTo>
                      <a:pt x="20965" y="10081"/>
                    </a:lnTo>
                    <a:lnTo>
                      <a:pt x="2096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Google Shape;1357;p29"/>
              <p:cNvSpPr/>
              <p:nvPr/>
            </p:nvSpPr>
            <p:spPr>
              <a:xfrm>
                <a:off x="5425776" y="2034173"/>
                <a:ext cx="2926120" cy="20141"/>
              </a:xfrm>
              <a:custGeom>
                <a:avLst/>
                <a:gdLst/>
                <a:ahLst/>
                <a:cxnLst/>
                <a:rect l="l" t="t" r="r" b="b"/>
                <a:pathLst>
                  <a:path w="20921" h="144" extrusionOk="0">
                    <a:moveTo>
                      <a:pt x="0" y="1"/>
                    </a:moveTo>
                    <a:lnTo>
                      <a:pt x="0" y="143"/>
                    </a:lnTo>
                    <a:lnTo>
                      <a:pt x="20920" y="143"/>
                    </a:lnTo>
                    <a:lnTo>
                      <a:pt x="2092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Google Shape;1358;p29"/>
              <p:cNvSpPr/>
              <p:nvPr/>
            </p:nvSpPr>
            <p:spPr>
              <a:xfrm>
                <a:off x="5425776" y="2543285"/>
                <a:ext cx="2926120" cy="20141"/>
              </a:xfrm>
              <a:custGeom>
                <a:avLst/>
                <a:gdLst/>
                <a:ahLst/>
                <a:cxnLst/>
                <a:rect l="l" t="t" r="r" b="b"/>
                <a:pathLst>
                  <a:path w="20921" h="144" extrusionOk="0">
                    <a:moveTo>
                      <a:pt x="0" y="0"/>
                    </a:moveTo>
                    <a:lnTo>
                      <a:pt x="0" y="143"/>
                    </a:lnTo>
                    <a:lnTo>
                      <a:pt x="20920" y="143"/>
                    </a:lnTo>
                    <a:lnTo>
                      <a:pt x="2092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Google Shape;1359;p29"/>
              <p:cNvSpPr/>
              <p:nvPr/>
            </p:nvSpPr>
            <p:spPr>
              <a:xfrm>
                <a:off x="5976000" y="1593719"/>
                <a:ext cx="21399" cy="2208923"/>
              </a:xfrm>
              <a:custGeom>
                <a:avLst/>
                <a:gdLst/>
                <a:ahLst/>
                <a:cxnLst/>
                <a:rect l="l" t="t" r="r" b="b"/>
                <a:pathLst>
                  <a:path w="153" h="10082" extrusionOk="0">
                    <a:moveTo>
                      <a:pt x="0" y="1"/>
                    </a:moveTo>
                    <a:lnTo>
                      <a:pt x="0" y="10081"/>
                    </a:lnTo>
                    <a:lnTo>
                      <a:pt x="152" y="10081"/>
                    </a:lnTo>
                    <a:lnTo>
                      <a:pt x="15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Google Shape;1360;p29"/>
              <p:cNvSpPr/>
              <p:nvPr/>
            </p:nvSpPr>
            <p:spPr>
              <a:xfrm>
                <a:off x="6875622" y="1593719"/>
                <a:ext cx="20141" cy="2208923"/>
              </a:xfrm>
              <a:custGeom>
                <a:avLst/>
                <a:gdLst/>
                <a:ahLst/>
                <a:cxnLst/>
                <a:rect l="l" t="t" r="r" b="b"/>
                <a:pathLst>
                  <a:path w="144" h="10082" extrusionOk="0">
                    <a:moveTo>
                      <a:pt x="0" y="1"/>
                    </a:moveTo>
                    <a:lnTo>
                      <a:pt x="0" y="10081"/>
                    </a:lnTo>
                    <a:lnTo>
                      <a:pt x="143" y="10081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29"/>
              <p:cNvSpPr/>
              <p:nvPr/>
            </p:nvSpPr>
            <p:spPr>
              <a:xfrm>
                <a:off x="7773984" y="1593719"/>
                <a:ext cx="20141" cy="2208923"/>
              </a:xfrm>
              <a:custGeom>
                <a:avLst/>
                <a:gdLst/>
                <a:ahLst/>
                <a:cxnLst/>
                <a:rect l="l" t="t" r="r" b="b"/>
                <a:pathLst>
                  <a:path w="144" h="10082" extrusionOk="0">
                    <a:moveTo>
                      <a:pt x="1" y="1"/>
                    </a:moveTo>
                    <a:lnTo>
                      <a:pt x="1" y="10081"/>
                    </a:lnTo>
                    <a:lnTo>
                      <a:pt x="143" y="10081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29"/>
              <p:cNvSpPr/>
              <p:nvPr/>
            </p:nvSpPr>
            <p:spPr>
              <a:xfrm>
                <a:off x="5386476" y="1594547"/>
                <a:ext cx="2998426" cy="62520"/>
              </a:xfrm>
              <a:custGeom>
                <a:avLst/>
                <a:gdLst/>
                <a:ahLst/>
                <a:cxnLst/>
                <a:rect l="l" t="t" r="r" b="b"/>
                <a:pathLst>
                  <a:path w="21438" h="447" extrusionOk="0">
                    <a:moveTo>
                      <a:pt x="1" y="0"/>
                    </a:moveTo>
                    <a:lnTo>
                      <a:pt x="1" y="446"/>
                    </a:lnTo>
                    <a:lnTo>
                      <a:pt x="21438" y="446"/>
                    </a:lnTo>
                    <a:lnTo>
                      <a:pt x="2143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29"/>
              <p:cNvSpPr/>
              <p:nvPr/>
            </p:nvSpPr>
            <p:spPr>
              <a:xfrm>
                <a:off x="5425776" y="3047110"/>
                <a:ext cx="2926116" cy="20141"/>
              </a:xfrm>
              <a:custGeom>
                <a:avLst/>
                <a:gdLst/>
                <a:ahLst/>
                <a:cxnLst/>
                <a:rect l="l" t="t" r="r" b="b"/>
                <a:pathLst>
                  <a:path w="20921" h="144" extrusionOk="0">
                    <a:moveTo>
                      <a:pt x="0" y="0"/>
                    </a:moveTo>
                    <a:lnTo>
                      <a:pt x="0" y="143"/>
                    </a:lnTo>
                    <a:lnTo>
                      <a:pt x="20920" y="143"/>
                    </a:lnTo>
                    <a:lnTo>
                      <a:pt x="2092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29"/>
              <p:cNvSpPr/>
              <p:nvPr/>
            </p:nvSpPr>
            <p:spPr>
              <a:xfrm>
                <a:off x="5425776" y="3543585"/>
                <a:ext cx="2926116" cy="20141"/>
              </a:xfrm>
              <a:custGeom>
                <a:avLst/>
                <a:gdLst/>
                <a:ahLst/>
                <a:cxnLst/>
                <a:rect l="l" t="t" r="r" b="b"/>
                <a:pathLst>
                  <a:path w="20921" h="144" extrusionOk="0">
                    <a:moveTo>
                      <a:pt x="0" y="0"/>
                    </a:moveTo>
                    <a:lnTo>
                      <a:pt x="0" y="143"/>
                    </a:lnTo>
                    <a:lnTo>
                      <a:pt x="20920" y="143"/>
                    </a:lnTo>
                    <a:lnTo>
                      <a:pt x="2092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65" name="Google Shape;1365;p29"/>
              <p:cNvGrpSpPr/>
              <p:nvPr/>
            </p:nvGrpSpPr>
            <p:grpSpPr>
              <a:xfrm>
                <a:off x="5427687" y="1655822"/>
                <a:ext cx="2928607" cy="2332938"/>
                <a:chOff x="5427670" y="1723702"/>
                <a:chExt cx="2928607" cy="2164337"/>
              </a:xfrm>
            </p:grpSpPr>
            <p:grpSp>
              <p:nvGrpSpPr>
                <p:cNvPr id="1366" name="Google Shape;1366;p29"/>
                <p:cNvGrpSpPr/>
                <p:nvPr/>
              </p:nvGrpSpPr>
              <p:grpSpPr>
                <a:xfrm>
                  <a:off x="5427670" y="1723702"/>
                  <a:ext cx="538182" cy="2164337"/>
                  <a:chOff x="4507845" y="2437152"/>
                  <a:chExt cx="538182" cy="2164337"/>
                </a:xfrm>
              </p:grpSpPr>
              <p:sp>
                <p:nvSpPr>
                  <p:cNvPr id="1367" name="Google Shape;1367;p29"/>
                  <p:cNvSpPr/>
                  <p:nvPr/>
                </p:nvSpPr>
                <p:spPr>
                  <a:xfrm>
                    <a:off x="4507845" y="2437152"/>
                    <a:ext cx="538182" cy="21609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49" h="38342" extrusionOk="0">
                        <a:moveTo>
                          <a:pt x="0" y="0"/>
                        </a:moveTo>
                        <a:lnTo>
                          <a:pt x="0" y="38342"/>
                        </a:lnTo>
                        <a:lnTo>
                          <a:pt x="9548" y="38342"/>
                        </a:lnTo>
                        <a:lnTo>
                          <a:pt x="9548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68" name="Google Shape;1368;p29"/>
                  <p:cNvSpPr/>
                  <p:nvPr/>
                </p:nvSpPr>
                <p:spPr>
                  <a:xfrm>
                    <a:off x="4570123" y="2450171"/>
                    <a:ext cx="26602" cy="21513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2" h="38171" extrusionOk="0">
                        <a:moveTo>
                          <a:pt x="0" y="0"/>
                        </a:moveTo>
                        <a:lnTo>
                          <a:pt x="0" y="38171"/>
                        </a:lnTo>
                        <a:lnTo>
                          <a:pt x="471" y="38171"/>
                        </a:lnTo>
                        <a:lnTo>
                          <a:pt x="471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69" name="Google Shape;1369;p29"/>
                  <p:cNvSpPr/>
                  <p:nvPr/>
                </p:nvSpPr>
                <p:spPr>
                  <a:xfrm>
                    <a:off x="4698792" y="2450171"/>
                    <a:ext cx="26827" cy="21513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6" h="38171" extrusionOk="0">
                        <a:moveTo>
                          <a:pt x="0" y="0"/>
                        </a:moveTo>
                        <a:lnTo>
                          <a:pt x="0" y="38171"/>
                        </a:lnTo>
                        <a:lnTo>
                          <a:pt x="476" y="38171"/>
                        </a:lnTo>
                        <a:lnTo>
                          <a:pt x="476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70" name="Google Shape;1370;p29"/>
                  <p:cNvSpPr/>
                  <p:nvPr/>
                </p:nvSpPr>
                <p:spPr>
                  <a:xfrm>
                    <a:off x="4827461" y="2450171"/>
                    <a:ext cx="26827" cy="21513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6" h="38171" extrusionOk="0">
                        <a:moveTo>
                          <a:pt x="0" y="0"/>
                        </a:moveTo>
                        <a:lnTo>
                          <a:pt x="0" y="38171"/>
                        </a:lnTo>
                        <a:lnTo>
                          <a:pt x="476" y="38171"/>
                        </a:lnTo>
                        <a:lnTo>
                          <a:pt x="476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71" name="Google Shape;1371;p29"/>
                  <p:cNvSpPr/>
                  <p:nvPr/>
                </p:nvSpPr>
                <p:spPr>
                  <a:xfrm>
                    <a:off x="4956130" y="2450171"/>
                    <a:ext cx="26884" cy="21513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7" h="38171" extrusionOk="0">
                        <a:moveTo>
                          <a:pt x="1" y="0"/>
                        </a:moveTo>
                        <a:lnTo>
                          <a:pt x="1" y="38171"/>
                        </a:lnTo>
                        <a:lnTo>
                          <a:pt x="476" y="38171"/>
                        </a:lnTo>
                        <a:lnTo>
                          <a:pt x="476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372" name="Google Shape;1372;p29"/>
                <p:cNvGrpSpPr/>
                <p:nvPr/>
              </p:nvGrpSpPr>
              <p:grpSpPr>
                <a:xfrm>
                  <a:off x="7818095" y="1723702"/>
                  <a:ext cx="538182" cy="2164337"/>
                  <a:chOff x="4507845" y="2437152"/>
                  <a:chExt cx="538182" cy="2164337"/>
                </a:xfrm>
              </p:grpSpPr>
              <p:sp>
                <p:nvSpPr>
                  <p:cNvPr id="1373" name="Google Shape;1373;p29"/>
                  <p:cNvSpPr/>
                  <p:nvPr/>
                </p:nvSpPr>
                <p:spPr>
                  <a:xfrm>
                    <a:off x="4507845" y="2437152"/>
                    <a:ext cx="538182" cy="21609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49" h="38342" extrusionOk="0">
                        <a:moveTo>
                          <a:pt x="0" y="0"/>
                        </a:moveTo>
                        <a:lnTo>
                          <a:pt x="0" y="38342"/>
                        </a:lnTo>
                        <a:lnTo>
                          <a:pt x="9548" y="38342"/>
                        </a:lnTo>
                        <a:lnTo>
                          <a:pt x="9548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74" name="Google Shape;1374;p29"/>
                  <p:cNvSpPr/>
                  <p:nvPr/>
                </p:nvSpPr>
                <p:spPr>
                  <a:xfrm>
                    <a:off x="4570123" y="2450171"/>
                    <a:ext cx="26602" cy="21513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2" h="38171" extrusionOk="0">
                        <a:moveTo>
                          <a:pt x="0" y="0"/>
                        </a:moveTo>
                        <a:lnTo>
                          <a:pt x="0" y="38171"/>
                        </a:lnTo>
                        <a:lnTo>
                          <a:pt x="471" y="38171"/>
                        </a:lnTo>
                        <a:lnTo>
                          <a:pt x="471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75" name="Google Shape;1375;p29"/>
                  <p:cNvSpPr/>
                  <p:nvPr/>
                </p:nvSpPr>
                <p:spPr>
                  <a:xfrm>
                    <a:off x="4698792" y="2450171"/>
                    <a:ext cx="26827" cy="21513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6" h="38171" extrusionOk="0">
                        <a:moveTo>
                          <a:pt x="0" y="0"/>
                        </a:moveTo>
                        <a:lnTo>
                          <a:pt x="0" y="38171"/>
                        </a:lnTo>
                        <a:lnTo>
                          <a:pt x="476" y="38171"/>
                        </a:lnTo>
                        <a:lnTo>
                          <a:pt x="476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76" name="Google Shape;1376;p29"/>
                  <p:cNvSpPr/>
                  <p:nvPr/>
                </p:nvSpPr>
                <p:spPr>
                  <a:xfrm>
                    <a:off x="4827461" y="2450171"/>
                    <a:ext cx="26827" cy="21513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6" h="38171" extrusionOk="0">
                        <a:moveTo>
                          <a:pt x="0" y="0"/>
                        </a:moveTo>
                        <a:lnTo>
                          <a:pt x="0" y="38171"/>
                        </a:lnTo>
                        <a:lnTo>
                          <a:pt x="476" y="38171"/>
                        </a:lnTo>
                        <a:lnTo>
                          <a:pt x="476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77" name="Google Shape;1377;p29"/>
                  <p:cNvSpPr/>
                  <p:nvPr/>
                </p:nvSpPr>
                <p:spPr>
                  <a:xfrm>
                    <a:off x="4956130" y="2450171"/>
                    <a:ext cx="26884" cy="21513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7" h="38171" extrusionOk="0">
                        <a:moveTo>
                          <a:pt x="1" y="0"/>
                        </a:moveTo>
                        <a:lnTo>
                          <a:pt x="1" y="38171"/>
                        </a:lnTo>
                        <a:lnTo>
                          <a:pt x="476" y="38171"/>
                        </a:lnTo>
                        <a:lnTo>
                          <a:pt x="476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1378" name="Google Shape;1378;p29"/>
            <p:cNvGrpSpPr/>
            <p:nvPr/>
          </p:nvGrpSpPr>
          <p:grpSpPr>
            <a:xfrm>
              <a:off x="5410606" y="3268879"/>
              <a:ext cx="1140912" cy="1324320"/>
              <a:chOff x="5294125" y="884300"/>
              <a:chExt cx="399675" cy="463925"/>
            </a:xfrm>
          </p:grpSpPr>
          <p:sp>
            <p:nvSpPr>
              <p:cNvPr id="1379" name="Google Shape;1379;p29"/>
              <p:cNvSpPr/>
              <p:nvPr/>
            </p:nvSpPr>
            <p:spPr>
              <a:xfrm>
                <a:off x="5472100" y="901250"/>
                <a:ext cx="6950" cy="170200"/>
              </a:xfrm>
              <a:custGeom>
                <a:avLst/>
                <a:gdLst/>
                <a:ahLst/>
                <a:cxnLst/>
                <a:rect l="l" t="t" r="r" b="b"/>
                <a:pathLst>
                  <a:path w="278" h="6808" extrusionOk="0">
                    <a:moveTo>
                      <a:pt x="0" y="0"/>
                    </a:moveTo>
                    <a:lnTo>
                      <a:pt x="0" y="6807"/>
                    </a:lnTo>
                    <a:lnTo>
                      <a:pt x="277" y="6807"/>
                    </a:lnTo>
                    <a:lnTo>
                      <a:pt x="27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Google Shape;1380;p29"/>
              <p:cNvSpPr/>
              <p:nvPr/>
            </p:nvSpPr>
            <p:spPr>
              <a:xfrm>
                <a:off x="5412550" y="884300"/>
                <a:ext cx="126025" cy="80750"/>
              </a:xfrm>
              <a:custGeom>
                <a:avLst/>
                <a:gdLst/>
                <a:ahLst/>
                <a:cxnLst/>
                <a:rect l="l" t="t" r="r" b="b"/>
                <a:pathLst>
                  <a:path w="5041" h="3230" extrusionOk="0">
                    <a:moveTo>
                      <a:pt x="1044" y="0"/>
                    </a:moveTo>
                    <a:lnTo>
                      <a:pt x="1" y="3230"/>
                    </a:lnTo>
                    <a:lnTo>
                      <a:pt x="5041" y="3230"/>
                    </a:lnTo>
                    <a:lnTo>
                      <a:pt x="39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Google Shape;1381;p29"/>
              <p:cNvSpPr/>
              <p:nvPr/>
            </p:nvSpPr>
            <p:spPr>
              <a:xfrm>
                <a:off x="5378875" y="1055800"/>
                <a:ext cx="148325" cy="39950"/>
              </a:xfrm>
              <a:custGeom>
                <a:avLst/>
                <a:gdLst/>
                <a:ahLst/>
                <a:cxnLst/>
                <a:rect l="l" t="t" r="r" b="b"/>
                <a:pathLst>
                  <a:path w="5933" h="1598" extrusionOk="0">
                    <a:moveTo>
                      <a:pt x="0" y="1"/>
                    </a:moveTo>
                    <a:lnTo>
                      <a:pt x="0" y="1597"/>
                    </a:lnTo>
                    <a:lnTo>
                      <a:pt x="5933" y="1597"/>
                    </a:lnTo>
                    <a:lnTo>
                      <a:pt x="593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Google Shape;1382;p29"/>
              <p:cNvSpPr/>
              <p:nvPr/>
            </p:nvSpPr>
            <p:spPr>
              <a:xfrm>
                <a:off x="5492850" y="1055800"/>
                <a:ext cx="17200" cy="39950"/>
              </a:xfrm>
              <a:custGeom>
                <a:avLst/>
                <a:gdLst/>
                <a:ahLst/>
                <a:cxnLst/>
                <a:rect l="l" t="t" r="r" b="b"/>
                <a:pathLst>
                  <a:path w="688" h="1598" extrusionOk="0">
                    <a:moveTo>
                      <a:pt x="0" y="1"/>
                    </a:moveTo>
                    <a:lnTo>
                      <a:pt x="0" y="1597"/>
                    </a:lnTo>
                    <a:lnTo>
                      <a:pt x="687" y="1597"/>
                    </a:lnTo>
                    <a:lnTo>
                      <a:pt x="68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Google Shape;1383;p29"/>
              <p:cNvSpPr/>
              <p:nvPr/>
            </p:nvSpPr>
            <p:spPr>
              <a:xfrm>
                <a:off x="5390250" y="1095725"/>
                <a:ext cx="153700" cy="31025"/>
              </a:xfrm>
              <a:custGeom>
                <a:avLst/>
                <a:gdLst/>
                <a:ahLst/>
                <a:cxnLst/>
                <a:rect l="l" t="t" r="r" b="b"/>
                <a:pathLst>
                  <a:path w="6148" h="1241" extrusionOk="0">
                    <a:moveTo>
                      <a:pt x="0" y="0"/>
                    </a:moveTo>
                    <a:lnTo>
                      <a:pt x="0" y="1241"/>
                    </a:lnTo>
                    <a:lnTo>
                      <a:pt x="6147" y="1241"/>
                    </a:lnTo>
                    <a:lnTo>
                      <a:pt x="614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Google Shape;1384;p29"/>
              <p:cNvSpPr/>
              <p:nvPr/>
            </p:nvSpPr>
            <p:spPr>
              <a:xfrm>
                <a:off x="5406525" y="1095725"/>
                <a:ext cx="14750" cy="31025"/>
              </a:xfrm>
              <a:custGeom>
                <a:avLst/>
                <a:gdLst/>
                <a:ahLst/>
                <a:cxnLst/>
                <a:rect l="l" t="t" r="r" b="b"/>
                <a:pathLst>
                  <a:path w="590" h="1241" extrusionOk="0">
                    <a:moveTo>
                      <a:pt x="1" y="0"/>
                    </a:moveTo>
                    <a:lnTo>
                      <a:pt x="1" y="1241"/>
                    </a:lnTo>
                    <a:lnTo>
                      <a:pt x="589" y="1241"/>
                    </a:lnTo>
                    <a:lnTo>
                      <a:pt x="58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Google Shape;1385;p29"/>
              <p:cNvSpPr/>
              <p:nvPr/>
            </p:nvSpPr>
            <p:spPr>
              <a:xfrm>
                <a:off x="5428600" y="1095725"/>
                <a:ext cx="10300" cy="31025"/>
              </a:xfrm>
              <a:custGeom>
                <a:avLst/>
                <a:gdLst/>
                <a:ahLst/>
                <a:cxnLst/>
                <a:rect l="l" t="t" r="r" b="b"/>
                <a:pathLst>
                  <a:path w="412" h="1241" extrusionOk="0">
                    <a:moveTo>
                      <a:pt x="1" y="0"/>
                    </a:moveTo>
                    <a:lnTo>
                      <a:pt x="1" y="1241"/>
                    </a:lnTo>
                    <a:lnTo>
                      <a:pt x="411" y="1241"/>
                    </a:lnTo>
                    <a:lnTo>
                      <a:pt x="41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Google Shape;1386;p29"/>
              <p:cNvSpPr/>
              <p:nvPr/>
            </p:nvSpPr>
            <p:spPr>
              <a:xfrm>
                <a:off x="5299700" y="1138550"/>
                <a:ext cx="53100" cy="209675"/>
              </a:xfrm>
              <a:custGeom>
                <a:avLst/>
                <a:gdLst/>
                <a:ahLst/>
                <a:cxnLst/>
                <a:rect l="l" t="t" r="r" b="b"/>
                <a:pathLst>
                  <a:path w="2124" h="8387" extrusionOk="0">
                    <a:moveTo>
                      <a:pt x="866" y="0"/>
                    </a:moveTo>
                    <a:lnTo>
                      <a:pt x="9" y="8110"/>
                    </a:lnTo>
                    <a:cubicBezTo>
                      <a:pt x="1" y="8181"/>
                      <a:pt x="18" y="8252"/>
                      <a:pt x="63" y="8306"/>
                    </a:cubicBezTo>
                    <a:cubicBezTo>
                      <a:pt x="108" y="8359"/>
                      <a:pt x="179" y="8386"/>
                      <a:pt x="250" y="8386"/>
                    </a:cubicBezTo>
                    <a:cubicBezTo>
                      <a:pt x="357" y="8386"/>
                      <a:pt x="455" y="8315"/>
                      <a:pt x="482" y="8199"/>
                    </a:cubicBezTo>
                    <a:lnTo>
                      <a:pt x="2124" y="27"/>
                    </a:lnTo>
                    <a:lnTo>
                      <a:pt x="1981" y="0"/>
                    </a:lnTo>
                    <a:lnTo>
                      <a:pt x="340" y="8172"/>
                    </a:lnTo>
                    <a:cubicBezTo>
                      <a:pt x="328" y="8211"/>
                      <a:pt x="285" y="8236"/>
                      <a:pt x="244" y="8236"/>
                    </a:cubicBezTo>
                    <a:cubicBezTo>
                      <a:pt x="219" y="8236"/>
                      <a:pt x="196" y="8228"/>
                      <a:pt x="179" y="8208"/>
                    </a:cubicBezTo>
                    <a:cubicBezTo>
                      <a:pt x="161" y="8190"/>
                      <a:pt x="152" y="8163"/>
                      <a:pt x="161" y="8127"/>
                    </a:cubicBezTo>
                    <a:lnTo>
                      <a:pt x="1018" y="18"/>
                    </a:lnTo>
                    <a:lnTo>
                      <a:pt x="86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Google Shape;1387;p29"/>
              <p:cNvSpPr/>
              <p:nvPr/>
            </p:nvSpPr>
            <p:spPr>
              <a:xfrm>
                <a:off x="5634900" y="1138550"/>
                <a:ext cx="53125" cy="209675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8387" extrusionOk="0">
                    <a:moveTo>
                      <a:pt x="144" y="0"/>
                    </a:moveTo>
                    <a:lnTo>
                      <a:pt x="1" y="27"/>
                    </a:lnTo>
                    <a:lnTo>
                      <a:pt x="1642" y="8208"/>
                    </a:lnTo>
                    <a:cubicBezTo>
                      <a:pt x="1669" y="8315"/>
                      <a:pt x="1767" y="8386"/>
                      <a:pt x="1874" y="8386"/>
                    </a:cubicBezTo>
                    <a:cubicBezTo>
                      <a:pt x="1946" y="8386"/>
                      <a:pt x="2017" y="8359"/>
                      <a:pt x="2062" y="8306"/>
                    </a:cubicBezTo>
                    <a:cubicBezTo>
                      <a:pt x="2106" y="8252"/>
                      <a:pt x="2124" y="8181"/>
                      <a:pt x="2115" y="8110"/>
                    </a:cubicBezTo>
                    <a:lnTo>
                      <a:pt x="1259" y="0"/>
                    </a:lnTo>
                    <a:lnTo>
                      <a:pt x="1116" y="18"/>
                    </a:lnTo>
                    <a:lnTo>
                      <a:pt x="1972" y="8136"/>
                    </a:lnTo>
                    <a:cubicBezTo>
                      <a:pt x="1972" y="8163"/>
                      <a:pt x="1963" y="8190"/>
                      <a:pt x="1946" y="8208"/>
                    </a:cubicBezTo>
                    <a:cubicBezTo>
                      <a:pt x="1929" y="8228"/>
                      <a:pt x="1905" y="8236"/>
                      <a:pt x="1881" y="8236"/>
                    </a:cubicBezTo>
                    <a:cubicBezTo>
                      <a:pt x="1840" y="8236"/>
                      <a:pt x="1800" y="8211"/>
                      <a:pt x="1794" y="8172"/>
                    </a:cubicBezTo>
                    <a:lnTo>
                      <a:pt x="14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Google Shape;1388;p29"/>
              <p:cNvSpPr/>
              <p:nvPr/>
            </p:nvSpPr>
            <p:spPr>
              <a:xfrm>
                <a:off x="5294125" y="1126725"/>
                <a:ext cx="399675" cy="16300"/>
              </a:xfrm>
              <a:custGeom>
                <a:avLst/>
                <a:gdLst/>
                <a:ahLst/>
                <a:cxnLst/>
                <a:rect l="l" t="t" r="r" b="b"/>
                <a:pathLst>
                  <a:path w="15987" h="652" extrusionOk="0">
                    <a:moveTo>
                      <a:pt x="0" y="1"/>
                    </a:moveTo>
                    <a:lnTo>
                      <a:pt x="0" y="652"/>
                    </a:lnTo>
                    <a:lnTo>
                      <a:pt x="15987" y="652"/>
                    </a:lnTo>
                    <a:lnTo>
                      <a:pt x="1598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Google Shape;1389;p29"/>
              <p:cNvSpPr/>
              <p:nvPr/>
            </p:nvSpPr>
            <p:spPr>
              <a:xfrm>
                <a:off x="5313750" y="1065175"/>
                <a:ext cx="47525" cy="57775"/>
              </a:xfrm>
              <a:custGeom>
                <a:avLst/>
                <a:gdLst/>
                <a:ahLst/>
                <a:cxnLst/>
                <a:rect l="l" t="t" r="r" b="b"/>
                <a:pathLst>
                  <a:path w="1901" h="2311" extrusionOk="0">
                    <a:moveTo>
                      <a:pt x="1892" y="0"/>
                    </a:moveTo>
                    <a:lnTo>
                      <a:pt x="1" y="9"/>
                    </a:lnTo>
                    <a:lnTo>
                      <a:pt x="9" y="1651"/>
                    </a:lnTo>
                    <a:cubicBezTo>
                      <a:pt x="9" y="2016"/>
                      <a:pt x="313" y="2311"/>
                      <a:pt x="679" y="2311"/>
                    </a:cubicBezTo>
                    <a:lnTo>
                      <a:pt x="1241" y="2311"/>
                    </a:lnTo>
                    <a:cubicBezTo>
                      <a:pt x="1606" y="2302"/>
                      <a:pt x="1901" y="2008"/>
                      <a:pt x="1901" y="1642"/>
                    </a:cubicBezTo>
                    <a:lnTo>
                      <a:pt x="189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Google Shape;1390;p29"/>
              <p:cNvSpPr/>
              <p:nvPr/>
            </p:nvSpPr>
            <p:spPr>
              <a:xfrm>
                <a:off x="5326025" y="1120250"/>
                <a:ext cx="23000" cy="6500"/>
              </a:xfrm>
              <a:custGeom>
                <a:avLst/>
                <a:gdLst/>
                <a:ahLst/>
                <a:cxnLst/>
                <a:rect l="l" t="t" r="r" b="b"/>
                <a:pathLst>
                  <a:path w="920" h="260" extrusionOk="0">
                    <a:moveTo>
                      <a:pt x="0" y="1"/>
                    </a:moveTo>
                    <a:lnTo>
                      <a:pt x="0" y="260"/>
                    </a:lnTo>
                    <a:lnTo>
                      <a:pt x="919" y="260"/>
                    </a:lnTo>
                    <a:lnTo>
                      <a:pt x="91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Google Shape;1391;p29"/>
              <p:cNvSpPr/>
              <p:nvPr/>
            </p:nvSpPr>
            <p:spPr>
              <a:xfrm>
                <a:off x="5297250" y="1072300"/>
                <a:ext cx="40400" cy="43525"/>
              </a:xfrm>
              <a:custGeom>
                <a:avLst/>
                <a:gdLst/>
                <a:ahLst/>
                <a:cxnLst/>
                <a:rect l="l" t="t" r="r" b="b"/>
                <a:pathLst>
                  <a:path w="1616" h="1741" extrusionOk="0">
                    <a:moveTo>
                      <a:pt x="1312" y="295"/>
                    </a:moveTo>
                    <a:lnTo>
                      <a:pt x="1312" y="1446"/>
                    </a:lnTo>
                    <a:lnTo>
                      <a:pt x="509" y="1446"/>
                    </a:lnTo>
                    <a:cubicBezTo>
                      <a:pt x="393" y="1446"/>
                      <a:pt x="304" y="1348"/>
                      <a:pt x="304" y="1241"/>
                    </a:cubicBezTo>
                    <a:lnTo>
                      <a:pt x="304" y="509"/>
                    </a:lnTo>
                    <a:cubicBezTo>
                      <a:pt x="304" y="393"/>
                      <a:pt x="393" y="295"/>
                      <a:pt x="509" y="295"/>
                    </a:cubicBezTo>
                    <a:close/>
                    <a:moveTo>
                      <a:pt x="509" y="1"/>
                    </a:moveTo>
                    <a:cubicBezTo>
                      <a:pt x="232" y="1"/>
                      <a:pt x="0" y="224"/>
                      <a:pt x="0" y="509"/>
                    </a:cubicBezTo>
                    <a:lnTo>
                      <a:pt x="0" y="1241"/>
                    </a:lnTo>
                    <a:cubicBezTo>
                      <a:pt x="0" y="1517"/>
                      <a:pt x="232" y="1740"/>
                      <a:pt x="509" y="1740"/>
                    </a:cubicBezTo>
                    <a:lnTo>
                      <a:pt x="1615" y="1740"/>
                    </a:lnTo>
                    <a:lnTo>
                      <a:pt x="1615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92" name="Google Shape;1392;p29"/>
            <p:cNvGrpSpPr/>
            <p:nvPr/>
          </p:nvGrpSpPr>
          <p:grpSpPr>
            <a:xfrm>
              <a:off x="7565804" y="2778051"/>
              <a:ext cx="1009319" cy="1816776"/>
              <a:chOff x="7062459" y="2881725"/>
              <a:chExt cx="854414" cy="1537946"/>
            </a:xfrm>
          </p:grpSpPr>
          <p:sp>
            <p:nvSpPr>
              <p:cNvPr id="1393" name="Google Shape;1393;p29"/>
              <p:cNvSpPr/>
              <p:nvPr/>
            </p:nvSpPr>
            <p:spPr>
              <a:xfrm>
                <a:off x="7062459" y="3466939"/>
                <a:ext cx="308804" cy="291378"/>
              </a:xfrm>
              <a:custGeom>
                <a:avLst/>
                <a:gdLst/>
                <a:ahLst/>
                <a:cxnLst/>
                <a:rect l="l" t="t" r="r" b="b"/>
                <a:pathLst>
                  <a:path w="4640" h="4378" extrusionOk="0">
                    <a:moveTo>
                      <a:pt x="1133" y="1"/>
                    </a:moveTo>
                    <a:cubicBezTo>
                      <a:pt x="895" y="1"/>
                      <a:pt x="653" y="48"/>
                      <a:pt x="455" y="192"/>
                    </a:cubicBezTo>
                    <a:cubicBezTo>
                      <a:pt x="152" y="415"/>
                      <a:pt x="36" y="826"/>
                      <a:pt x="18" y="1209"/>
                    </a:cubicBezTo>
                    <a:cubicBezTo>
                      <a:pt x="0" y="1540"/>
                      <a:pt x="45" y="1887"/>
                      <a:pt x="170" y="2200"/>
                    </a:cubicBezTo>
                    <a:cubicBezTo>
                      <a:pt x="500" y="3029"/>
                      <a:pt x="1401" y="4037"/>
                      <a:pt x="2284" y="4296"/>
                    </a:cubicBezTo>
                    <a:cubicBezTo>
                      <a:pt x="2471" y="4353"/>
                      <a:pt x="2664" y="4378"/>
                      <a:pt x="2857" y="4378"/>
                    </a:cubicBezTo>
                    <a:cubicBezTo>
                      <a:pt x="3329" y="4378"/>
                      <a:pt x="3808" y="4232"/>
                      <a:pt x="4238" y="4055"/>
                    </a:cubicBezTo>
                    <a:cubicBezTo>
                      <a:pt x="4639" y="3547"/>
                      <a:pt x="4639" y="2806"/>
                      <a:pt x="4363" y="2209"/>
                    </a:cubicBezTo>
                    <a:cubicBezTo>
                      <a:pt x="4095" y="1620"/>
                      <a:pt x="3604" y="1165"/>
                      <a:pt x="3078" y="781"/>
                    </a:cubicBezTo>
                    <a:cubicBezTo>
                      <a:pt x="2534" y="389"/>
                      <a:pt x="1927" y="50"/>
                      <a:pt x="1258" y="5"/>
                    </a:cubicBezTo>
                    <a:cubicBezTo>
                      <a:pt x="1217" y="2"/>
                      <a:pt x="1175" y="1"/>
                      <a:pt x="113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Google Shape;1394;p29"/>
              <p:cNvSpPr/>
              <p:nvPr/>
            </p:nvSpPr>
            <p:spPr>
              <a:xfrm>
                <a:off x="7574258" y="3216162"/>
                <a:ext cx="291567" cy="377034"/>
              </a:xfrm>
              <a:custGeom>
                <a:avLst/>
                <a:gdLst/>
                <a:ahLst/>
                <a:cxnLst/>
                <a:rect l="l" t="t" r="r" b="b"/>
                <a:pathLst>
                  <a:path w="4381" h="5665" extrusionOk="0">
                    <a:moveTo>
                      <a:pt x="2908" y="1"/>
                    </a:moveTo>
                    <a:cubicBezTo>
                      <a:pt x="2556" y="1"/>
                      <a:pt x="2195" y="139"/>
                      <a:pt x="1909" y="347"/>
                    </a:cubicBezTo>
                    <a:cubicBezTo>
                      <a:pt x="910" y="1079"/>
                      <a:pt x="250" y="2355"/>
                      <a:pt x="98" y="3541"/>
                    </a:cubicBezTo>
                    <a:cubicBezTo>
                      <a:pt x="0" y="4317"/>
                      <a:pt x="223" y="5165"/>
                      <a:pt x="839" y="5655"/>
                    </a:cubicBezTo>
                    <a:cubicBezTo>
                      <a:pt x="895" y="5661"/>
                      <a:pt x="950" y="5664"/>
                      <a:pt x="1005" y="5664"/>
                    </a:cubicBezTo>
                    <a:cubicBezTo>
                      <a:pt x="1596" y="5664"/>
                      <a:pt x="2118" y="5323"/>
                      <a:pt x="2543" y="4915"/>
                    </a:cubicBezTo>
                    <a:cubicBezTo>
                      <a:pt x="3301" y="4175"/>
                      <a:pt x="4050" y="3256"/>
                      <a:pt x="4238" y="2194"/>
                    </a:cubicBezTo>
                    <a:cubicBezTo>
                      <a:pt x="4381" y="1382"/>
                      <a:pt x="4122" y="276"/>
                      <a:pt x="3203" y="35"/>
                    </a:cubicBezTo>
                    <a:cubicBezTo>
                      <a:pt x="3107" y="12"/>
                      <a:pt x="3008" y="1"/>
                      <a:pt x="290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Google Shape;1395;p29"/>
              <p:cNvSpPr/>
              <p:nvPr/>
            </p:nvSpPr>
            <p:spPr>
              <a:xfrm>
                <a:off x="7450734" y="2881725"/>
                <a:ext cx="304078" cy="436068"/>
              </a:xfrm>
              <a:custGeom>
                <a:avLst/>
                <a:gdLst/>
                <a:ahLst/>
                <a:cxnLst/>
                <a:rect l="l" t="t" r="r" b="b"/>
                <a:pathLst>
                  <a:path w="4569" h="6552" extrusionOk="0">
                    <a:moveTo>
                      <a:pt x="3276" y="1"/>
                    </a:moveTo>
                    <a:cubicBezTo>
                      <a:pt x="3070" y="1"/>
                      <a:pt x="2857" y="45"/>
                      <a:pt x="2668" y="118"/>
                    </a:cubicBezTo>
                    <a:cubicBezTo>
                      <a:pt x="1856" y="448"/>
                      <a:pt x="1116" y="1215"/>
                      <a:pt x="723" y="1911"/>
                    </a:cubicBezTo>
                    <a:cubicBezTo>
                      <a:pt x="1" y="3205"/>
                      <a:pt x="45" y="4784"/>
                      <a:pt x="652" y="6042"/>
                    </a:cubicBezTo>
                    <a:cubicBezTo>
                      <a:pt x="759" y="6265"/>
                      <a:pt x="1098" y="6479"/>
                      <a:pt x="1357" y="6550"/>
                    </a:cubicBezTo>
                    <a:cubicBezTo>
                      <a:pt x="1382" y="6551"/>
                      <a:pt x="1408" y="6551"/>
                      <a:pt x="1433" y="6551"/>
                    </a:cubicBezTo>
                    <a:cubicBezTo>
                      <a:pt x="2072" y="6551"/>
                      <a:pt x="2544" y="6336"/>
                      <a:pt x="2802" y="6104"/>
                    </a:cubicBezTo>
                    <a:cubicBezTo>
                      <a:pt x="2927" y="5997"/>
                      <a:pt x="3043" y="5881"/>
                      <a:pt x="3150" y="5756"/>
                    </a:cubicBezTo>
                    <a:cubicBezTo>
                      <a:pt x="3864" y="4971"/>
                      <a:pt x="4310" y="3999"/>
                      <a:pt x="4470" y="3008"/>
                    </a:cubicBezTo>
                    <a:cubicBezTo>
                      <a:pt x="4559" y="2518"/>
                      <a:pt x="4568" y="2009"/>
                      <a:pt x="4488" y="1519"/>
                    </a:cubicBezTo>
                    <a:cubicBezTo>
                      <a:pt x="4417" y="1073"/>
                      <a:pt x="4310" y="457"/>
                      <a:pt x="3881" y="172"/>
                    </a:cubicBezTo>
                    <a:cubicBezTo>
                      <a:pt x="3711" y="51"/>
                      <a:pt x="3497" y="1"/>
                      <a:pt x="327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Google Shape;1396;p29"/>
              <p:cNvSpPr/>
              <p:nvPr/>
            </p:nvSpPr>
            <p:spPr>
              <a:xfrm>
                <a:off x="7662709" y="3522978"/>
                <a:ext cx="254164" cy="221761"/>
              </a:xfrm>
              <a:custGeom>
                <a:avLst/>
                <a:gdLst/>
                <a:ahLst/>
                <a:cxnLst/>
                <a:rect l="l" t="t" r="r" b="b"/>
                <a:pathLst>
                  <a:path w="3819" h="3332" extrusionOk="0">
                    <a:moveTo>
                      <a:pt x="2849" y="0"/>
                    </a:moveTo>
                    <a:cubicBezTo>
                      <a:pt x="2416" y="0"/>
                      <a:pt x="1937" y="147"/>
                      <a:pt x="1580" y="341"/>
                    </a:cubicBezTo>
                    <a:cubicBezTo>
                      <a:pt x="768" y="796"/>
                      <a:pt x="206" y="1670"/>
                      <a:pt x="36" y="2562"/>
                    </a:cubicBezTo>
                    <a:cubicBezTo>
                      <a:pt x="1" y="2714"/>
                      <a:pt x="81" y="2946"/>
                      <a:pt x="179" y="3071"/>
                    </a:cubicBezTo>
                    <a:cubicBezTo>
                      <a:pt x="438" y="3264"/>
                      <a:pt x="696" y="3331"/>
                      <a:pt x="899" y="3331"/>
                    </a:cubicBezTo>
                    <a:cubicBezTo>
                      <a:pt x="948" y="3331"/>
                      <a:pt x="994" y="3327"/>
                      <a:pt x="1035" y="3320"/>
                    </a:cubicBezTo>
                    <a:cubicBezTo>
                      <a:pt x="1133" y="3302"/>
                      <a:pt x="1232" y="3276"/>
                      <a:pt x="1321" y="3249"/>
                    </a:cubicBezTo>
                    <a:cubicBezTo>
                      <a:pt x="1954" y="3062"/>
                      <a:pt x="2525" y="2678"/>
                      <a:pt x="2962" y="2196"/>
                    </a:cubicBezTo>
                    <a:cubicBezTo>
                      <a:pt x="3185" y="1964"/>
                      <a:pt x="3373" y="1688"/>
                      <a:pt x="3515" y="1402"/>
                    </a:cubicBezTo>
                    <a:cubicBezTo>
                      <a:pt x="3649" y="1135"/>
                      <a:pt x="3819" y="760"/>
                      <a:pt x="3721" y="466"/>
                    </a:cubicBezTo>
                    <a:cubicBezTo>
                      <a:pt x="3649" y="225"/>
                      <a:pt x="3408" y="73"/>
                      <a:pt x="3159" y="28"/>
                    </a:cubicBezTo>
                    <a:cubicBezTo>
                      <a:pt x="3060" y="9"/>
                      <a:pt x="2956" y="0"/>
                      <a:pt x="284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Google Shape;1397;p29"/>
              <p:cNvSpPr/>
              <p:nvPr/>
            </p:nvSpPr>
            <p:spPr>
              <a:xfrm>
                <a:off x="7119429" y="3126845"/>
                <a:ext cx="328437" cy="353873"/>
              </a:xfrm>
              <a:custGeom>
                <a:avLst/>
                <a:gdLst/>
                <a:ahLst/>
                <a:cxnLst/>
                <a:rect l="l" t="t" r="r" b="b"/>
                <a:pathLst>
                  <a:path w="4935" h="5317" extrusionOk="0">
                    <a:moveTo>
                      <a:pt x="1509" y="0"/>
                    </a:moveTo>
                    <a:cubicBezTo>
                      <a:pt x="1046" y="0"/>
                      <a:pt x="605" y="152"/>
                      <a:pt x="304" y="539"/>
                    </a:cubicBezTo>
                    <a:cubicBezTo>
                      <a:pt x="1" y="940"/>
                      <a:pt x="81" y="1520"/>
                      <a:pt x="242" y="2002"/>
                    </a:cubicBezTo>
                    <a:cubicBezTo>
                      <a:pt x="652" y="3206"/>
                      <a:pt x="1482" y="4268"/>
                      <a:pt x="2570" y="4955"/>
                    </a:cubicBezTo>
                    <a:cubicBezTo>
                      <a:pt x="2894" y="5160"/>
                      <a:pt x="3306" y="5316"/>
                      <a:pt x="3695" y="5316"/>
                    </a:cubicBezTo>
                    <a:cubicBezTo>
                      <a:pt x="4067" y="5316"/>
                      <a:pt x="4418" y="5173"/>
                      <a:pt x="4649" y="4794"/>
                    </a:cubicBezTo>
                    <a:cubicBezTo>
                      <a:pt x="4934" y="4312"/>
                      <a:pt x="4738" y="3554"/>
                      <a:pt x="4622" y="3037"/>
                    </a:cubicBezTo>
                    <a:cubicBezTo>
                      <a:pt x="4488" y="2430"/>
                      <a:pt x="4256" y="1841"/>
                      <a:pt x="3899" y="1342"/>
                    </a:cubicBezTo>
                    <a:cubicBezTo>
                      <a:pt x="3667" y="1011"/>
                      <a:pt x="3382" y="717"/>
                      <a:pt x="3034" y="485"/>
                    </a:cubicBezTo>
                    <a:cubicBezTo>
                      <a:pt x="2621" y="206"/>
                      <a:pt x="2050" y="0"/>
                      <a:pt x="150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Google Shape;1398;p29"/>
              <p:cNvSpPr/>
              <p:nvPr/>
            </p:nvSpPr>
            <p:spPr>
              <a:xfrm>
                <a:off x="7236431" y="3197127"/>
                <a:ext cx="227410" cy="732105"/>
              </a:xfrm>
              <a:custGeom>
                <a:avLst/>
                <a:gdLst/>
                <a:ahLst/>
                <a:cxnLst/>
                <a:rect l="l" t="t" r="r" b="b"/>
                <a:pathLst>
                  <a:path w="3417" h="11000" extrusionOk="0">
                    <a:moveTo>
                      <a:pt x="72" y="0"/>
                    </a:moveTo>
                    <a:lnTo>
                      <a:pt x="0" y="89"/>
                    </a:lnTo>
                    <a:cubicBezTo>
                      <a:pt x="1445" y="1258"/>
                      <a:pt x="2382" y="3649"/>
                      <a:pt x="2775" y="5486"/>
                    </a:cubicBezTo>
                    <a:cubicBezTo>
                      <a:pt x="3167" y="7297"/>
                      <a:pt x="3239" y="9180"/>
                      <a:pt x="3310" y="11000"/>
                    </a:cubicBezTo>
                    <a:lnTo>
                      <a:pt x="3417" y="11000"/>
                    </a:lnTo>
                    <a:cubicBezTo>
                      <a:pt x="3355" y="9171"/>
                      <a:pt x="3274" y="7280"/>
                      <a:pt x="2891" y="5460"/>
                    </a:cubicBezTo>
                    <a:cubicBezTo>
                      <a:pt x="2489" y="3604"/>
                      <a:pt x="1544" y="1195"/>
                      <a:pt x="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Google Shape;1399;p29"/>
              <p:cNvSpPr/>
              <p:nvPr/>
            </p:nvSpPr>
            <p:spPr>
              <a:xfrm>
                <a:off x="7537454" y="3340219"/>
                <a:ext cx="214366" cy="689976"/>
              </a:xfrm>
              <a:custGeom>
                <a:avLst/>
                <a:gdLst/>
                <a:ahLst/>
                <a:cxnLst/>
                <a:rect l="l" t="t" r="r" b="b"/>
                <a:pathLst>
                  <a:path w="3221" h="10367" extrusionOk="0">
                    <a:moveTo>
                      <a:pt x="3131" y="0"/>
                    </a:moveTo>
                    <a:cubicBezTo>
                      <a:pt x="1695" y="1972"/>
                      <a:pt x="27" y="5861"/>
                      <a:pt x="0" y="10366"/>
                    </a:cubicBezTo>
                    <a:lnTo>
                      <a:pt x="116" y="10366"/>
                    </a:lnTo>
                    <a:cubicBezTo>
                      <a:pt x="134" y="5888"/>
                      <a:pt x="1802" y="2016"/>
                      <a:pt x="3221" y="62"/>
                    </a:cubicBezTo>
                    <a:lnTo>
                      <a:pt x="313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Google Shape;1400;p29"/>
              <p:cNvSpPr/>
              <p:nvPr/>
            </p:nvSpPr>
            <p:spPr>
              <a:xfrm>
                <a:off x="7501249" y="2963188"/>
                <a:ext cx="150276" cy="1042651"/>
              </a:xfrm>
              <a:custGeom>
                <a:avLst/>
                <a:gdLst/>
                <a:ahLst/>
                <a:cxnLst/>
                <a:rect l="l" t="t" r="r" b="b"/>
                <a:pathLst>
                  <a:path w="2258" h="15666" extrusionOk="0">
                    <a:moveTo>
                      <a:pt x="2159" y="0"/>
                    </a:moveTo>
                    <a:cubicBezTo>
                      <a:pt x="0" y="4568"/>
                      <a:pt x="36" y="9251"/>
                      <a:pt x="80" y="14684"/>
                    </a:cubicBezTo>
                    <a:lnTo>
                      <a:pt x="89" y="15665"/>
                    </a:lnTo>
                    <a:lnTo>
                      <a:pt x="205" y="15665"/>
                    </a:lnTo>
                    <a:lnTo>
                      <a:pt x="196" y="14684"/>
                    </a:lnTo>
                    <a:cubicBezTo>
                      <a:pt x="152" y="9269"/>
                      <a:pt x="116" y="4586"/>
                      <a:pt x="2257" y="45"/>
                    </a:cubicBezTo>
                    <a:lnTo>
                      <a:pt x="215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Google Shape;1401;p29"/>
              <p:cNvSpPr/>
              <p:nvPr/>
            </p:nvSpPr>
            <p:spPr>
              <a:xfrm>
                <a:off x="7148513" y="3554525"/>
                <a:ext cx="281517" cy="467948"/>
              </a:xfrm>
              <a:custGeom>
                <a:avLst/>
                <a:gdLst/>
                <a:ahLst/>
                <a:cxnLst/>
                <a:rect l="l" t="t" r="r" b="b"/>
                <a:pathLst>
                  <a:path w="4230" h="7031" extrusionOk="0">
                    <a:moveTo>
                      <a:pt x="54" y="0"/>
                    </a:moveTo>
                    <a:lnTo>
                      <a:pt x="1" y="99"/>
                    </a:lnTo>
                    <a:cubicBezTo>
                      <a:pt x="2508" y="1374"/>
                      <a:pt x="4114" y="4229"/>
                      <a:pt x="3908" y="7021"/>
                    </a:cubicBezTo>
                    <a:lnTo>
                      <a:pt x="4024" y="7030"/>
                    </a:lnTo>
                    <a:cubicBezTo>
                      <a:pt x="4229" y="4193"/>
                      <a:pt x="2597" y="1303"/>
                      <a:pt x="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Google Shape;1402;p29"/>
              <p:cNvSpPr/>
              <p:nvPr/>
            </p:nvSpPr>
            <p:spPr>
              <a:xfrm>
                <a:off x="7546372" y="3604973"/>
                <a:ext cx="255894" cy="464953"/>
              </a:xfrm>
              <a:custGeom>
                <a:avLst/>
                <a:gdLst/>
                <a:ahLst/>
                <a:cxnLst/>
                <a:rect l="l" t="t" r="r" b="b"/>
                <a:pathLst>
                  <a:path w="3845" h="6986" extrusionOk="0">
                    <a:moveTo>
                      <a:pt x="3800" y="1"/>
                    </a:moveTo>
                    <a:cubicBezTo>
                      <a:pt x="1240" y="1214"/>
                      <a:pt x="152" y="4515"/>
                      <a:pt x="0" y="6977"/>
                    </a:cubicBezTo>
                    <a:lnTo>
                      <a:pt x="116" y="6986"/>
                    </a:lnTo>
                    <a:cubicBezTo>
                      <a:pt x="268" y="4550"/>
                      <a:pt x="1338" y="1294"/>
                      <a:pt x="3845" y="99"/>
                    </a:cubicBezTo>
                    <a:lnTo>
                      <a:pt x="3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29"/>
              <p:cNvSpPr/>
              <p:nvPr/>
            </p:nvSpPr>
            <p:spPr>
              <a:xfrm>
                <a:off x="7277361" y="3878113"/>
                <a:ext cx="476849" cy="541558"/>
              </a:xfrm>
              <a:custGeom>
                <a:avLst/>
                <a:gdLst/>
                <a:ahLst/>
                <a:cxnLst/>
                <a:rect l="l" t="t" r="r" b="b"/>
                <a:pathLst>
                  <a:path w="7165" h="8137" extrusionOk="0">
                    <a:moveTo>
                      <a:pt x="1" y="0"/>
                    </a:moveTo>
                    <a:lnTo>
                      <a:pt x="1" y="2043"/>
                    </a:lnTo>
                    <a:cubicBezTo>
                      <a:pt x="1" y="7342"/>
                      <a:pt x="1705" y="8136"/>
                      <a:pt x="1705" y="8136"/>
                    </a:cubicBezTo>
                    <a:lnTo>
                      <a:pt x="5460" y="8136"/>
                    </a:lnTo>
                    <a:cubicBezTo>
                      <a:pt x="5460" y="8136"/>
                      <a:pt x="7164" y="7342"/>
                      <a:pt x="7164" y="2043"/>
                    </a:cubicBezTo>
                    <a:lnTo>
                      <a:pt x="716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04" name="Google Shape;1404;p29"/>
            <p:cNvGrpSpPr/>
            <p:nvPr/>
          </p:nvGrpSpPr>
          <p:grpSpPr>
            <a:xfrm>
              <a:off x="6538214" y="4628582"/>
              <a:ext cx="830058" cy="159799"/>
              <a:chOff x="6538214" y="4628582"/>
              <a:chExt cx="830058" cy="159799"/>
            </a:xfrm>
          </p:grpSpPr>
          <p:sp>
            <p:nvSpPr>
              <p:cNvPr id="1405" name="Google Shape;1405;p29"/>
              <p:cNvSpPr/>
              <p:nvPr/>
            </p:nvSpPr>
            <p:spPr>
              <a:xfrm>
                <a:off x="6538214" y="4718830"/>
                <a:ext cx="343211" cy="51114"/>
              </a:xfrm>
              <a:custGeom>
                <a:avLst/>
                <a:gdLst/>
                <a:ahLst/>
                <a:cxnLst/>
                <a:rect l="l" t="t" r="r" b="b"/>
                <a:pathLst>
                  <a:path w="5157" h="768" extrusionOk="0">
                    <a:moveTo>
                      <a:pt x="0" y="1"/>
                    </a:moveTo>
                    <a:lnTo>
                      <a:pt x="0" y="768"/>
                    </a:lnTo>
                    <a:lnTo>
                      <a:pt x="5156" y="768"/>
                    </a:lnTo>
                    <a:lnTo>
                      <a:pt x="515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Google Shape;1406;p29"/>
              <p:cNvSpPr/>
              <p:nvPr/>
            </p:nvSpPr>
            <p:spPr>
              <a:xfrm>
                <a:off x="6577347" y="4718830"/>
                <a:ext cx="18502" cy="51114"/>
              </a:xfrm>
              <a:custGeom>
                <a:avLst/>
                <a:gdLst/>
                <a:ahLst/>
                <a:cxnLst/>
                <a:rect l="l" t="t" r="r" b="b"/>
                <a:pathLst>
                  <a:path w="278" h="768" extrusionOk="0">
                    <a:moveTo>
                      <a:pt x="1" y="1"/>
                    </a:moveTo>
                    <a:lnTo>
                      <a:pt x="1" y="768"/>
                    </a:lnTo>
                    <a:lnTo>
                      <a:pt x="277" y="768"/>
                    </a:lnTo>
                    <a:lnTo>
                      <a:pt x="27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Google Shape;1407;p29"/>
              <p:cNvSpPr/>
              <p:nvPr/>
            </p:nvSpPr>
            <p:spPr>
              <a:xfrm>
                <a:off x="6839237" y="4718830"/>
                <a:ext cx="18435" cy="51114"/>
              </a:xfrm>
              <a:custGeom>
                <a:avLst/>
                <a:gdLst/>
                <a:ahLst/>
                <a:cxnLst/>
                <a:rect l="l" t="t" r="r" b="b"/>
                <a:pathLst>
                  <a:path w="277" h="768" extrusionOk="0">
                    <a:moveTo>
                      <a:pt x="0" y="1"/>
                    </a:moveTo>
                    <a:lnTo>
                      <a:pt x="0" y="768"/>
                    </a:lnTo>
                    <a:lnTo>
                      <a:pt x="277" y="768"/>
                    </a:lnTo>
                    <a:lnTo>
                      <a:pt x="27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29"/>
              <p:cNvSpPr/>
              <p:nvPr/>
            </p:nvSpPr>
            <p:spPr>
              <a:xfrm>
                <a:off x="6608827" y="4718830"/>
                <a:ext cx="8985" cy="51114"/>
              </a:xfrm>
              <a:custGeom>
                <a:avLst/>
                <a:gdLst/>
                <a:ahLst/>
                <a:cxnLst/>
                <a:rect l="l" t="t" r="r" b="b"/>
                <a:pathLst>
                  <a:path w="135" h="768" extrusionOk="0">
                    <a:moveTo>
                      <a:pt x="1" y="1"/>
                    </a:moveTo>
                    <a:lnTo>
                      <a:pt x="1" y="768"/>
                    </a:lnTo>
                    <a:lnTo>
                      <a:pt x="134" y="768"/>
                    </a:lnTo>
                    <a:lnTo>
                      <a:pt x="13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29"/>
              <p:cNvSpPr/>
              <p:nvPr/>
            </p:nvSpPr>
            <p:spPr>
              <a:xfrm>
                <a:off x="6881366" y="4648748"/>
                <a:ext cx="137830" cy="121197"/>
              </a:xfrm>
              <a:custGeom>
                <a:avLst/>
                <a:gdLst/>
                <a:ahLst/>
                <a:cxnLst/>
                <a:rect l="l" t="t" r="r" b="b"/>
                <a:pathLst>
                  <a:path w="2071" h="1821" extrusionOk="0">
                    <a:moveTo>
                      <a:pt x="2070" y="1"/>
                    </a:moveTo>
                    <a:lnTo>
                      <a:pt x="0" y="1054"/>
                    </a:lnTo>
                    <a:lnTo>
                      <a:pt x="0" y="1821"/>
                    </a:lnTo>
                    <a:lnTo>
                      <a:pt x="2070" y="768"/>
                    </a:lnTo>
                    <a:lnTo>
                      <a:pt x="207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29"/>
              <p:cNvSpPr/>
              <p:nvPr/>
            </p:nvSpPr>
            <p:spPr>
              <a:xfrm>
                <a:off x="6881366" y="4661260"/>
                <a:ext cx="137830" cy="96239"/>
              </a:xfrm>
              <a:custGeom>
                <a:avLst/>
                <a:gdLst/>
                <a:ahLst/>
                <a:cxnLst/>
                <a:rect l="l" t="t" r="r" b="b"/>
                <a:pathLst>
                  <a:path w="2071" h="1446" extrusionOk="0">
                    <a:moveTo>
                      <a:pt x="2070" y="0"/>
                    </a:moveTo>
                    <a:lnTo>
                      <a:pt x="0" y="1053"/>
                    </a:lnTo>
                    <a:lnTo>
                      <a:pt x="0" y="1445"/>
                    </a:lnTo>
                    <a:lnTo>
                      <a:pt x="2070" y="393"/>
                    </a:lnTo>
                    <a:lnTo>
                      <a:pt x="207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Google Shape;1411;p29"/>
              <p:cNvSpPr/>
              <p:nvPr/>
            </p:nvSpPr>
            <p:spPr>
              <a:xfrm>
                <a:off x="6538214" y="4648748"/>
                <a:ext cx="480975" cy="70149"/>
              </a:xfrm>
              <a:custGeom>
                <a:avLst/>
                <a:gdLst/>
                <a:ahLst/>
                <a:cxnLst/>
                <a:rect l="l" t="t" r="r" b="b"/>
                <a:pathLst>
                  <a:path w="7227" h="1054" extrusionOk="0">
                    <a:moveTo>
                      <a:pt x="2070" y="1"/>
                    </a:moveTo>
                    <a:lnTo>
                      <a:pt x="0" y="1054"/>
                    </a:lnTo>
                    <a:lnTo>
                      <a:pt x="5156" y="1054"/>
                    </a:lnTo>
                    <a:lnTo>
                      <a:pt x="722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Google Shape;1412;p29"/>
              <p:cNvSpPr/>
              <p:nvPr/>
            </p:nvSpPr>
            <p:spPr>
              <a:xfrm>
                <a:off x="6809487" y="4659463"/>
                <a:ext cx="156265" cy="48186"/>
              </a:xfrm>
              <a:custGeom>
                <a:avLst/>
                <a:gdLst/>
                <a:ahLst/>
                <a:cxnLst/>
                <a:rect l="l" t="t" r="r" b="b"/>
                <a:pathLst>
                  <a:path w="2348" h="724" extrusionOk="0">
                    <a:moveTo>
                      <a:pt x="1411" y="0"/>
                    </a:moveTo>
                    <a:lnTo>
                      <a:pt x="1" y="723"/>
                    </a:lnTo>
                    <a:lnTo>
                      <a:pt x="929" y="723"/>
                    </a:lnTo>
                    <a:lnTo>
                      <a:pt x="234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Google Shape;1413;p29"/>
              <p:cNvSpPr/>
              <p:nvPr/>
            </p:nvSpPr>
            <p:spPr>
              <a:xfrm>
                <a:off x="6762633" y="4659463"/>
                <a:ext cx="113472" cy="48186"/>
              </a:xfrm>
              <a:custGeom>
                <a:avLst/>
                <a:gdLst/>
                <a:ahLst/>
                <a:cxnLst/>
                <a:rect l="l" t="t" r="r" b="b"/>
                <a:pathLst>
                  <a:path w="1705" h="724" extrusionOk="0">
                    <a:moveTo>
                      <a:pt x="1410" y="0"/>
                    </a:moveTo>
                    <a:lnTo>
                      <a:pt x="0" y="723"/>
                    </a:lnTo>
                    <a:lnTo>
                      <a:pt x="286" y="723"/>
                    </a:lnTo>
                    <a:lnTo>
                      <a:pt x="170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29"/>
              <p:cNvSpPr/>
              <p:nvPr/>
            </p:nvSpPr>
            <p:spPr>
              <a:xfrm>
                <a:off x="6931215" y="4692741"/>
                <a:ext cx="311798" cy="95640"/>
              </a:xfrm>
              <a:custGeom>
                <a:avLst/>
                <a:gdLst/>
                <a:ahLst/>
                <a:cxnLst/>
                <a:rect l="l" t="t" r="r" b="b"/>
                <a:pathLst>
                  <a:path w="4685" h="1437" extrusionOk="0">
                    <a:moveTo>
                      <a:pt x="1" y="0"/>
                    </a:moveTo>
                    <a:lnTo>
                      <a:pt x="1" y="1436"/>
                    </a:lnTo>
                    <a:lnTo>
                      <a:pt x="4684" y="1436"/>
                    </a:lnTo>
                    <a:lnTo>
                      <a:pt x="468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29"/>
              <p:cNvSpPr/>
              <p:nvPr/>
            </p:nvSpPr>
            <p:spPr>
              <a:xfrm>
                <a:off x="7204352" y="4692741"/>
                <a:ext cx="16705" cy="95640"/>
              </a:xfrm>
              <a:custGeom>
                <a:avLst/>
                <a:gdLst/>
                <a:ahLst/>
                <a:cxnLst/>
                <a:rect l="l" t="t" r="r" b="b"/>
                <a:pathLst>
                  <a:path w="251" h="1437" extrusionOk="0">
                    <a:moveTo>
                      <a:pt x="0" y="0"/>
                    </a:moveTo>
                    <a:lnTo>
                      <a:pt x="0" y="1436"/>
                    </a:lnTo>
                    <a:lnTo>
                      <a:pt x="250" y="1436"/>
                    </a:lnTo>
                    <a:lnTo>
                      <a:pt x="25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29"/>
              <p:cNvSpPr/>
              <p:nvPr/>
            </p:nvSpPr>
            <p:spPr>
              <a:xfrm>
                <a:off x="6995373" y="4692741"/>
                <a:ext cx="8386" cy="95640"/>
              </a:xfrm>
              <a:custGeom>
                <a:avLst/>
                <a:gdLst/>
                <a:ahLst/>
                <a:cxnLst/>
                <a:rect l="l" t="t" r="r" b="b"/>
                <a:pathLst>
                  <a:path w="126" h="1437" extrusionOk="0">
                    <a:moveTo>
                      <a:pt x="0" y="0"/>
                    </a:moveTo>
                    <a:lnTo>
                      <a:pt x="0" y="1436"/>
                    </a:lnTo>
                    <a:lnTo>
                      <a:pt x="125" y="1436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29"/>
              <p:cNvSpPr/>
              <p:nvPr/>
            </p:nvSpPr>
            <p:spPr>
              <a:xfrm>
                <a:off x="7242953" y="4628582"/>
                <a:ext cx="125318" cy="159799"/>
              </a:xfrm>
              <a:custGeom>
                <a:avLst/>
                <a:gdLst/>
                <a:ahLst/>
                <a:cxnLst/>
                <a:rect l="l" t="t" r="r" b="b"/>
                <a:pathLst>
                  <a:path w="1883" h="2401" extrusionOk="0">
                    <a:moveTo>
                      <a:pt x="1883" y="1"/>
                    </a:moveTo>
                    <a:lnTo>
                      <a:pt x="0" y="964"/>
                    </a:lnTo>
                    <a:lnTo>
                      <a:pt x="0" y="2400"/>
                    </a:lnTo>
                    <a:lnTo>
                      <a:pt x="1883" y="1446"/>
                    </a:lnTo>
                    <a:lnTo>
                      <a:pt x="188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Google Shape;1418;p29"/>
              <p:cNvSpPr/>
              <p:nvPr/>
            </p:nvSpPr>
            <p:spPr>
              <a:xfrm>
                <a:off x="7242953" y="4640429"/>
                <a:ext cx="125318" cy="136637"/>
              </a:xfrm>
              <a:custGeom>
                <a:avLst/>
                <a:gdLst/>
                <a:ahLst/>
                <a:cxnLst/>
                <a:rect l="l" t="t" r="r" b="b"/>
                <a:pathLst>
                  <a:path w="1883" h="2053" extrusionOk="0">
                    <a:moveTo>
                      <a:pt x="1883" y="1"/>
                    </a:moveTo>
                    <a:lnTo>
                      <a:pt x="0" y="956"/>
                    </a:lnTo>
                    <a:lnTo>
                      <a:pt x="0" y="2053"/>
                    </a:lnTo>
                    <a:lnTo>
                      <a:pt x="1883" y="1089"/>
                    </a:lnTo>
                    <a:lnTo>
                      <a:pt x="188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Google Shape;1419;p29"/>
              <p:cNvSpPr/>
              <p:nvPr/>
            </p:nvSpPr>
            <p:spPr>
              <a:xfrm>
                <a:off x="6931215" y="4628582"/>
                <a:ext cx="437050" cy="64226"/>
              </a:xfrm>
              <a:custGeom>
                <a:avLst/>
                <a:gdLst/>
                <a:ahLst/>
                <a:cxnLst/>
                <a:rect l="l" t="t" r="r" b="b"/>
                <a:pathLst>
                  <a:path w="6567" h="965" extrusionOk="0">
                    <a:moveTo>
                      <a:pt x="1883" y="1"/>
                    </a:moveTo>
                    <a:lnTo>
                      <a:pt x="1" y="964"/>
                    </a:lnTo>
                    <a:lnTo>
                      <a:pt x="4684" y="964"/>
                    </a:lnTo>
                    <a:lnTo>
                      <a:pt x="656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Google Shape;1420;p29"/>
              <p:cNvSpPr/>
              <p:nvPr/>
            </p:nvSpPr>
            <p:spPr>
              <a:xfrm>
                <a:off x="7003692" y="4638698"/>
                <a:ext cx="145484" cy="43993"/>
              </a:xfrm>
              <a:custGeom>
                <a:avLst/>
                <a:gdLst/>
                <a:ahLst/>
                <a:cxnLst/>
                <a:rect l="l" t="t" r="r" b="b"/>
                <a:pathLst>
                  <a:path w="2186" h="661" extrusionOk="0">
                    <a:moveTo>
                      <a:pt x="1285" y="0"/>
                    </a:moveTo>
                    <a:lnTo>
                      <a:pt x="0" y="660"/>
                    </a:lnTo>
                    <a:lnTo>
                      <a:pt x="901" y="660"/>
                    </a:lnTo>
                    <a:lnTo>
                      <a:pt x="218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21" name="Google Shape;1421;p29"/>
            <p:cNvGrpSpPr/>
            <p:nvPr/>
          </p:nvGrpSpPr>
          <p:grpSpPr>
            <a:xfrm>
              <a:off x="6268844" y="4687811"/>
              <a:ext cx="202130" cy="157871"/>
              <a:chOff x="6209238" y="4667184"/>
              <a:chExt cx="171108" cy="133642"/>
            </a:xfrm>
          </p:grpSpPr>
          <p:sp>
            <p:nvSpPr>
              <p:cNvPr id="1422" name="Google Shape;1422;p29"/>
              <p:cNvSpPr/>
              <p:nvPr/>
            </p:nvSpPr>
            <p:spPr>
              <a:xfrm>
                <a:off x="6209238" y="4667184"/>
                <a:ext cx="133105" cy="125323"/>
              </a:xfrm>
              <a:custGeom>
                <a:avLst/>
                <a:gdLst/>
                <a:ahLst/>
                <a:cxnLst/>
                <a:rect l="l" t="t" r="r" b="b"/>
                <a:pathLst>
                  <a:path w="2000" h="1883" extrusionOk="0">
                    <a:moveTo>
                      <a:pt x="10" y="0"/>
                    </a:moveTo>
                    <a:lnTo>
                      <a:pt x="10" y="1330"/>
                    </a:lnTo>
                    <a:cubicBezTo>
                      <a:pt x="1" y="1633"/>
                      <a:pt x="251" y="1874"/>
                      <a:pt x="545" y="1883"/>
                    </a:cubicBezTo>
                    <a:lnTo>
                      <a:pt x="1446" y="1883"/>
                    </a:lnTo>
                    <a:cubicBezTo>
                      <a:pt x="1749" y="1883"/>
                      <a:pt x="1999" y="1642"/>
                      <a:pt x="1999" y="1339"/>
                    </a:cubicBezTo>
                    <a:lnTo>
                      <a:pt x="199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6235992" y="4786516"/>
                <a:ext cx="80196" cy="14309"/>
              </a:xfrm>
              <a:custGeom>
                <a:avLst/>
                <a:gdLst/>
                <a:ahLst/>
                <a:cxnLst/>
                <a:rect l="l" t="t" r="r" b="b"/>
                <a:pathLst>
                  <a:path w="1205" h="215" extrusionOk="0">
                    <a:moveTo>
                      <a:pt x="0" y="1"/>
                    </a:moveTo>
                    <a:lnTo>
                      <a:pt x="0" y="215"/>
                    </a:lnTo>
                    <a:lnTo>
                      <a:pt x="1205" y="215"/>
                    </a:lnTo>
                    <a:lnTo>
                      <a:pt x="1205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6289435" y="4680827"/>
                <a:ext cx="90911" cy="98036"/>
              </a:xfrm>
              <a:custGeom>
                <a:avLst/>
                <a:gdLst/>
                <a:ahLst/>
                <a:cxnLst/>
                <a:rect l="l" t="t" r="r" b="b"/>
                <a:pathLst>
                  <a:path w="1366" h="1473" extrusionOk="0">
                    <a:moveTo>
                      <a:pt x="928" y="295"/>
                    </a:moveTo>
                    <a:cubicBezTo>
                      <a:pt x="999" y="295"/>
                      <a:pt x="1062" y="357"/>
                      <a:pt x="1062" y="438"/>
                    </a:cubicBezTo>
                    <a:lnTo>
                      <a:pt x="1062" y="1035"/>
                    </a:lnTo>
                    <a:cubicBezTo>
                      <a:pt x="1062" y="1107"/>
                      <a:pt x="999" y="1169"/>
                      <a:pt x="928" y="1169"/>
                    </a:cubicBezTo>
                    <a:lnTo>
                      <a:pt x="295" y="1169"/>
                    </a:lnTo>
                    <a:lnTo>
                      <a:pt x="295" y="295"/>
                    </a:lnTo>
                    <a:close/>
                    <a:moveTo>
                      <a:pt x="0" y="1"/>
                    </a:moveTo>
                    <a:lnTo>
                      <a:pt x="0" y="1473"/>
                    </a:lnTo>
                    <a:lnTo>
                      <a:pt x="928" y="1473"/>
                    </a:lnTo>
                    <a:cubicBezTo>
                      <a:pt x="1169" y="1473"/>
                      <a:pt x="1365" y="1276"/>
                      <a:pt x="1365" y="1035"/>
                    </a:cubicBezTo>
                    <a:lnTo>
                      <a:pt x="1365" y="438"/>
                    </a:lnTo>
                    <a:cubicBezTo>
                      <a:pt x="1365" y="197"/>
                      <a:pt x="1169" y="1"/>
                      <a:pt x="92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25" name="Google Shape;1425;p29"/>
            <p:cNvGrpSpPr/>
            <p:nvPr/>
          </p:nvGrpSpPr>
          <p:grpSpPr>
            <a:xfrm>
              <a:off x="5965842" y="2731645"/>
              <a:ext cx="1905712" cy="1887618"/>
              <a:chOff x="5952739" y="3011240"/>
              <a:chExt cx="1613233" cy="1597916"/>
            </a:xfrm>
          </p:grpSpPr>
          <p:sp>
            <p:nvSpPr>
              <p:cNvPr id="1426" name="Google Shape;1426;p29"/>
              <p:cNvSpPr/>
              <p:nvPr/>
            </p:nvSpPr>
            <p:spPr>
              <a:xfrm>
                <a:off x="5952739" y="3488237"/>
                <a:ext cx="1613233" cy="1120919"/>
              </a:xfrm>
              <a:custGeom>
                <a:avLst/>
                <a:gdLst/>
                <a:ahLst/>
                <a:cxnLst/>
                <a:rect l="l" t="t" r="r" b="b"/>
                <a:pathLst>
                  <a:path w="24240" h="16842" extrusionOk="0">
                    <a:moveTo>
                      <a:pt x="14225" y="1"/>
                    </a:moveTo>
                    <a:cubicBezTo>
                      <a:pt x="14024" y="1"/>
                      <a:pt x="13823" y="17"/>
                      <a:pt x="13623" y="51"/>
                    </a:cubicBezTo>
                    <a:cubicBezTo>
                      <a:pt x="12160" y="310"/>
                      <a:pt x="11027" y="1487"/>
                      <a:pt x="10189" y="2709"/>
                    </a:cubicBezTo>
                    <a:cubicBezTo>
                      <a:pt x="9341" y="3940"/>
                      <a:pt x="8672" y="5305"/>
                      <a:pt x="7584" y="6322"/>
                    </a:cubicBezTo>
                    <a:lnTo>
                      <a:pt x="2633" y="11702"/>
                    </a:lnTo>
                    <a:cubicBezTo>
                      <a:pt x="2178" y="12121"/>
                      <a:pt x="536" y="13548"/>
                      <a:pt x="349" y="14628"/>
                    </a:cubicBezTo>
                    <a:cubicBezTo>
                      <a:pt x="1" y="16617"/>
                      <a:pt x="1972" y="16840"/>
                      <a:pt x="5924" y="16840"/>
                    </a:cubicBezTo>
                    <a:cubicBezTo>
                      <a:pt x="6701" y="16840"/>
                      <a:pt x="7559" y="16841"/>
                      <a:pt x="8477" y="16841"/>
                    </a:cubicBezTo>
                    <a:cubicBezTo>
                      <a:pt x="10313" y="16841"/>
                      <a:pt x="12386" y="16837"/>
                      <a:pt x="14515" y="16813"/>
                    </a:cubicBezTo>
                    <a:cubicBezTo>
                      <a:pt x="17210" y="16778"/>
                      <a:pt x="20466" y="16590"/>
                      <a:pt x="22491" y="15877"/>
                    </a:cubicBezTo>
                    <a:cubicBezTo>
                      <a:pt x="23160" y="15636"/>
                      <a:pt x="23740" y="15118"/>
                      <a:pt x="24025" y="14467"/>
                    </a:cubicBezTo>
                    <a:cubicBezTo>
                      <a:pt x="24230" y="13994"/>
                      <a:pt x="24239" y="13459"/>
                      <a:pt x="24186" y="12942"/>
                    </a:cubicBezTo>
                    <a:cubicBezTo>
                      <a:pt x="23981" y="11033"/>
                      <a:pt x="23115" y="9115"/>
                      <a:pt x="22232" y="7429"/>
                    </a:cubicBezTo>
                    <a:cubicBezTo>
                      <a:pt x="21322" y="5707"/>
                      <a:pt x="20145" y="4110"/>
                      <a:pt x="18842" y="2656"/>
                    </a:cubicBezTo>
                    <a:cubicBezTo>
                      <a:pt x="18164" y="1898"/>
                      <a:pt x="17424" y="1175"/>
                      <a:pt x="16549" y="666"/>
                    </a:cubicBezTo>
                    <a:cubicBezTo>
                      <a:pt x="15843" y="259"/>
                      <a:pt x="15033" y="1"/>
                      <a:pt x="1422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5952739" y="3488037"/>
                <a:ext cx="1569308" cy="1121052"/>
              </a:xfrm>
              <a:custGeom>
                <a:avLst/>
                <a:gdLst/>
                <a:ahLst/>
                <a:cxnLst/>
                <a:rect l="l" t="t" r="r" b="b"/>
                <a:pathLst>
                  <a:path w="23580" h="16844" extrusionOk="0">
                    <a:moveTo>
                      <a:pt x="14236" y="1"/>
                    </a:moveTo>
                    <a:cubicBezTo>
                      <a:pt x="14031" y="1"/>
                      <a:pt x="13826" y="18"/>
                      <a:pt x="13623" y="54"/>
                    </a:cubicBezTo>
                    <a:cubicBezTo>
                      <a:pt x="12160" y="313"/>
                      <a:pt x="11027" y="1490"/>
                      <a:pt x="10189" y="2712"/>
                    </a:cubicBezTo>
                    <a:cubicBezTo>
                      <a:pt x="9341" y="3943"/>
                      <a:pt x="8672" y="5308"/>
                      <a:pt x="7584" y="6325"/>
                    </a:cubicBezTo>
                    <a:lnTo>
                      <a:pt x="2633" y="11705"/>
                    </a:lnTo>
                    <a:cubicBezTo>
                      <a:pt x="2178" y="12124"/>
                      <a:pt x="536" y="13551"/>
                      <a:pt x="349" y="14631"/>
                    </a:cubicBezTo>
                    <a:cubicBezTo>
                      <a:pt x="1" y="16620"/>
                      <a:pt x="1972" y="16843"/>
                      <a:pt x="5924" y="16843"/>
                    </a:cubicBezTo>
                    <a:lnTo>
                      <a:pt x="8619" y="16843"/>
                    </a:lnTo>
                    <a:lnTo>
                      <a:pt x="10180" y="16299"/>
                    </a:lnTo>
                    <a:cubicBezTo>
                      <a:pt x="10940" y="16035"/>
                      <a:pt x="11727" y="15772"/>
                      <a:pt x="12523" y="15772"/>
                    </a:cubicBezTo>
                    <a:cubicBezTo>
                      <a:pt x="12643" y="15772"/>
                      <a:pt x="12763" y="15778"/>
                      <a:pt x="12883" y="15791"/>
                    </a:cubicBezTo>
                    <a:cubicBezTo>
                      <a:pt x="13445" y="15862"/>
                      <a:pt x="13936" y="16130"/>
                      <a:pt x="14507" y="16147"/>
                    </a:cubicBezTo>
                    <a:cubicBezTo>
                      <a:pt x="15167" y="16165"/>
                      <a:pt x="15836" y="16192"/>
                      <a:pt x="16505" y="16210"/>
                    </a:cubicBezTo>
                    <a:cubicBezTo>
                      <a:pt x="16549" y="16210"/>
                      <a:pt x="16585" y="16210"/>
                      <a:pt x="16621" y="16192"/>
                    </a:cubicBezTo>
                    <a:cubicBezTo>
                      <a:pt x="16701" y="16130"/>
                      <a:pt x="16612" y="16005"/>
                      <a:pt x="16567" y="15906"/>
                    </a:cubicBezTo>
                    <a:cubicBezTo>
                      <a:pt x="16469" y="15728"/>
                      <a:pt x="16549" y="15496"/>
                      <a:pt x="16692" y="15353"/>
                    </a:cubicBezTo>
                    <a:cubicBezTo>
                      <a:pt x="16844" y="15220"/>
                      <a:pt x="17040" y="15148"/>
                      <a:pt x="17227" y="15077"/>
                    </a:cubicBezTo>
                    <a:cubicBezTo>
                      <a:pt x="18994" y="14461"/>
                      <a:pt x="20716" y="13694"/>
                      <a:pt x="22250" y="12632"/>
                    </a:cubicBezTo>
                    <a:cubicBezTo>
                      <a:pt x="22660" y="12356"/>
                      <a:pt x="23071" y="12035"/>
                      <a:pt x="23312" y="11598"/>
                    </a:cubicBezTo>
                    <a:cubicBezTo>
                      <a:pt x="23552" y="11161"/>
                      <a:pt x="23579" y="10563"/>
                      <a:pt x="23249" y="10188"/>
                    </a:cubicBezTo>
                    <a:cubicBezTo>
                      <a:pt x="22866" y="9751"/>
                      <a:pt x="22196" y="9760"/>
                      <a:pt x="21617" y="9689"/>
                    </a:cubicBezTo>
                    <a:cubicBezTo>
                      <a:pt x="21028" y="9608"/>
                      <a:pt x="20466" y="9412"/>
                      <a:pt x="19957" y="9118"/>
                    </a:cubicBezTo>
                    <a:cubicBezTo>
                      <a:pt x="19815" y="9028"/>
                      <a:pt x="19663" y="8930"/>
                      <a:pt x="19592" y="8779"/>
                    </a:cubicBezTo>
                    <a:cubicBezTo>
                      <a:pt x="19476" y="8538"/>
                      <a:pt x="19583" y="8243"/>
                      <a:pt x="19708" y="8002"/>
                    </a:cubicBezTo>
                    <a:cubicBezTo>
                      <a:pt x="19939" y="7530"/>
                      <a:pt x="20216" y="7075"/>
                      <a:pt x="20403" y="6584"/>
                    </a:cubicBezTo>
                    <a:cubicBezTo>
                      <a:pt x="20591" y="6093"/>
                      <a:pt x="20671" y="5540"/>
                      <a:pt x="20501" y="5041"/>
                    </a:cubicBezTo>
                    <a:cubicBezTo>
                      <a:pt x="20421" y="4818"/>
                      <a:pt x="20341" y="4595"/>
                      <a:pt x="20261" y="4363"/>
                    </a:cubicBezTo>
                    <a:cubicBezTo>
                      <a:pt x="19806" y="3774"/>
                      <a:pt x="19333" y="3203"/>
                      <a:pt x="18842" y="2659"/>
                    </a:cubicBezTo>
                    <a:cubicBezTo>
                      <a:pt x="18164" y="1901"/>
                      <a:pt x="17424" y="1178"/>
                      <a:pt x="16549" y="669"/>
                    </a:cubicBezTo>
                    <a:cubicBezTo>
                      <a:pt x="15846" y="264"/>
                      <a:pt x="15040" y="1"/>
                      <a:pt x="14236" y="1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Google Shape;1428;p29"/>
              <p:cNvSpPr/>
              <p:nvPr/>
            </p:nvSpPr>
            <p:spPr>
              <a:xfrm>
                <a:off x="6696679" y="3096164"/>
                <a:ext cx="51179" cy="123992"/>
              </a:xfrm>
              <a:custGeom>
                <a:avLst/>
                <a:gdLst/>
                <a:ahLst/>
                <a:cxnLst/>
                <a:rect l="l" t="t" r="r" b="b"/>
                <a:pathLst>
                  <a:path w="769" h="1863" extrusionOk="0">
                    <a:moveTo>
                      <a:pt x="411" y="0"/>
                    </a:moveTo>
                    <a:lnTo>
                      <a:pt x="162" y="63"/>
                    </a:lnTo>
                    <a:cubicBezTo>
                      <a:pt x="72" y="161"/>
                      <a:pt x="37" y="286"/>
                      <a:pt x="19" y="420"/>
                    </a:cubicBezTo>
                    <a:cubicBezTo>
                      <a:pt x="1" y="598"/>
                      <a:pt x="10" y="794"/>
                      <a:pt x="63" y="973"/>
                    </a:cubicBezTo>
                    <a:cubicBezTo>
                      <a:pt x="99" y="1125"/>
                      <a:pt x="170" y="1267"/>
                      <a:pt x="215" y="1419"/>
                    </a:cubicBezTo>
                    <a:cubicBezTo>
                      <a:pt x="251" y="1508"/>
                      <a:pt x="278" y="1597"/>
                      <a:pt x="322" y="1678"/>
                    </a:cubicBezTo>
                    <a:cubicBezTo>
                      <a:pt x="367" y="1758"/>
                      <a:pt x="438" y="1838"/>
                      <a:pt x="536" y="1856"/>
                    </a:cubicBezTo>
                    <a:cubicBezTo>
                      <a:pt x="550" y="1861"/>
                      <a:pt x="563" y="1863"/>
                      <a:pt x="576" y="1863"/>
                    </a:cubicBezTo>
                    <a:cubicBezTo>
                      <a:pt x="590" y="1863"/>
                      <a:pt x="603" y="1861"/>
                      <a:pt x="617" y="1856"/>
                    </a:cubicBezTo>
                    <a:cubicBezTo>
                      <a:pt x="679" y="1829"/>
                      <a:pt x="697" y="1758"/>
                      <a:pt x="706" y="1695"/>
                    </a:cubicBezTo>
                    <a:cubicBezTo>
                      <a:pt x="768" y="1223"/>
                      <a:pt x="670" y="741"/>
                      <a:pt x="572" y="277"/>
                    </a:cubicBezTo>
                    <a:cubicBezTo>
                      <a:pt x="545" y="170"/>
                      <a:pt x="509" y="54"/>
                      <a:pt x="4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Google Shape;1429;p29"/>
              <p:cNvSpPr/>
              <p:nvPr/>
            </p:nvSpPr>
            <p:spPr>
              <a:xfrm>
                <a:off x="6706795" y="3182751"/>
                <a:ext cx="38068" cy="55906"/>
              </a:xfrm>
              <a:custGeom>
                <a:avLst/>
                <a:gdLst/>
                <a:ahLst/>
                <a:cxnLst/>
                <a:rect l="l" t="t" r="r" b="b"/>
                <a:pathLst>
                  <a:path w="572" h="840" extrusionOk="0">
                    <a:moveTo>
                      <a:pt x="315" y="1"/>
                    </a:moveTo>
                    <a:cubicBezTo>
                      <a:pt x="251" y="1"/>
                      <a:pt x="202" y="50"/>
                      <a:pt x="161" y="91"/>
                    </a:cubicBezTo>
                    <a:cubicBezTo>
                      <a:pt x="108" y="145"/>
                      <a:pt x="72" y="198"/>
                      <a:pt x="45" y="261"/>
                    </a:cubicBezTo>
                    <a:cubicBezTo>
                      <a:pt x="1" y="394"/>
                      <a:pt x="63" y="582"/>
                      <a:pt x="152" y="698"/>
                    </a:cubicBezTo>
                    <a:cubicBezTo>
                      <a:pt x="203" y="770"/>
                      <a:pt x="312" y="839"/>
                      <a:pt x="413" y="839"/>
                    </a:cubicBezTo>
                    <a:cubicBezTo>
                      <a:pt x="474" y="839"/>
                      <a:pt x="532" y="815"/>
                      <a:pt x="572" y="751"/>
                    </a:cubicBezTo>
                    <a:lnTo>
                      <a:pt x="527" y="243"/>
                    </a:lnTo>
                    <a:cubicBezTo>
                      <a:pt x="509" y="163"/>
                      <a:pt x="465" y="91"/>
                      <a:pt x="402" y="47"/>
                    </a:cubicBezTo>
                    <a:cubicBezTo>
                      <a:pt x="384" y="29"/>
                      <a:pt x="357" y="11"/>
                      <a:pt x="331" y="2"/>
                    </a:cubicBezTo>
                    <a:cubicBezTo>
                      <a:pt x="325" y="1"/>
                      <a:pt x="320" y="1"/>
                      <a:pt x="315" y="1"/>
                    </a:cubicBezTo>
                    <a:close/>
                  </a:path>
                </a:pathLst>
              </a:custGeom>
              <a:solidFill>
                <a:srgbClr val="F2BE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6495420" y="4419601"/>
                <a:ext cx="202519" cy="156071"/>
              </a:xfrm>
              <a:custGeom>
                <a:avLst/>
                <a:gdLst/>
                <a:ahLst/>
                <a:cxnLst/>
                <a:rect l="l" t="t" r="r" b="b"/>
                <a:pathLst>
                  <a:path w="3043" h="2345" extrusionOk="0">
                    <a:moveTo>
                      <a:pt x="3043" y="0"/>
                    </a:moveTo>
                    <a:lnTo>
                      <a:pt x="3043" y="0"/>
                    </a:lnTo>
                    <a:cubicBezTo>
                      <a:pt x="3043" y="0"/>
                      <a:pt x="1624" y="839"/>
                      <a:pt x="1526" y="866"/>
                    </a:cubicBezTo>
                    <a:cubicBezTo>
                      <a:pt x="1505" y="870"/>
                      <a:pt x="1481" y="872"/>
                      <a:pt x="1456" y="872"/>
                    </a:cubicBezTo>
                    <a:cubicBezTo>
                      <a:pt x="1386" y="872"/>
                      <a:pt x="1303" y="859"/>
                      <a:pt x="1215" y="859"/>
                    </a:cubicBezTo>
                    <a:cubicBezTo>
                      <a:pt x="1096" y="859"/>
                      <a:pt x="969" y="884"/>
                      <a:pt x="857" y="1000"/>
                    </a:cubicBezTo>
                    <a:cubicBezTo>
                      <a:pt x="563" y="1294"/>
                      <a:pt x="251" y="1472"/>
                      <a:pt x="161" y="1686"/>
                    </a:cubicBezTo>
                    <a:cubicBezTo>
                      <a:pt x="54" y="1945"/>
                      <a:pt x="1" y="2284"/>
                      <a:pt x="179" y="2338"/>
                    </a:cubicBezTo>
                    <a:cubicBezTo>
                      <a:pt x="195" y="2343"/>
                      <a:pt x="212" y="2345"/>
                      <a:pt x="231" y="2345"/>
                    </a:cubicBezTo>
                    <a:cubicBezTo>
                      <a:pt x="484" y="2345"/>
                      <a:pt x="1035" y="1920"/>
                      <a:pt x="1508" y="1695"/>
                    </a:cubicBezTo>
                    <a:cubicBezTo>
                      <a:pt x="1785" y="1562"/>
                      <a:pt x="2998" y="1276"/>
                      <a:pt x="2998" y="1276"/>
                    </a:cubicBezTo>
                    <a:lnTo>
                      <a:pt x="3043" y="0"/>
                    </a:lnTo>
                    <a:close/>
                  </a:path>
                </a:pathLst>
              </a:custGeom>
              <a:solidFill>
                <a:srgbClr val="F2BE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6637312" y="4050689"/>
                <a:ext cx="892469" cy="467549"/>
              </a:xfrm>
              <a:custGeom>
                <a:avLst/>
                <a:gdLst/>
                <a:ahLst/>
                <a:cxnLst/>
                <a:rect l="l" t="t" r="r" b="b"/>
                <a:pathLst>
                  <a:path w="13410" h="7025" extrusionOk="0">
                    <a:moveTo>
                      <a:pt x="8895" y="0"/>
                    </a:moveTo>
                    <a:cubicBezTo>
                      <a:pt x="6682" y="0"/>
                      <a:pt x="4363" y="476"/>
                      <a:pt x="4363" y="476"/>
                    </a:cubicBezTo>
                    <a:lnTo>
                      <a:pt x="964" y="218"/>
                    </a:lnTo>
                    <a:lnTo>
                      <a:pt x="1339" y="4071"/>
                    </a:lnTo>
                    <a:cubicBezTo>
                      <a:pt x="1580" y="4303"/>
                      <a:pt x="2731" y="4312"/>
                      <a:pt x="2731" y="4312"/>
                    </a:cubicBezTo>
                    <a:lnTo>
                      <a:pt x="1" y="6248"/>
                    </a:lnTo>
                    <a:lnTo>
                      <a:pt x="224" y="7024"/>
                    </a:lnTo>
                    <a:cubicBezTo>
                      <a:pt x="224" y="7024"/>
                      <a:pt x="8913" y="6123"/>
                      <a:pt x="11857" y="3848"/>
                    </a:cubicBezTo>
                    <a:cubicBezTo>
                      <a:pt x="13409" y="2662"/>
                      <a:pt x="13070" y="1627"/>
                      <a:pt x="12526" y="985"/>
                    </a:cubicBezTo>
                    <a:cubicBezTo>
                      <a:pt x="11890" y="225"/>
                      <a:pt x="10417" y="0"/>
                      <a:pt x="889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6886690" y="4422529"/>
                <a:ext cx="184750" cy="150148"/>
              </a:xfrm>
              <a:custGeom>
                <a:avLst/>
                <a:gdLst/>
                <a:ahLst/>
                <a:cxnLst/>
                <a:rect l="l" t="t" r="r" b="b"/>
                <a:pathLst>
                  <a:path w="2776" h="2256" extrusionOk="0">
                    <a:moveTo>
                      <a:pt x="1" y="1"/>
                    </a:moveTo>
                    <a:lnTo>
                      <a:pt x="36" y="1223"/>
                    </a:lnTo>
                    <a:cubicBezTo>
                      <a:pt x="36" y="1223"/>
                      <a:pt x="1205" y="1509"/>
                      <a:pt x="1473" y="1634"/>
                    </a:cubicBezTo>
                    <a:cubicBezTo>
                      <a:pt x="1923" y="1851"/>
                      <a:pt x="2327" y="2255"/>
                      <a:pt x="2560" y="2255"/>
                    </a:cubicBezTo>
                    <a:cubicBezTo>
                      <a:pt x="2576" y="2255"/>
                      <a:pt x="2591" y="2253"/>
                      <a:pt x="2606" y="2249"/>
                    </a:cubicBezTo>
                    <a:cubicBezTo>
                      <a:pt x="2775" y="2196"/>
                      <a:pt x="2775" y="1865"/>
                      <a:pt x="2677" y="1616"/>
                    </a:cubicBezTo>
                    <a:cubicBezTo>
                      <a:pt x="2588" y="1411"/>
                      <a:pt x="2347" y="1277"/>
                      <a:pt x="2097" y="964"/>
                    </a:cubicBezTo>
                    <a:cubicBezTo>
                      <a:pt x="2039" y="894"/>
                      <a:pt x="1959" y="873"/>
                      <a:pt x="1872" y="873"/>
                    </a:cubicBezTo>
                    <a:cubicBezTo>
                      <a:pt x="1744" y="873"/>
                      <a:pt x="1604" y="918"/>
                      <a:pt x="1504" y="918"/>
                    </a:cubicBezTo>
                    <a:cubicBezTo>
                      <a:pt x="1483" y="918"/>
                      <a:pt x="1463" y="916"/>
                      <a:pt x="1446" y="911"/>
                    </a:cubicBezTo>
                    <a:cubicBezTo>
                      <a:pt x="1357" y="884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rgbClr val="F2BE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Google Shape;1433;p29"/>
              <p:cNvSpPr/>
              <p:nvPr/>
            </p:nvSpPr>
            <p:spPr>
              <a:xfrm>
                <a:off x="6072669" y="4060140"/>
                <a:ext cx="884749" cy="458098"/>
              </a:xfrm>
              <a:custGeom>
                <a:avLst/>
                <a:gdLst/>
                <a:ahLst/>
                <a:cxnLst/>
                <a:rect l="l" t="t" r="r" b="b"/>
                <a:pathLst>
                  <a:path w="13294" h="6883" extrusionOk="0">
                    <a:moveTo>
                      <a:pt x="5060" y="0"/>
                    </a:moveTo>
                    <a:cubicBezTo>
                      <a:pt x="3427" y="0"/>
                      <a:pt x="1692" y="221"/>
                      <a:pt x="768" y="1021"/>
                    </a:cubicBezTo>
                    <a:cubicBezTo>
                      <a:pt x="126" y="1574"/>
                      <a:pt x="1" y="2770"/>
                      <a:pt x="1544" y="3787"/>
                    </a:cubicBezTo>
                    <a:cubicBezTo>
                      <a:pt x="4649" y="5839"/>
                      <a:pt x="13070" y="6882"/>
                      <a:pt x="13070" y="6882"/>
                    </a:cubicBezTo>
                    <a:lnTo>
                      <a:pt x="13293" y="6106"/>
                    </a:lnTo>
                    <a:lnTo>
                      <a:pt x="10974" y="4465"/>
                    </a:lnTo>
                    <a:cubicBezTo>
                      <a:pt x="10974" y="4465"/>
                      <a:pt x="11714" y="4161"/>
                      <a:pt x="11955" y="3929"/>
                    </a:cubicBezTo>
                    <a:lnTo>
                      <a:pt x="11866" y="468"/>
                    </a:lnTo>
                    <a:lnTo>
                      <a:pt x="8922" y="334"/>
                    </a:lnTo>
                    <a:cubicBezTo>
                      <a:pt x="8922" y="334"/>
                      <a:pt x="7068" y="0"/>
                      <a:pt x="506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Google Shape;1434;p29"/>
              <p:cNvSpPr/>
              <p:nvPr/>
            </p:nvSpPr>
            <p:spPr>
              <a:xfrm>
                <a:off x="6349400" y="4099540"/>
                <a:ext cx="609821" cy="369979"/>
              </a:xfrm>
              <a:custGeom>
                <a:avLst/>
                <a:gdLst/>
                <a:ahLst/>
                <a:cxnLst/>
                <a:rect l="l" t="t" r="r" b="b"/>
                <a:pathLst>
                  <a:path w="9163" h="5559" extrusionOk="0">
                    <a:moveTo>
                      <a:pt x="9" y="1"/>
                    </a:moveTo>
                    <a:lnTo>
                      <a:pt x="0" y="117"/>
                    </a:lnTo>
                    <a:cubicBezTo>
                      <a:pt x="9" y="117"/>
                      <a:pt x="1240" y="286"/>
                      <a:pt x="2926" y="1277"/>
                    </a:cubicBezTo>
                    <a:cubicBezTo>
                      <a:pt x="3774" y="1767"/>
                      <a:pt x="9046" y="5523"/>
                      <a:pt x="9100" y="5559"/>
                    </a:cubicBezTo>
                    <a:lnTo>
                      <a:pt x="9162" y="5470"/>
                    </a:lnTo>
                    <a:cubicBezTo>
                      <a:pt x="9109" y="5434"/>
                      <a:pt x="3836" y="1669"/>
                      <a:pt x="2989" y="1179"/>
                    </a:cubicBezTo>
                    <a:cubicBezTo>
                      <a:pt x="1276" y="179"/>
                      <a:pt x="27" y="10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6797042" y="4099540"/>
                <a:ext cx="448364" cy="255372"/>
              </a:xfrm>
              <a:custGeom>
                <a:avLst/>
                <a:gdLst/>
                <a:ahLst/>
                <a:cxnLst/>
                <a:rect l="l" t="t" r="r" b="b"/>
                <a:pathLst>
                  <a:path w="6737" h="3837" extrusionOk="0">
                    <a:moveTo>
                      <a:pt x="6718" y="1"/>
                    </a:moveTo>
                    <a:cubicBezTo>
                      <a:pt x="6709" y="10"/>
                      <a:pt x="5460" y="179"/>
                      <a:pt x="3747" y="1179"/>
                    </a:cubicBezTo>
                    <a:cubicBezTo>
                      <a:pt x="2900" y="1669"/>
                      <a:pt x="36" y="3721"/>
                      <a:pt x="1" y="3748"/>
                    </a:cubicBezTo>
                    <a:lnTo>
                      <a:pt x="72" y="3837"/>
                    </a:lnTo>
                    <a:cubicBezTo>
                      <a:pt x="99" y="3819"/>
                      <a:pt x="2962" y="1767"/>
                      <a:pt x="3801" y="1277"/>
                    </a:cubicBezTo>
                    <a:cubicBezTo>
                      <a:pt x="5496" y="286"/>
                      <a:pt x="6727" y="117"/>
                      <a:pt x="6736" y="117"/>
                    </a:cubicBezTo>
                    <a:lnTo>
                      <a:pt x="671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6640307" y="4467121"/>
                <a:ext cx="156199" cy="32080"/>
              </a:xfrm>
              <a:custGeom>
                <a:avLst/>
                <a:gdLst/>
                <a:ahLst/>
                <a:cxnLst/>
                <a:rect l="l" t="t" r="r" b="b"/>
                <a:pathLst>
                  <a:path w="2347" h="482" extrusionOk="0">
                    <a:moveTo>
                      <a:pt x="36" y="0"/>
                    </a:moveTo>
                    <a:lnTo>
                      <a:pt x="0" y="107"/>
                    </a:lnTo>
                    <a:cubicBezTo>
                      <a:pt x="910" y="339"/>
                      <a:pt x="2320" y="482"/>
                      <a:pt x="2338" y="482"/>
                    </a:cubicBezTo>
                    <a:lnTo>
                      <a:pt x="2347" y="375"/>
                    </a:lnTo>
                    <a:cubicBezTo>
                      <a:pt x="2329" y="375"/>
                      <a:pt x="937" y="223"/>
                      <a:pt x="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29"/>
              <p:cNvSpPr/>
              <p:nvPr/>
            </p:nvSpPr>
            <p:spPr>
              <a:xfrm>
                <a:off x="6483573" y="3336625"/>
                <a:ext cx="680433" cy="818626"/>
              </a:xfrm>
              <a:custGeom>
                <a:avLst/>
                <a:gdLst/>
                <a:ahLst/>
                <a:cxnLst/>
                <a:rect l="l" t="t" r="r" b="b"/>
                <a:pathLst>
                  <a:path w="10224" h="12300" extrusionOk="0">
                    <a:moveTo>
                      <a:pt x="6486" y="0"/>
                    </a:moveTo>
                    <a:lnTo>
                      <a:pt x="3542" y="268"/>
                    </a:lnTo>
                    <a:lnTo>
                      <a:pt x="1124" y="3596"/>
                    </a:lnTo>
                    <a:cubicBezTo>
                      <a:pt x="1080" y="6138"/>
                      <a:pt x="286" y="9252"/>
                      <a:pt x="0" y="10902"/>
                    </a:cubicBezTo>
                    <a:cubicBezTo>
                      <a:pt x="848" y="11749"/>
                      <a:pt x="3408" y="12195"/>
                      <a:pt x="4871" y="12285"/>
                    </a:cubicBezTo>
                    <a:cubicBezTo>
                      <a:pt x="5021" y="12295"/>
                      <a:pt x="5183" y="12300"/>
                      <a:pt x="5356" y="12300"/>
                    </a:cubicBezTo>
                    <a:cubicBezTo>
                      <a:pt x="6877" y="12300"/>
                      <a:pt x="9191" y="11900"/>
                      <a:pt x="10224" y="10866"/>
                    </a:cubicBezTo>
                    <a:cubicBezTo>
                      <a:pt x="10224" y="10866"/>
                      <a:pt x="9020" y="3292"/>
                      <a:pt x="8502" y="2213"/>
                    </a:cubicBezTo>
                    <a:lnTo>
                      <a:pt x="648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Google Shape;1438;p29"/>
              <p:cNvSpPr/>
              <p:nvPr/>
            </p:nvSpPr>
            <p:spPr>
              <a:xfrm>
                <a:off x="6238921" y="3336625"/>
                <a:ext cx="495217" cy="611507"/>
              </a:xfrm>
              <a:custGeom>
                <a:avLst/>
                <a:gdLst/>
                <a:ahLst/>
                <a:cxnLst/>
                <a:rect l="l" t="t" r="r" b="b"/>
                <a:pathLst>
                  <a:path w="7441" h="9188" extrusionOk="0">
                    <a:moveTo>
                      <a:pt x="7441" y="0"/>
                    </a:moveTo>
                    <a:lnTo>
                      <a:pt x="7441" y="0"/>
                    </a:lnTo>
                    <a:cubicBezTo>
                      <a:pt x="7441" y="1"/>
                      <a:pt x="5505" y="197"/>
                      <a:pt x="4006" y="1695"/>
                    </a:cubicBezTo>
                    <a:cubicBezTo>
                      <a:pt x="2526" y="3167"/>
                      <a:pt x="1" y="7985"/>
                      <a:pt x="1491" y="8939"/>
                    </a:cubicBezTo>
                    <a:cubicBezTo>
                      <a:pt x="1758" y="9111"/>
                      <a:pt x="2026" y="9187"/>
                      <a:pt x="2291" y="9187"/>
                    </a:cubicBezTo>
                    <a:cubicBezTo>
                      <a:pt x="4282" y="9187"/>
                      <a:pt x="6103" y="4892"/>
                      <a:pt x="6174" y="4648"/>
                    </a:cubicBezTo>
                    <a:lnTo>
                      <a:pt x="744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Google Shape;1439;p29"/>
              <p:cNvSpPr/>
              <p:nvPr/>
            </p:nvSpPr>
            <p:spPr>
              <a:xfrm>
                <a:off x="6895009" y="3331900"/>
                <a:ext cx="390730" cy="617031"/>
              </a:xfrm>
              <a:custGeom>
                <a:avLst/>
                <a:gdLst/>
                <a:ahLst/>
                <a:cxnLst/>
                <a:rect l="l" t="t" r="r" b="b"/>
                <a:pathLst>
                  <a:path w="5871" h="9271" extrusionOk="0">
                    <a:moveTo>
                      <a:pt x="1" y="0"/>
                    </a:moveTo>
                    <a:lnTo>
                      <a:pt x="491" y="5023"/>
                    </a:lnTo>
                    <a:cubicBezTo>
                      <a:pt x="500" y="5032"/>
                      <a:pt x="500" y="5040"/>
                      <a:pt x="509" y="5058"/>
                    </a:cubicBezTo>
                    <a:cubicBezTo>
                      <a:pt x="1098" y="6245"/>
                      <a:pt x="1821" y="7440"/>
                      <a:pt x="2766" y="8368"/>
                    </a:cubicBezTo>
                    <a:cubicBezTo>
                      <a:pt x="3194" y="8796"/>
                      <a:pt x="3782" y="9270"/>
                      <a:pt x="4425" y="9270"/>
                    </a:cubicBezTo>
                    <a:cubicBezTo>
                      <a:pt x="4478" y="9270"/>
                      <a:pt x="4532" y="9267"/>
                      <a:pt x="4586" y="9260"/>
                    </a:cubicBezTo>
                    <a:cubicBezTo>
                      <a:pt x="5746" y="9108"/>
                      <a:pt x="5871" y="7904"/>
                      <a:pt x="5728" y="6967"/>
                    </a:cubicBezTo>
                    <a:cubicBezTo>
                      <a:pt x="5550" y="5879"/>
                      <a:pt x="5184" y="4809"/>
                      <a:pt x="4720" y="3809"/>
                    </a:cubicBezTo>
                    <a:cubicBezTo>
                      <a:pt x="4283" y="2873"/>
                      <a:pt x="3712" y="1874"/>
                      <a:pt x="2873" y="1231"/>
                    </a:cubicBezTo>
                    <a:cubicBezTo>
                      <a:pt x="1544" y="214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Google Shape;1440;p29"/>
              <p:cNvSpPr/>
              <p:nvPr/>
            </p:nvSpPr>
            <p:spPr>
              <a:xfrm>
                <a:off x="6716312" y="3195929"/>
                <a:ext cx="198925" cy="197735"/>
              </a:xfrm>
              <a:custGeom>
                <a:avLst/>
                <a:gdLst/>
                <a:ahLst/>
                <a:cxnLst/>
                <a:rect l="l" t="t" r="r" b="b"/>
                <a:pathLst>
                  <a:path w="2989" h="2971" extrusionOk="0">
                    <a:moveTo>
                      <a:pt x="2061" y="0"/>
                    </a:moveTo>
                    <a:lnTo>
                      <a:pt x="732" y="785"/>
                    </a:lnTo>
                    <a:lnTo>
                      <a:pt x="696" y="1999"/>
                    </a:lnTo>
                    <a:cubicBezTo>
                      <a:pt x="696" y="1999"/>
                      <a:pt x="304" y="2114"/>
                      <a:pt x="36" y="2123"/>
                    </a:cubicBezTo>
                    <a:cubicBezTo>
                      <a:pt x="9" y="2248"/>
                      <a:pt x="0" y="2971"/>
                      <a:pt x="1321" y="2971"/>
                    </a:cubicBezTo>
                    <a:cubicBezTo>
                      <a:pt x="2641" y="2971"/>
                      <a:pt x="2989" y="2114"/>
                      <a:pt x="2989" y="2114"/>
                    </a:cubicBezTo>
                    <a:lnTo>
                      <a:pt x="2364" y="1972"/>
                    </a:lnTo>
                    <a:lnTo>
                      <a:pt x="2061" y="0"/>
                    </a:lnTo>
                    <a:close/>
                  </a:path>
                </a:pathLst>
              </a:custGeom>
              <a:solidFill>
                <a:srgbClr val="F2BE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29"/>
              <p:cNvSpPr/>
              <p:nvPr/>
            </p:nvSpPr>
            <p:spPr>
              <a:xfrm>
                <a:off x="6708592" y="3085648"/>
                <a:ext cx="183485" cy="196670"/>
              </a:xfrm>
              <a:custGeom>
                <a:avLst/>
                <a:gdLst/>
                <a:ahLst/>
                <a:cxnLst/>
                <a:rect l="l" t="t" r="r" b="b"/>
                <a:pathLst>
                  <a:path w="2757" h="2955" extrusionOk="0">
                    <a:moveTo>
                      <a:pt x="972" y="1"/>
                    </a:moveTo>
                    <a:cubicBezTo>
                      <a:pt x="606" y="1"/>
                      <a:pt x="308" y="128"/>
                      <a:pt x="232" y="417"/>
                    </a:cubicBezTo>
                    <a:cubicBezTo>
                      <a:pt x="0" y="1265"/>
                      <a:pt x="464" y="2772"/>
                      <a:pt x="991" y="2924"/>
                    </a:cubicBezTo>
                    <a:cubicBezTo>
                      <a:pt x="1049" y="2942"/>
                      <a:pt x="1141" y="2954"/>
                      <a:pt x="1251" y="2954"/>
                    </a:cubicBezTo>
                    <a:cubicBezTo>
                      <a:pt x="1531" y="2954"/>
                      <a:pt x="1925" y="2873"/>
                      <a:pt x="2168" y="2585"/>
                    </a:cubicBezTo>
                    <a:cubicBezTo>
                      <a:pt x="2498" y="2175"/>
                      <a:pt x="2757" y="1657"/>
                      <a:pt x="2730" y="1220"/>
                    </a:cubicBezTo>
                    <a:cubicBezTo>
                      <a:pt x="2671" y="493"/>
                      <a:pt x="1691" y="1"/>
                      <a:pt x="972" y="1"/>
                    </a:cubicBezTo>
                    <a:close/>
                  </a:path>
                </a:pathLst>
              </a:custGeom>
              <a:solidFill>
                <a:srgbClr val="F2BE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6674716" y="3011240"/>
                <a:ext cx="245313" cy="199931"/>
              </a:xfrm>
              <a:custGeom>
                <a:avLst/>
                <a:gdLst/>
                <a:ahLst/>
                <a:cxnLst/>
                <a:rect l="l" t="t" r="r" b="b"/>
                <a:pathLst>
                  <a:path w="3686" h="3004" extrusionOk="0">
                    <a:moveTo>
                      <a:pt x="1180" y="0"/>
                    </a:moveTo>
                    <a:cubicBezTo>
                      <a:pt x="896" y="0"/>
                      <a:pt x="635" y="230"/>
                      <a:pt x="402" y="367"/>
                    </a:cubicBezTo>
                    <a:cubicBezTo>
                      <a:pt x="260" y="456"/>
                      <a:pt x="135" y="581"/>
                      <a:pt x="99" y="741"/>
                    </a:cubicBezTo>
                    <a:cubicBezTo>
                      <a:pt x="1" y="1169"/>
                      <a:pt x="349" y="1758"/>
                      <a:pt x="795" y="1776"/>
                    </a:cubicBezTo>
                    <a:cubicBezTo>
                      <a:pt x="807" y="1777"/>
                      <a:pt x="818" y="1777"/>
                      <a:pt x="830" y="1777"/>
                    </a:cubicBezTo>
                    <a:cubicBezTo>
                      <a:pt x="994" y="1777"/>
                      <a:pt x="1145" y="1721"/>
                      <a:pt x="1303" y="1696"/>
                    </a:cubicBezTo>
                    <a:cubicBezTo>
                      <a:pt x="1335" y="1691"/>
                      <a:pt x="1366" y="1689"/>
                      <a:pt x="1397" y="1689"/>
                    </a:cubicBezTo>
                    <a:cubicBezTo>
                      <a:pt x="1494" y="1689"/>
                      <a:pt x="1589" y="1707"/>
                      <a:pt x="1685" y="1707"/>
                    </a:cubicBezTo>
                    <a:cubicBezTo>
                      <a:pt x="1724" y="1707"/>
                      <a:pt x="1763" y="1704"/>
                      <a:pt x="1803" y="1696"/>
                    </a:cubicBezTo>
                    <a:cubicBezTo>
                      <a:pt x="1964" y="1660"/>
                      <a:pt x="2088" y="1535"/>
                      <a:pt x="2240" y="1508"/>
                    </a:cubicBezTo>
                    <a:cubicBezTo>
                      <a:pt x="2273" y="1501"/>
                      <a:pt x="2312" y="1498"/>
                      <a:pt x="2354" y="1498"/>
                    </a:cubicBezTo>
                    <a:cubicBezTo>
                      <a:pt x="2474" y="1498"/>
                      <a:pt x="2616" y="1525"/>
                      <a:pt x="2695" y="1571"/>
                    </a:cubicBezTo>
                    <a:cubicBezTo>
                      <a:pt x="2749" y="1607"/>
                      <a:pt x="2793" y="1660"/>
                      <a:pt x="2829" y="1705"/>
                    </a:cubicBezTo>
                    <a:cubicBezTo>
                      <a:pt x="2900" y="1812"/>
                      <a:pt x="2954" y="1937"/>
                      <a:pt x="2989" y="2053"/>
                    </a:cubicBezTo>
                    <a:cubicBezTo>
                      <a:pt x="3043" y="2240"/>
                      <a:pt x="3061" y="2436"/>
                      <a:pt x="3052" y="2632"/>
                    </a:cubicBezTo>
                    <a:cubicBezTo>
                      <a:pt x="3052" y="2723"/>
                      <a:pt x="3033" y="3003"/>
                      <a:pt x="3155" y="3003"/>
                    </a:cubicBezTo>
                    <a:cubicBezTo>
                      <a:pt x="3178" y="3003"/>
                      <a:pt x="3206" y="2994"/>
                      <a:pt x="3239" y="2971"/>
                    </a:cubicBezTo>
                    <a:cubicBezTo>
                      <a:pt x="3373" y="2882"/>
                      <a:pt x="3471" y="2677"/>
                      <a:pt x="3534" y="2525"/>
                    </a:cubicBezTo>
                    <a:cubicBezTo>
                      <a:pt x="3605" y="2365"/>
                      <a:pt x="3641" y="2195"/>
                      <a:pt x="3659" y="2026"/>
                    </a:cubicBezTo>
                    <a:cubicBezTo>
                      <a:pt x="3676" y="1776"/>
                      <a:pt x="3685" y="1526"/>
                      <a:pt x="3632" y="1285"/>
                    </a:cubicBezTo>
                    <a:cubicBezTo>
                      <a:pt x="3551" y="964"/>
                      <a:pt x="3320" y="857"/>
                      <a:pt x="3123" y="634"/>
                    </a:cubicBezTo>
                    <a:cubicBezTo>
                      <a:pt x="3034" y="545"/>
                      <a:pt x="2981" y="429"/>
                      <a:pt x="2900" y="331"/>
                    </a:cubicBezTo>
                    <a:cubicBezTo>
                      <a:pt x="2753" y="143"/>
                      <a:pt x="2510" y="40"/>
                      <a:pt x="2269" y="40"/>
                    </a:cubicBezTo>
                    <a:cubicBezTo>
                      <a:pt x="2144" y="40"/>
                      <a:pt x="2020" y="68"/>
                      <a:pt x="1910" y="126"/>
                    </a:cubicBezTo>
                    <a:cubicBezTo>
                      <a:pt x="1856" y="152"/>
                      <a:pt x="1812" y="188"/>
                      <a:pt x="1758" y="197"/>
                    </a:cubicBezTo>
                    <a:cubicBezTo>
                      <a:pt x="1743" y="200"/>
                      <a:pt x="1728" y="201"/>
                      <a:pt x="1713" y="201"/>
                    </a:cubicBezTo>
                    <a:cubicBezTo>
                      <a:pt x="1550" y="201"/>
                      <a:pt x="1432" y="34"/>
                      <a:pt x="1277" y="10"/>
                    </a:cubicBezTo>
                    <a:cubicBezTo>
                      <a:pt x="1244" y="3"/>
                      <a:pt x="1212" y="0"/>
                      <a:pt x="11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6858205" y="3178026"/>
                <a:ext cx="38068" cy="55906"/>
              </a:xfrm>
              <a:custGeom>
                <a:avLst/>
                <a:gdLst/>
                <a:ahLst/>
                <a:cxnLst/>
                <a:rect l="l" t="t" r="r" b="b"/>
                <a:pathLst>
                  <a:path w="572" h="840" extrusionOk="0">
                    <a:moveTo>
                      <a:pt x="257" y="1"/>
                    </a:moveTo>
                    <a:cubicBezTo>
                      <a:pt x="252" y="1"/>
                      <a:pt x="247" y="1"/>
                      <a:pt x="241" y="2"/>
                    </a:cubicBezTo>
                    <a:cubicBezTo>
                      <a:pt x="215" y="11"/>
                      <a:pt x="188" y="28"/>
                      <a:pt x="170" y="46"/>
                    </a:cubicBezTo>
                    <a:cubicBezTo>
                      <a:pt x="108" y="91"/>
                      <a:pt x="63" y="162"/>
                      <a:pt x="45" y="242"/>
                    </a:cubicBezTo>
                    <a:lnTo>
                      <a:pt x="1" y="751"/>
                    </a:lnTo>
                    <a:cubicBezTo>
                      <a:pt x="41" y="814"/>
                      <a:pt x="98" y="839"/>
                      <a:pt x="159" y="839"/>
                    </a:cubicBezTo>
                    <a:cubicBezTo>
                      <a:pt x="260" y="839"/>
                      <a:pt x="370" y="770"/>
                      <a:pt x="420" y="697"/>
                    </a:cubicBezTo>
                    <a:cubicBezTo>
                      <a:pt x="509" y="581"/>
                      <a:pt x="571" y="394"/>
                      <a:pt x="527" y="260"/>
                    </a:cubicBezTo>
                    <a:cubicBezTo>
                      <a:pt x="500" y="198"/>
                      <a:pt x="464" y="144"/>
                      <a:pt x="411" y="91"/>
                    </a:cubicBezTo>
                    <a:cubicBezTo>
                      <a:pt x="370" y="50"/>
                      <a:pt x="321" y="1"/>
                      <a:pt x="257" y="1"/>
                    </a:cubicBezTo>
                    <a:close/>
                  </a:path>
                </a:pathLst>
              </a:custGeom>
              <a:solidFill>
                <a:srgbClr val="F2BE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6811883" y="3148675"/>
                <a:ext cx="41662" cy="15041"/>
              </a:xfrm>
              <a:custGeom>
                <a:avLst/>
                <a:gdLst/>
                <a:ahLst/>
                <a:cxnLst/>
                <a:rect l="l" t="t" r="r" b="b"/>
                <a:pathLst>
                  <a:path w="626" h="226" extrusionOk="0">
                    <a:moveTo>
                      <a:pt x="203" y="1"/>
                    </a:moveTo>
                    <a:cubicBezTo>
                      <a:pt x="141" y="1"/>
                      <a:pt x="92" y="8"/>
                      <a:pt x="72" y="14"/>
                    </a:cubicBezTo>
                    <a:cubicBezTo>
                      <a:pt x="36" y="23"/>
                      <a:pt x="1" y="121"/>
                      <a:pt x="36" y="157"/>
                    </a:cubicBezTo>
                    <a:cubicBezTo>
                      <a:pt x="39" y="160"/>
                      <a:pt x="47" y="161"/>
                      <a:pt x="60" y="161"/>
                    </a:cubicBezTo>
                    <a:cubicBezTo>
                      <a:pt x="81" y="161"/>
                      <a:pt x="116" y="158"/>
                      <a:pt x="161" y="158"/>
                    </a:cubicBezTo>
                    <a:cubicBezTo>
                      <a:pt x="240" y="158"/>
                      <a:pt x="350" y="168"/>
                      <a:pt x="473" y="220"/>
                    </a:cubicBezTo>
                    <a:cubicBezTo>
                      <a:pt x="488" y="223"/>
                      <a:pt x="503" y="225"/>
                      <a:pt x="517" y="225"/>
                    </a:cubicBezTo>
                    <a:cubicBezTo>
                      <a:pt x="537" y="225"/>
                      <a:pt x="556" y="221"/>
                      <a:pt x="572" y="211"/>
                    </a:cubicBezTo>
                    <a:cubicBezTo>
                      <a:pt x="589" y="202"/>
                      <a:pt x="607" y="193"/>
                      <a:pt x="616" y="175"/>
                    </a:cubicBezTo>
                    <a:cubicBezTo>
                      <a:pt x="625" y="157"/>
                      <a:pt x="625" y="148"/>
                      <a:pt x="616" y="130"/>
                    </a:cubicBezTo>
                    <a:cubicBezTo>
                      <a:pt x="607" y="113"/>
                      <a:pt x="589" y="95"/>
                      <a:pt x="572" y="86"/>
                    </a:cubicBezTo>
                    <a:cubicBezTo>
                      <a:pt x="450" y="19"/>
                      <a:pt x="307" y="1"/>
                      <a:pt x="2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6732950" y="3147610"/>
                <a:ext cx="40397" cy="15507"/>
              </a:xfrm>
              <a:custGeom>
                <a:avLst/>
                <a:gdLst/>
                <a:ahLst/>
                <a:cxnLst/>
                <a:rect l="l" t="t" r="r" b="b"/>
                <a:pathLst>
                  <a:path w="607" h="233" extrusionOk="0">
                    <a:moveTo>
                      <a:pt x="476" y="0"/>
                    </a:moveTo>
                    <a:cubicBezTo>
                      <a:pt x="377" y="0"/>
                      <a:pt x="193" y="20"/>
                      <a:pt x="54" y="111"/>
                    </a:cubicBezTo>
                    <a:cubicBezTo>
                      <a:pt x="36" y="120"/>
                      <a:pt x="18" y="137"/>
                      <a:pt x="9" y="155"/>
                    </a:cubicBezTo>
                    <a:cubicBezTo>
                      <a:pt x="0" y="164"/>
                      <a:pt x="9" y="182"/>
                      <a:pt x="9" y="191"/>
                    </a:cubicBezTo>
                    <a:cubicBezTo>
                      <a:pt x="18" y="209"/>
                      <a:pt x="36" y="218"/>
                      <a:pt x="54" y="227"/>
                    </a:cubicBezTo>
                    <a:cubicBezTo>
                      <a:pt x="65" y="230"/>
                      <a:pt x="77" y="232"/>
                      <a:pt x="91" y="232"/>
                    </a:cubicBezTo>
                    <a:cubicBezTo>
                      <a:pt x="110" y="232"/>
                      <a:pt x="131" y="228"/>
                      <a:pt x="152" y="218"/>
                    </a:cubicBezTo>
                    <a:cubicBezTo>
                      <a:pt x="375" y="120"/>
                      <a:pt x="562" y="155"/>
                      <a:pt x="580" y="137"/>
                    </a:cubicBezTo>
                    <a:cubicBezTo>
                      <a:pt x="607" y="102"/>
                      <a:pt x="571" y="13"/>
                      <a:pt x="535" y="4"/>
                    </a:cubicBezTo>
                    <a:cubicBezTo>
                      <a:pt x="524" y="2"/>
                      <a:pt x="503" y="0"/>
                      <a:pt x="47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Google Shape;1446;p29"/>
              <p:cNvSpPr/>
              <p:nvPr/>
            </p:nvSpPr>
            <p:spPr>
              <a:xfrm>
                <a:off x="6819670" y="3178359"/>
                <a:ext cx="13044" cy="14709"/>
              </a:xfrm>
              <a:custGeom>
                <a:avLst/>
                <a:gdLst/>
                <a:ahLst/>
                <a:cxnLst/>
                <a:rect l="l" t="t" r="r" b="b"/>
                <a:pathLst>
                  <a:path w="196" h="221" extrusionOk="0">
                    <a:moveTo>
                      <a:pt x="88" y="0"/>
                    </a:moveTo>
                    <a:cubicBezTo>
                      <a:pt x="69" y="0"/>
                      <a:pt x="47" y="6"/>
                      <a:pt x="35" y="23"/>
                    </a:cubicBezTo>
                    <a:cubicBezTo>
                      <a:pt x="1" y="92"/>
                      <a:pt x="33" y="220"/>
                      <a:pt x="116" y="220"/>
                    </a:cubicBezTo>
                    <a:cubicBezTo>
                      <a:pt x="119" y="220"/>
                      <a:pt x="122" y="220"/>
                      <a:pt x="125" y="220"/>
                    </a:cubicBezTo>
                    <a:cubicBezTo>
                      <a:pt x="196" y="211"/>
                      <a:pt x="196" y="77"/>
                      <a:pt x="151" y="23"/>
                    </a:cubicBezTo>
                    <a:cubicBezTo>
                      <a:pt x="142" y="14"/>
                      <a:pt x="133" y="6"/>
                      <a:pt x="116" y="6"/>
                    </a:cubicBezTo>
                    <a:cubicBezTo>
                      <a:pt x="109" y="2"/>
                      <a:pt x="99" y="0"/>
                      <a:pt x="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Google Shape;1447;p29"/>
              <p:cNvSpPr/>
              <p:nvPr/>
            </p:nvSpPr>
            <p:spPr>
              <a:xfrm>
                <a:off x="6751918" y="3178092"/>
                <a:ext cx="12512" cy="14975"/>
              </a:xfrm>
              <a:custGeom>
                <a:avLst/>
                <a:gdLst/>
                <a:ahLst/>
                <a:cxnLst/>
                <a:rect l="l" t="t" r="r" b="b"/>
                <a:pathLst>
                  <a:path w="188" h="225" extrusionOk="0">
                    <a:moveTo>
                      <a:pt x="85" y="1"/>
                    </a:moveTo>
                    <a:cubicBezTo>
                      <a:pt x="70" y="1"/>
                      <a:pt x="54" y="5"/>
                      <a:pt x="45" y="18"/>
                    </a:cubicBezTo>
                    <a:cubicBezTo>
                      <a:pt x="1" y="81"/>
                      <a:pt x="1" y="215"/>
                      <a:pt x="90" y="224"/>
                    </a:cubicBezTo>
                    <a:cubicBezTo>
                      <a:pt x="92" y="224"/>
                      <a:pt x="95" y="224"/>
                      <a:pt x="97" y="224"/>
                    </a:cubicBezTo>
                    <a:cubicBezTo>
                      <a:pt x="163" y="224"/>
                      <a:pt x="187" y="105"/>
                      <a:pt x="161" y="45"/>
                    </a:cubicBezTo>
                    <a:cubicBezTo>
                      <a:pt x="152" y="27"/>
                      <a:pt x="143" y="18"/>
                      <a:pt x="126" y="10"/>
                    </a:cubicBezTo>
                    <a:cubicBezTo>
                      <a:pt x="117" y="5"/>
                      <a:pt x="101" y="1"/>
                      <a:pt x="8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6781002" y="3180488"/>
                <a:ext cx="32145" cy="46988"/>
              </a:xfrm>
              <a:custGeom>
                <a:avLst/>
                <a:gdLst/>
                <a:ahLst/>
                <a:cxnLst/>
                <a:rect l="l" t="t" r="r" b="b"/>
                <a:pathLst>
                  <a:path w="483" h="706" extrusionOk="0">
                    <a:moveTo>
                      <a:pt x="99" y="0"/>
                    </a:moveTo>
                    <a:lnTo>
                      <a:pt x="99" y="0"/>
                    </a:lnTo>
                    <a:cubicBezTo>
                      <a:pt x="63" y="179"/>
                      <a:pt x="1" y="616"/>
                      <a:pt x="117" y="678"/>
                    </a:cubicBezTo>
                    <a:cubicBezTo>
                      <a:pt x="152" y="705"/>
                      <a:pt x="197" y="705"/>
                      <a:pt x="242" y="705"/>
                    </a:cubicBezTo>
                    <a:cubicBezTo>
                      <a:pt x="349" y="705"/>
                      <a:pt x="465" y="669"/>
                      <a:pt x="483" y="660"/>
                    </a:cubicBezTo>
                    <a:lnTo>
                      <a:pt x="456" y="589"/>
                    </a:lnTo>
                    <a:cubicBezTo>
                      <a:pt x="411" y="602"/>
                      <a:pt x="315" y="633"/>
                      <a:pt x="235" y="633"/>
                    </a:cubicBezTo>
                    <a:cubicBezTo>
                      <a:pt x="204" y="633"/>
                      <a:pt x="175" y="628"/>
                      <a:pt x="152" y="616"/>
                    </a:cubicBezTo>
                    <a:cubicBezTo>
                      <a:pt x="108" y="589"/>
                      <a:pt x="117" y="312"/>
                      <a:pt x="170" y="9"/>
                    </a:cubicBezTo>
                    <a:lnTo>
                      <a:pt x="99" y="0"/>
                    </a:lnTo>
                    <a:close/>
                  </a:path>
                </a:pathLst>
              </a:custGeom>
              <a:solidFill>
                <a:srgbClr val="DD816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6779804" y="3239855"/>
                <a:ext cx="39266" cy="22163"/>
              </a:xfrm>
              <a:custGeom>
                <a:avLst/>
                <a:gdLst/>
                <a:ahLst/>
                <a:cxnLst/>
                <a:rect l="l" t="t" r="r" b="b"/>
                <a:pathLst>
                  <a:path w="590" h="333" extrusionOk="0">
                    <a:moveTo>
                      <a:pt x="590" y="0"/>
                    </a:moveTo>
                    <a:lnTo>
                      <a:pt x="1" y="36"/>
                    </a:lnTo>
                    <a:cubicBezTo>
                      <a:pt x="10" y="235"/>
                      <a:pt x="139" y="333"/>
                      <a:pt x="275" y="333"/>
                    </a:cubicBezTo>
                    <a:cubicBezTo>
                      <a:pt x="420" y="333"/>
                      <a:pt x="571" y="221"/>
                      <a:pt x="59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6655149" y="3435792"/>
                <a:ext cx="283846" cy="184091"/>
              </a:xfrm>
              <a:custGeom>
                <a:avLst/>
                <a:gdLst/>
                <a:ahLst/>
                <a:cxnLst/>
                <a:rect l="l" t="t" r="r" b="b"/>
                <a:pathLst>
                  <a:path w="4265" h="2766" extrusionOk="0">
                    <a:moveTo>
                      <a:pt x="125" y="0"/>
                    </a:moveTo>
                    <a:lnTo>
                      <a:pt x="1" y="45"/>
                    </a:lnTo>
                    <a:lnTo>
                      <a:pt x="36" y="348"/>
                    </a:lnTo>
                    <a:lnTo>
                      <a:pt x="340" y="2471"/>
                    </a:lnTo>
                    <a:lnTo>
                      <a:pt x="3908" y="2766"/>
                    </a:lnTo>
                    <a:lnTo>
                      <a:pt x="4265" y="125"/>
                    </a:lnTo>
                    <a:lnTo>
                      <a:pt x="4095" y="0"/>
                    </a:lnTo>
                    <a:lnTo>
                      <a:pt x="2133" y="892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29"/>
              <p:cNvSpPr/>
              <p:nvPr/>
            </p:nvSpPr>
            <p:spPr>
              <a:xfrm>
                <a:off x="6807158" y="3438454"/>
                <a:ext cx="137764" cy="247385"/>
              </a:xfrm>
              <a:custGeom>
                <a:avLst/>
                <a:gdLst/>
                <a:ahLst/>
                <a:cxnLst/>
                <a:rect l="l" t="t" r="r" b="b"/>
                <a:pathLst>
                  <a:path w="2070" h="3717" extrusionOk="0">
                    <a:moveTo>
                      <a:pt x="2013" y="0"/>
                    </a:moveTo>
                    <a:cubicBezTo>
                      <a:pt x="2005" y="0"/>
                      <a:pt x="1998" y="2"/>
                      <a:pt x="1990" y="5"/>
                    </a:cubicBezTo>
                    <a:lnTo>
                      <a:pt x="0" y="897"/>
                    </a:lnTo>
                    <a:lnTo>
                      <a:pt x="18" y="3716"/>
                    </a:lnTo>
                    <a:lnTo>
                      <a:pt x="1713" y="2770"/>
                    </a:lnTo>
                    <a:cubicBezTo>
                      <a:pt x="1731" y="2761"/>
                      <a:pt x="1749" y="2735"/>
                      <a:pt x="1749" y="2717"/>
                    </a:cubicBezTo>
                    <a:lnTo>
                      <a:pt x="2070" y="67"/>
                    </a:lnTo>
                    <a:cubicBezTo>
                      <a:pt x="2070" y="31"/>
                      <a:pt x="2046" y="0"/>
                      <a:pt x="20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Google Shape;1452;p29"/>
              <p:cNvSpPr/>
              <p:nvPr/>
            </p:nvSpPr>
            <p:spPr>
              <a:xfrm>
                <a:off x="6649825" y="3438454"/>
                <a:ext cx="137764" cy="247385"/>
              </a:xfrm>
              <a:custGeom>
                <a:avLst/>
                <a:gdLst/>
                <a:ahLst/>
                <a:cxnLst/>
                <a:rect l="l" t="t" r="r" b="b"/>
                <a:pathLst>
                  <a:path w="2070" h="3717" extrusionOk="0">
                    <a:moveTo>
                      <a:pt x="57" y="0"/>
                    </a:moveTo>
                    <a:cubicBezTo>
                      <a:pt x="24" y="0"/>
                      <a:pt x="0" y="31"/>
                      <a:pt x="0" y="67"/>
                    </a:cubicBezTo>
                    <a:lnTo>
                      <a:pt x="321" y="2717"/>
                    </a:lnTo>
                    <a:cubicBezTo>
                      <a:pt x="321" y="2735"/>
                      <a:pt x="339" y="2761"/>
                      <a:pt x="357" y="2770"/>
                    </a:cubicBezTo>
                    <a:lnTo>
                      <a:pt x="2052" y="3716"/>
                    </a:lnTo>
                    <a:lnTo>
                      <a:pt x="2070" y="897"/>
                    </a:lnTo>
                    <a:lnTo>
                      <a:pt x="81" y="5"/>
                    </a:lnTo>
                    <a:cubicBezTo>
                      <a:pt x="72" y="2"/>
                      <a:pt x="65" y="0"/>
                      <a:pt x="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6786393" y="3498087"/>
                <a:ext cx="22029" cy="187752"/>
              </a:xfrm>
              <a:custGeom>
                <a:avLst/>
                <a:gdLst/>
                <a:ahLst/>
                <a:cxnLst/>
                <a:rect l="l" t="t" r="r" b="b"/>
                <a:pathLst>
                  <a:path w="331" h="2821" extrusionOk="0">
                    <a:moveTo>
                      <a:pt x="18" y="1"/>
                    </a:moveTo>
                    <a:lnTo>
                      <a:pt x="0" y="2820"/>
                    </a:lnTo>
                    <a:lnTo>
                      <a:pt x="330" y="2820"/>
                    </a:lnTo>
                    <a:lnTo>
                      <a:pt x="31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6823797" y="3465475"/>
                <a:ext cx="102158" cy="96838"/>
              </a:xfrm>
              <a:custGeom>
                <a:avLst/>
                <a:gdLst/>
                <a:ahLst/>
                <a:cxnLst/>
                <a:rect l="l" t="t" r="r" b="b"/>
                <a:pathLst>
                  <a:path w="1535" h="1455" extrusionOk="0">
                    <a:moveTo>
                      <a:pt x="1535" y="0"/>
                    </a:moveTo>
                    <a:lnTo>
                      <a:pt x="0" y="687"/>
                    </a:lnTo>
                    <a:lnTo>
                      <a:pt x="0" y="1454"/>
                    </a:lnTo>
                    <a:lnTo>
                      <a:pt x="1454" y="821"/>
                    </a:lnTo>
                    <a:lnTo>
                      <a:pt x="153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6766760" y="3249372"/>
                <a:ext cx="93307" cy="39201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589" extrusionOk="0">
                    <a:moveTo>
                      <a:pt x="1348" y="0"/>
                    </a:moveTo>
                    <a:cubicBezTo>
                      <a:pt x="1339" y="0"/>
                      <a:pt x="1009" y="473"/>
                      <a:pt x="607" y="509"/>
                    </a:cubicBezTo>
                    <a:cubicBezTo>
                      <a:pt x="564" y="513"/>
                      <a:pt x="523" y="514"/>
                      <a:pt x="485" y="514"/>
                    </a:cubicBezTo>
                    <a:cubicBezTo>
                      <a:pt x="181" y="514"/>
                      <a:pt x="54" y="402"/>
                      <a:pt x="54" y="402"/>
                    </a:cubicBezTo>
                    <a:lnTo>
                      <a:pt x="1" y="455"/>
                    </a:lnTo>
                    <a:cubicBezTo>
                      <a:pt x="10" y="464"/>
                      <a:pt x="152" y="589"/>
                      <a:pt x="482" y="589"/>
                    </a:cubicBezTo>
                    <a:cubicBezTo>
                      <a:pt x="518" y="589"/>
                      <a:pt x="572" y="589"/>
                      <a:pt x="616" y="580"/>
                    </a:cubicBezTo>
                    <a:cubicBezTo>
                      <a:pt x="1044" y="544"/>
                      <a:pt x="1392" y="63"/>
                      <a:pt x="1401" y="45"/>
                    </a:cubicBezTo>
                    <a:lnTo>
                      <a:pt x="1348" y="0"/>
                    </a:lnTo>
                    <a:close/>
                  </a:path>
                </a:pathLst>
              </a:custGeom>
              <a:solidFill>
                <a:srgbClr val="DD816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Google Shape;1456;p29"/>
              <p:cNvSpPr/>
              <p:nvPr/>
            </p:nvSpPr>
            <p:spPr>
              <a:xfrm>
                <a:off x="6860002" y="3542212"/>
                <a:ext cx="97433" cy="123992"/>
              </a:xfrm>
              <a:custGeom>
                <a:avLst/>
                <a:gdLst/>
                <a:ahLst/>
                <a:cxnLst/>
                <a:rect l="l" t="t" r="r" b="b"/>
                <a:pathLst>
                  <a:path w="1464" h="1863" extrusionOk="0">
                    <a:moveTo>
                      <a:pt x="591" y="1"/>
                    </a:moveTo>
                    <a:cubicBezTo>
                      <a:pt x="583" y="1"/>
                      <a:pt x="577" y="3"/>
                      <a:pt x="571" y="7"/>
                    </a:cubicBezTo>
                    <a:cubicBezTo>
                      <a:pt x="500" y="70"/>
                      <a:pt x="857" y="533"/>
                      <a:pt x="919" y="774"/>
                    </a:cubicBezTo>
                    <a:cubicBezTo>
                      <a:pt x="866" y="658"/>
                      <a:pt x="750" y="542"/>
                      <a:pt x="669" y="400"/>
                    </a:cubicBezTo>
                    <a:cubicBezTo>
                      <a:pt x="544" y="190"/>
                      <a:pt x="418" y="5"/>
                      <a:pt x="359" y="5"/>
                    </a:cubicBezTo>
                    <a:cubicBezTo>
                      <a:pt x="355" y="5"/>
                      <a:pt x="351" y="5"/>
                      <a:pt x="348" y="7"/>
                    </a:cubicBezTo>
                    <a:cubicBezTo>
                      <a:pt x="268" y="52"/>
                      <a:pt x="393" y="364"/>
                      <a:pt x="482" y="507"/>
                    </a:cubicBezTo>
                    <a:cubicBezTo>
                      <a:pt x="580" y="667"/>
                      <a:pt x="678" y="765"/>
                      <a:pt x="776" y="935"/>
                    </a:cubicBezTo>
                    <a:cubicBezTo>
                      <a:pt x="652" y="810"/>
                      <a:pt x="562" y="712"/>
                      <a:pt x="455" y="560"/>
                    </a:cubicBezTo>
                    <a:cubicBezTo>
                      <a:pt x="379" y="459"/>
                      <a:pt x="240" y="191"/>
                      <a:pt x="180" y="191"/>
                    </a:cubicBezTo>
                    <a:cubicBezTo>
                      <a:pt x="176" y="191"/>
                      <a:pt x="173" y="192"/>
                      <a:pt x="170" y="194"/>
                    </a:cubicBezTo>
                    <a:cubicBezTo>
                      <a:pt x="116" y="239"/>
                      <a:pt x="179" y="489"/>
                      <a:pt x="241" y="596"/>
                    </a:cubicBezTo>
                    <a:cubicBezTo>
                      <a:pt x="348" y="765"/>
                      <a:pt x="455" y="908"/>
                      <a:pt x="562" y="1069"/>
                    </a:cubicBezTo>
                    <a:cubicBezTo>
                      <a:pt x="405" y="994"/>
                      <a:pt x="201" y="643"/>
                      <a:pt x="102" y="643"/>
                    </a:cubicBezTo>
                    <a:cubicBezTo>
                      <a:pt x="94" y="643"/>
                      <a:pt x="87" y="645"/>
                      <a:pt x="81" y="649"/>
                    </a:cubicBezTo>
                    <a:cubicBezTo>
                      <a:pt x="0" y="721"/>
                      <a:pt x="259" y="1069"/>
                      <a:pt x="384" y="1220"/>
                    </a:cubicBezTo>
                    <a:cubicBezTo>
                      <a:pt x="571" y="1452"/>
                      <a:pt x="785" y="1666"/>
                      <a:pt x="1017" y="1863"/>
                    </a:cubicBezTo>
                    <a:lnTo>
                      <a:pt x="1463" y="1559"/>
                    </a:lnTo>
                    <a:cubicBezTo>
                      <a:pt x="1463" y="1051"/>
                      <a:pt x="1347" y="632"/>
                      <a:pt x="1062" y="275"/>
                    </a:cubicBezTo>
                    <a:lnTo>
                      <a:pt x="1026" y="560"/>
                    </a:lnTo>
                    <a:cubicBezTo>
                      <a:pt x="951" y="369"/>
                      <a:pt x="691" y="1"/>
                      <a:pt x="591" y="1"/>
                    </a:cubicBezTo>
                    <a:close/>
                  </a:path>
                </a:pathLst>
              </a:custGeom>
              <a:solidFill>
                <a:srgbClr val="F2BE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29"/>
              <p:cNvSpPr/>
              <p:nvPr/>
            </p:nvSpPr>
            <p:spPr>
              <a:xfrm>
                <a:off x="6925291" y="3664939"/>
                <a:ext cx="219756" cy="276736"/>
              </a:xfrm>
              <a:custGeom>
                <a:avLst/>
                <a:gdLst/>
                <a:ahLst/>
                <a:cxnLst/>
                <a:rect l="l" t="t" r="r" b="b"/>
                <a:pathLst>
                  <a:path w="3302" h="4158" extrusionOk="0">
                    <a:moveTo>
                      <a:pt x="72" y="1"/>
                    </a:moveTo>
                    <a:lnTo>
                      <a:pt x="1" y="28"/>
                    </a:lnTo>
                    <a:cubicBezTo>
                      <a:pt x="1615" y="3605"/>
                      <a:pt x="3212" y="4140"/>
                      <a:pt x="3275" y="4158"/>
                    </a:cubicBezTo>
                    <a:lnTo>
                      <a:pt x="3301" y="4087"/>
                    </a:lnTo>
                    <a:cubicBezTo>
                      <a:pt x="3284" y="4087"/>
                      <a:pt x="1669" y="3542"/>
                      <a:pt x="7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6956172" y="3643575"/>
                <a:ext cx="235197" cy="146155"/>
              </a:xfrm>
              <a:custGeom>
                <a:avLst/>
                <a:gdLst/>
                <a:ahLst/>
                <a:cxnLst/>
                <a:rect l="l" t="t" r="r" b="b"/>
                <a:pathLst>
                  <a:path w="3534" h="2196" extrusionOk="0">
                    <a:moveTo>
                      <a:pt x="36" y="1"/>
                    </a:moveTo>
                    <a:lnTo>
                      <a:pt x="0" y="63"/>
                    </a:lnTo>
                    <a:cubicBezTo>
                      <a:pt x="27" y="81"/>
                      <a:pt x="2516" y="1232"/>
                      <a:pt x="3480" y="2195"/>
                    </a:cubicBezTo>
                    <a:lnTo>
                      <a:pt x="3533" y="2142"/>
                    </a:lnTo>
                    <a:cubicBezTo>
                      <a:pt x="2561" y="1169"/>
                      <a:pt x="54" y="10"/>
                      <a:pt x="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7033974" y="3512995"/>
                <a:ext cx="74872" cy="213176"/>
              </a:xfrm>
              <a:custGeom>
                <a:avLst/>
                <a:gdLst/>
                <a:ahLst/>
                <a:cxnLst/>
                <a:rect l="l" t="t" r="r" b="b"/>
                <a:pathLst>
                  <a:path w="1125" h="3203" extrusionOk="0">
                    <a:moveTo>
                      <a:pt x="63" y="0"/>
                    </a:moveTo>
                    <a:lnTo>
                      <a:pt x="0" y="36"/>
                    </a:lnTo>
                    <a:cubicBezTo>
                      <a:pt x="518" y="928"/>
                      <a:pt x="1044" y="3185"/>
                      <a:pt x="1053" y="3203"/>
                    </a:cubicBezTo>
                    <a:lnTo>
                      <a:pt x="1124" y="3185"/>
                    </a:lnTo>
                    <a:cubicBezTo>
                      <a:pt x="1115" y="3167"/>
                      <a:pt x="589" y="901"/>
                      <a:pt x="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Google Shape;1460;p29"/>
              <p:cNvSpPr/>
              <p:nvPr/>
            </p:nvSpPr>
            <p:spPr>
              <a:xfrm>
                <a:off x="6615949" y="3542212"/>
                <a:ext cx="97433" cy="123992"/>
              </a:xfrm>
              <a:custGeom>
                <a:avLst/>
                <a:gdLst/>
                <a:ahLst/>
                <a:cxnLst/>
                <a:rect l="l" t="t" r="r" b="b"/>
                <a:pathLst>
                  <a:path w="1464" h="1863" extrusionOk="0">
                    <a:moveTo>
                      <a:pt x="875" y="1"/>
                    </a:moveTo>
                    <a:cubicBezTo>
                      <a:pt x="780" y="1"/>
                      <a:pt x="513" y="369"/>
                      <a:pt x="438" y="560"/>
                    </a:cubicBezTo>
                    <a:lnTo>
                      <a:pt x="411" y="275"/>
                    </a:lnTo>
                    <a:cubicBezTo>
                      <a:pt x="117" y="632"/>
                      <a:pt x="1" y="1051"/>
                      <a:pt x="10" y="1559"/>
                    </a:cubicBezTo>
                    <a:lnTo>
                      <a:pt x="447" y="1863"/>
                    </a:lnTo>
                    <a:cubicBezTo>
                      <a:pt x="679" y="1666"/>
                      <a:pt x="893" y="1452"/>
                      <a:pt x="1080" y="1220"/>
                    </a:cubicBezTo>
                    <a:cubicBezTo>
                      <a:pt x="1205" y="1069"/>
                      <a:pt x="1464" y="721"/>
                      <a:pt x="1383" y="649"/>
                    </a:cubicBezTo>
                    <a:cubicBezTo>
                      <a:pt x="1378" y="645"/>
                      <a:pt x="1371" y="643"/>
                      <a:pt x="1364" y="643"/>
                    </a:cubicBezTo>
                    <a:cubicBezTo>
                      <a:pt x="1271" y="643"/>
                      <a:pt x="1067" y="994"/>
                      <a:pt x="902" y="1069"/>
                    </a:cubicBezTo>
                    <a:cubicBezTo>
                      <a:pt x="1009" y="908"/>
                      <a:pt x="1116" y="765"/>
                      <a:pt x="1223" y="596"/>
                    </a:cubicBezTo>
                    <a:cubicBezTo>
                      <a:pt x="1294" y="489"/>
                      <a:pt x="1357" y="239"/>
                      <a:pt x="1303" y="194"/>
                    </a:cubicBezTo>
                    <a:cubicBezTo>
                      <a:pt x="1300" y="192"/>
                      <a:pt x="1297" y="191"/>
                      <a:pt x="1293" y="191"/>
                    </a:cubicBezTo>
                    <a:cubicBezTo>
                      <a:pt x="1232" y="191"/>
                      <a:pt x="1085" y="459"/>
                      <a:pt x="1009" y="560"/>
                    </a:cubicBezTo>
                    <a:cubicBezTo>
                      <a:pt x="902" y="712"/>
                      <a:pt x="821" y="810"/>
                      <a:pt x="697" y="935"/>
                    </a:cubicBezTo>
                    <a:cubicBezTo>
                      <a:pt x="795" y="765"/>
                      <a:pt x="893" y="667"/>
                      <a:pt x="991" y="507"/>
                    </a:cubicBezTo>
                    <a:cubicBezTo>
                      <a:pt x="1071" y="364"/>
                      <a:pt x="1205" y="52"/>
                      <a:pt x="1116" y="7"/>
                    </a:cubicBezTo>
                    <a:cubicBezTo>
                      <a:pt x="1113" y="5"/>
                      <a:pt x="1110" y="5"/>
                      <a:pt x="1107" y="5"/>
                    </a:cubicBezTo>
                    <a:cubicBezTo>
                      <a:pt x="1055" y="5"/>
                      <a:pt x="929" y="190"/>
                      <a:pt x="804" y="400"/>
                    </a:cubicBezTo>
                    <a:cubicBezTo>
                      <a:pt x="714" y="542"/>
                      <a:pt x="598" y="658"/>
                      <a:pt x="545" y="774"/>
                    </a:cubicBezTo>
                    <a:cubicBezTo>
                      <a:pt x="607" y="533"/>
                      <a:pt x="964" y="70"/>
                      <a:pt x="893" y="7"/>
                    </a:cubicBezTo>
                    <a:cubicBezTo>
                      <a:pt x="888" y="3"/>
                      <a:pt x="882" y="1"/>
                      <a:pt x="875" y="1"/>
                    </a:cubicBezTo>
                    <a:close/>
                  </a:path>
                </a:pathLst>
              </a:custGeom>
              <a:solidFill>
                <a:srgbClr val="F2BE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Google Shape;1461;p29"/>
              <p:cNvSpPr/>
              <p:nvPr/>
            </p:nvSpPr>
            <p:spPr>
              <a:xfrm>
                <a:off x="6428932" y="3664939"/>
                <a:ext cx="219157" cy="276736"/>
              </a:xfrm>
              <a:custGeom>
                <a:avLst/>
                <a:gdLst/>
                <a:ahLst/>
                <a:cxnLst/>
                <a:rect l="l" t="t" r="r" b="b"/>
                <a:pathLst>
                  <a:path w="3293" h="4158" extrusionOk="0">
                    <a:moveTo>
                      <a:pt x="3230" y="1"/>
                    </a:moveTo>
                    <a:cubicBezTo>
                      <a:pt x="1624" y="3542"/>
                      <a:pt x="10" y="4087"/>
                      <a:pt x="1" y="4087"/>
                    </a:cubicBezTo>
                    <a:lnTo>
                      <a:pt x="18" y="4158"/>
                    </a:lnTo>
                    <a:cubicBezTo>
                      <a:pt x="90" y="4140"/>
                      <a:pt x="1678" y="3605"/>
                      <a:pt x="3292" y="28"/>
                    </a:cubicBezTo>
                    <a:lnTo>
                      <a:pt x="323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29"/>
              <p:cNvSpPr/>
              <p:nvPr/>
            </p:nvSpPr>
            <p:spPr>
              <a:xfrm>
                <a:off x="6382611" y="3643575"/>
                <a:ext cx="234598" cy="146155"/>
              </a:xfrm>
              <a:custGeom>
                <a:avLst/>
                <a:gdLst/>
                <a:ahLst/>
                <a:cxnLst/>
                <a:rect l="l" t="t" r="r" b="b"/>
                <a:pathLst>
                  <a:path w="3525" h="2196" extrusionOk="0">
                    <a:moveTo>
                      <a:pt x="3498" y="1"/>
                    </a:moveTo>
                    <a:cubicBezTo>
                      <a:pt x="3471" y="10"/>
                      <a:pt x="973" y="1169"/>
                      <a:pt x="1" y="2142"/>
                    </a:cubicBezTo>
                    <a:lnTo>
                      <a:pt x="54" y="2195"/>
                    </a:lnTo>
                    <a:cubicBezTo>
                      <a:pt x="1018" y="1232"/>
                      <a:pt x="3507" y="81"/>
                      <a:pt x="3525" y="63"/>
                    </a:cubicBezTo>
                    <a:lnTo>
                      <a:pt x="349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6549461" y="3514725"/>
                <a:ext cx="54706" cy="16392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2463" extrusionOk="0">
                    <a:moveTo>
                      <a:pt x="759" y="1"/>
                    </a:moveTo>
                    <a:cubicBezTo>
                      <a:pt x="277" y="1125"/>
                      <a:pt x="1" y="2427"/>
                      <a:pt x="1" y="2445"/>
                    </a:cubicBezTo>
                    <a:lnTo>
                      <a:pt x="72" y="2463"/>
                    </a:lnTo>
                    <a:cubicBezTo>
                      <a:pt x="72" y="2445"/>
                      <a:pt x="348" y="1152"/>
                      <a:pt x="821" y="36"/>
                    </a:cubicBezTo>
                    <a:lnTo>
                      <a:pt x="75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64" name="Google Shape;1464;p29"/>
          <p:cNvGrpSpPr/>
          <p:nvPr/>
        </p:nvGrpSpPr>
        <p:grpSpPr>
          <a:xfrm>
            <a:off x="5160873" y="281048"/>
            <a:ext cx="2533802" cy="1512017"/>
            <a:chOff x="5359848" y="509229"/>
            <a:chExt cx="2275733" cy="1358017"/>
          </a:xfrm>
        </p:grpSpPr>
        <p:sp>
          <p:nvSpPr>
            <p:cNvPr id="1465" name="Google Shape;1465;p29"/>
            <p:cNvSpPr/>
            <p:nvPr/>
          </p:nvSpPr>
          <p:spPr>
            <a:xfrm>
              <a:off x="5359848" y="509229"/>
              <a:ext cx="1928745" cy="488181"/>
            </a:xfrm>
            <a:custGeom>
              <a:avLst/>
              <a:gdLst/>
              <a:ahLst/>
              <a:cxnLst/>
              <a:rect l="l" t="t" r="r" b="b"/>
              <a:pathLst>
                <a:path w="23646" h="5985" extrusionOk="0">
                  <a:moveTo>
                    <a:pt x="1542" y="0"/>
                  </a:moveTo>
                  <a:cubicBezTo>
                    <a:pt x="690" y="0"/>
                    <a:pt x="0" y="690"/>
                    <a:pt x="0" y="1542"/>
                  </a:cubicBezTo>
                  <a:lnTo>
                    <a:pt x="0" y="4447"/>
                  </a:lnTo>
                  <a:cubicBezTo>
                    <a:pt x="0" y="5295"/>
                    <a:pt x="690" y="5984"/>
                    <a:pt x="1542" y="5984"/>
                  </a:cubicBezTo>
                  <a:lnTo>
                    <a:pt x="22108" y="5984"/>
                  </a:lnTo>
                  <a:cubicBezTo>
                    <a:pt x="22956" y="5984"/>
                    <a:pt x="23645" y="5295"/>
                    <a:pt x="23645" y="4447"/>
                  </a:cubicBezTo>
                  <a:lnTo>
                    <a:pt x="23645" y="1542"/>
                  </a:lnTo>
                  <a:cubicBezTo>
                    <a:pt x="23645" y="690"/>
                    <a:pt x="22956" y="0"/>
                    <a:pt x="2210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29"/>
            <p:cNvSpPr/>
            <p:nvPr/>
          </p:nvSpPr>
          <p:spPr>
            <a:xfrm>
              <a:off x="5359848" y="835906"/>
              <a:ext cx="1928745" cy="161504"/>
            </a:xfrm>
            <a:custGeom>
              <a:avLst/>
              <a:gdLst/>
              <a:ahLst/>
              <a:cxnLst/>
              <a:rect l="l" t="t" r="r" b="b"/>
              <a:pathLst>
                <a:path w="23646" h="1980" extrusionOk="0">
                  <a:moveTo>
                    <a:pt x="0" y="1"/>
                  </a:moveTo>
                  <a:lnTo>
                    <a:pt x="0" y="1217"/>
                  </a:lnTo>
                  <a:cubicBezTo>
                    <a:pt x="0" y="1641"/>
                    <a:pt x="343" y="1979"/>
                    <a:pt x="763" y="1979"/>
                  </a:cubicBezTo>
                  <a:lnTo>
                    <a:pt x="22883" y="1979"/>
                  </a:lnTo>
                  <a:cubicBezTo>
                    <a:pt x="23307" y="1979"/>
                    <a:pt x="23645" y="1641"/>
                    <a:pt x="23645" y="1217"/>
                  </a:cubicBezTo>
                  <a:lnTo>
                    <a:pt x="23645" y="1"/>
                  </a:lnTo>
                  <a:cubicBezTo>
                    <a:pt x="23645" y="425"/>
                    <a:pt x="23307" y="767"/>
                    <a:pt x="22883" y="767"/>
                  </a:cubicBezTo>
                  <a:lnTo>
                    <a:pt x="763" y="767"/>
                  </a:lnTo>
                  <a:cubicBezTo>
                    <a:pt x="343" y="767"/>
                    <a:pt x="0" y="425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29"/>
            <p:cNvSpPr/>
            <p:nvPr/>
          </p:nvSpPr>
          <p:spPr>
            <a:xfrm>
              <a:off x="5421350" y="822285"/>
              <a:ext cx="1805741" cy="27651"/>
            </a:xfrm>
            <a:custGeom>
              <a:avLst/>
              <a:gdLst/>
              <a:ahLst/>
              <a:cxnLst/>
              <a:rect l="l" t="t" r="r" b="b"/>
              <a:pathLst>
                <a:path w="22138" h="339" extrusionOk="0">
                  <a:moveTo>
                    <a:pt x="0" y="0"/>
                  </a:moveTo>
                  <a:lnTo>
                    <a:pt x="0" y="339"/>
                  </a:lnTo>
                  <a:lnTo>
                    <a:pt x="22138" y="339"/>
                  </a:lnTo>
                  <a:lnTo>
                    <a:pt x="221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29"/>
            <p:cNvSpPr/>
            <p:nvPr/>
          </p:nvSpPr>
          <p:spPr>
            <a:xfrm>
              <a:off x="5421350" y="760457"/>
              <a:ext cx="1805741" cy="27651"/>
            </a:xfrm>
            <a:custGeom>
              <a:avLst/>
              <a:gdLst/>
              <a:ahLst/>
              <a:cxnLst/>
              <a:rect l="l" t="t" r="r" b="b"/>
              <a:pathLst>
                <a:path w="22138" h="339" extrusionOk="0">
                  <a:moveTo>
                    <a:pt x="0" y="0"/>
                  </a:moveTo>
                  <a:lnTo>
                    <a:pt x="0" y="339"/>
                  </a:lnTo>
                  <a:lnTo>
                    <a:pt x="22138" y="339"/>
                  </a:lnTo>
                  <a:lnTo>
                    <a:pt x="221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29"/>
            <p:cNvSpPr/>
            <p:nvPr/>
          </p:nvSpPr>
          <p:spPr>
            <a:xfrm>
              <a:off x="5421350" y="698955"/>
              <a:ext cx="1805741" cy="27651"/>
            </a:xfrm>
            <a:custGeom>
              <a:avLst/>
              <a:gdLst/>
              <a:ahLst/>
              <a:cxnLst/>
              <a:rect l="l" t="t" r="r" b="b"/>
              <a:pathLst>
                <a:path w="22138" h="339" extrusionOk="0">
                  <a:moveTo>
                    <a:pt x="0" y="0"/>
                  </a:moveTo>
                  <a:lnTo>
                    <a:pt x="0" y="339"/>
                  </a:lnTo>
                  <a:lnTo>
                    <a:pt x="22138" y="339"/>
                  </a:lnTo>
                  <a:lnTo>
                    <a:pt x="221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29"/>
            <p:cNvSpPr/>
            <p:nvPr/>
          </p:nvSpPr>
          <p:spPr>
            <a:xfrm>
              <a:off x="6003417" y="571791"/>
              <a:ext cx="641936" cy="27651"/>
            </a:xfrm>
            <a:custGeom>
              <a:avLst/>
              <a:gdLst/>
              <a:ahLst/>
              <a:cxnLst/>
              <a:rect l="l" t="t" r="r" b="b"/>
              <a:pathLst>
                <a:path w="7870" h="339" extrusionOk="0">
                  <a:moveTo>
                    <a:pt x="168" y="0"/>
                  </a:moveTo>
                  <a:cubicBezTo>
                    <a:pt x="73" y="0"/>
                    <a:pt x="1" y="73"/>
                    <a:pt x="1" y="167"/>
                  </a:cubicBezTo>
                  <a:cubicBezTo>
                    <a:pt x="1" y="261"/>
                    <a:pt x="73" y="339"/>
                    <a:pt x="168" y="339"/>
                  </a:cubicBezTo>
                  <a:lnTo>
                    <a:pt x="7698" y="339"/>
                  </a:lnTo>
                  <a:cubicBezTo>
                    <a:pt x="7792" y="339"/>
                    <a:pt x="7870" y="261"/>
                    <a:pt x="7870" y="167"/>
                  </a:cubicBezTo>
                  <a:cubicBezTo>
                    <a:pt x="7870" y="73"/>
                    <a:pt x="7792" y="0"/>
                    <a:pt x="769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29"/>
            <p:cNvSpPr/>
            <p:nvPr/>
          </p:nvSpPr>
          <p:spPr>
            <a:xfrm>
              <a:off x="7162737" y="542834"/>
              <a:ext cx="47228" cy="25857"/>
            </a:xfrm>
            <a:custGeom>
              <a:avLst/>
              <a:gdLst/>
              <a:ahLst/>
              <a:cxnLst/>
              <a:rect l="l" t="t" r="r" b="b"/>
              <a:pathLst>
                <a:path w="579" h="317" extrusionOk="0">
                  <a:moveTo>
                    <a:pt x="541" y="1"/>
                  </a:moveTo>
                  <a:cubicBezTo>
                    <a:pt x="536" y="1"/>
                    <a:pt x="532" y="2"/>
                    <a:pt x="527" y="4"/>
                  </a:cubicBezTo>
                  <a:lnTo>
                    <a:pt x="26" y="252"/>
                  </a:lnTo>
                  <a:cubicBezTo>
                    <a:pt x="9" y="261"/>
                    <a:pt x="0" y="278"/>
                    <a:pt x="9" y="295"/>
                  </a:cubicBezTo>
                  <a:cubicBezTo>
                    <a:pt x="18" y="308"/>
                    <a:pt x="26" y="317"/>
                    <a:pt x="39" y="317"/>
                  </a:cubicBezTo>
                  <a:cubicBezTo>
                    <a:pt x="43" y="317"/>
                    <a:pt x="52" y="312"/>
                    <a:pt x="56" y="312"/>
                  </a:cubicBezTo>
                  <a:lnTo>
                    <a:pt x="557" y="64"/>
                  </a:lnTo>
                  <a:cubicBezTo>
                    <a:pt x="570" y="55"/>
                    <a:pt x="579" y="34"/>
                    <a:pt x="570" y="21"/>
                  </a:cubicBezTo>
                  <a:cubicBezTo>
                    <a:pt x="564" y="9"/>
                    <a:pt x="553" y="1"/>
                    <a:pt x="5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29"/>
            <p:cNvSpPr/>
            <p:nvPr/>
          </p:nvSpPr>
          <p:spPr>
            <a:xfrm>
              <a:off x="7156456" y="570730"/>
              <a:ext cx="51795" cy="27651"/>
            </a:xfrm>
            <a:custGeom>
              <a:avLst/>
              <a:gdLst/>
              <a:ahLst/>
              <a:cxnLst/>
              <a:rect l="l" t="t" r="r" b="b"/>
              <a:pathLst>
                <a:path w="635" h="339" extrusionOk="0">
                  <a:moveTo>
                    <a:pt x="601" y="0"/>
                  </a:moveTo>
                  <a:cubicBezTo>
                    <a:pt x="595" y="0"/>
                    <a:pt x="589" y="2"/>
                    <a:pt x="583" y="5"/>
                  </a:cubicBezTo>
                  <a:lnTo>
                    <a:pt x="26" y="274"/>
                  </a:lnTo>
                  <a:cubicBezTo>
                    <a:pt x="9" y="283"/>
                    <a:pt x="0" y="300"/>
                    <a:pt x="9" y="317"/>
                  </a:cubicBezTo>
                  <a:cubicBezTo>
                    <a:pt x="13" y="330"/>
                    <a:pt x="26" y="339"/>
                    <a:pt x="39" y="339"/>
                  </a:cubicBezTo>
                  <a:cubicBezTo>
                    <a:pt x="43" y="339"/>
                    <a:pt x="47" y="334"/>
                    <a:pt x="52" y="334"/>
                  </a:cubicBezTo>
                  <a:lnTo>
                    <a:pt x="613" y="65"/>
                  </a:lnTo>
                  <a:cubicBezTo>
                    <a:pt x="630" y="56"/>
                    <a:pt x="634" y="35"/>
                    <a:pt x="630" y="17"/>
                  </a:cubicBezTo>
                  <a:cubicBezTo>
                    <a:pt x="624" y="6"/>
                    <a:pt x="613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29"/>
            <p:cNvSpPr/>
            <p:nvPr/>
          </p:nvSpPr>
          <p:spPr>
            <a:xfrm>
              <a:off x="5586932" y="913885"/>
              <a:ext cx="47228" cy="25857"/>
            </a:xfrm>
            <a:custGeom>
              <a:avLst/>
              <a:gdLst/>
              <a:ahLst/>
              <a:cxnLst/>
              <a:rect l="l" t="t" r="r" b="b"/>
              <a:pathLst>
                <a:path w="579" h="317" extrusionOk="0">
                  <a:moveTo>
                    <a:pt x="538" y="1"/>
                  </a:moveTo>
                  <a:cubicBezTo>
                    <a:pt x="533" y="1"/>
                    <a:pt x="528" y="2"/>
                    <a:pt x="523" y="4"/>
                  </a:cubicBezTo>
                  <a:lnTo>
                    <a:pt x="26" y="252"/>
                  </a:lnTo>
                  <a:cubicBezTo>
                    <a:pt x="9" y="261"/>
                    <a:pt x="1" y="282"/>
                    <a:pt x="9" y="300"/>
                  </a:cubicBezTo>
                  <a:cubicBezTo>
                    <a:pt x="14" y="308"/>
                    <a:pt x="26" y="317"/>
                    <a:pt x="39" y="317"/>
                  </a:cubicBezTo>
                  <a:cubicBezTo>
                    <a:pt x="44" y="317"/>
                    <a:pt x="48" y="317"/>
                    <a:pt x="52" y="312"/>
                  </a:cubicBezTo>
                  <a:lnTo>
                    <a:pt x="553" y="64"/>
                  </a:lnTo>
                  <a:cubicBezTo>
                    <a:pt x="570" y="55"/>
                    <a:pt x="579" y="38"/>
                    <a:pt x="570" y="21"/>
                  </a:cubicBezTo>
                  <a:cubicBezTo>
                    <a:pt x="564" y="9"/>
                    <a:pt x="551" y="1"/>
                    <a:pt x="5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29"/>
            <p:cNvSpPr/>
            <p:nvPr/>
          </p:nvSpPr>
          <p:spPr>
            <a:xfrm>
              <a:off x="5580652" y="941863"/>
              <a:ext cx="51795" cy="27570"/>
            </a:xfrm>
            <a:custGeom>
              <a:avLst/>
              <a:gdLst/>
              <a:ahLst/>
              <a:cxnLst/>
              <a:rect l="l" t="t" r="r" b="b"/>
              <a:pathLst>
                <a:path w="635" h="338" extrusionOk="0">
                  <a:moveTo>
                    <a:pt x="597" y="0"/>
                  </a:moveTo>
                  <a:cubicBezTo>
                    <a:pt x="592" y="0"/>
                    <a:pt x="588" y="1"/>
                    <a:pt x="583" y="4"/>
                  </a:cubicBezTo>
                  <a:lnTo>
                    <a:pt x="22" y="274"/>
                  </a:lnTo>
                  <a:cubicBezTo>
                    <a:pt x="9" y="282"/>
                    <a:pt x="1" y="304"/>
                    <a:pt x="9" y="321"/>
                  </a:cubicBezTo>
                  <a:cubicBezTo>
                    <a:pt x="13" y="329"/>
                    <a:pt x="26" y="338"/>
                    <a:pt x="39" y="338"/>
                  </a:cubicBezTo>
                  <a:cubicBezTo>
                    <a:pt x="43" y="338"/>
                    <a:pt x="48" y="338"/>
                    <a:pt x="52" y="334"/>
                  </a:cubicBezTo>
                  <a:lnTo>
                    <a:pt x="613" y="64"/>
                  </a:lnTo>
                  <a:cubicBezTo>
                    <a:pt x="630" y="55"/>
                    <a:pt x="635" y="34"/>
                    <a:pt x="626" y="21"/>
                  </a:cubicBezTo>
                  <a:cubicBezTo>
                    <a:pt x="620" y="8"/>
                    <a:pt x="609" y="0"/>
                    <a:pt x="5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9"/>
            <p:cNvSpPr/>
            <p:nvPr/>
          </p:nvSpPr>
          <p:spPr>
            <a:xfrm>
              <a:off x="5465397" y="822285"/>
              <a:ext cx="2170185" cy="1044961"/>
            </a:xfrm>
            <a:custGeom>
              <a:avLst/>
              <a:gdLst/>
              <a:ahLst/>
              <a:cxnLst/>
              <a:rect l="l" t="t" r="r" b="b"/>
              <a:pathLst>
                <a:path w="26606" h="12811" extrusionOk="0">
                  <a:moveTo>
                    <a:pt x="681" y="0"/>
                  </a:moveTo>
                  <a:cubicBezTo>
                    <a:pt x="681" y="0"/>
                    <a:pt x="0" y="3029"/>
                    <a:pt x="3131" y="4181"/>
                  </a:cubicBezTo>
                  <a:cubicBezTo>
                    <a:pt x="6258" y="5333"/>
                    <a:pt x="8503" y="6644"/>
                    <a:pt x="8948" y="8790"/>
                  </a:cubicBezTo>
                  <a:cubicBezTo>
                    <a:pt x="9301" y="10474"/>
                    <a:pt x="12290" y="12810"/>
                    <a:pt x="16574" y="12810"/>
                  </a:cubicBezTo>
                  <a:cubicBezTo>
                    <a:pt x="17749" y="12810"/>
                    <a:pt x="19022" y="12634"/>
                    <a:pt x="20364" y="12221"/>
                  </a:cubicBezTo>
                  <a:cubicBezTo>
                    <a:pt x="26605" y="10302"/>
                    <a:pt x="25770" y="7677"/>
                    <a:pt x="23067" y="6404"/>
                  </a:cubicBezTo>
                  <a:cubicBezTo>
                    <a:pt x="20364" y="5136"/>
                    <a:pt x="21520" y="3457"/>
                    <a:pt x="21598" y="2686"/>
                  </a:cubicBezTo>
                  <a:cubicBezTo>
                    <a:pt x="21679" y="1915"/>
                    <a:pt x="21195" y="159"/>
                    <a:pt x="20480" y="0"/>
                  </a:cubicBezTo>
                  <a:close/>
                </a:path>
              </a:pathLst>
            </a:custGeom>
            <a:solidFill>
              <a:srgbClr val="FFFFFF">
                <a:alpha val="22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9"/>
            <p:cNvSpPr/>
            <p:nvPr/>
          </p:nvSpPr>
          <p:spPr>
            <a:xfrm>
              <a:off x="5421350" y="585413"/>
              <a:ext cx="58729" cy="23818"/>
            </a:xfrm>
            <a:custGeom>
              <a:avLst/>
              <a:gdLst/>
              <a:ahLst/>
              <a:cxnLst/>
              <a:rect l="l" t="t" r="r" b="b"/>
              <a:pathLst>
                <a:path w="720" h="292" extrusionOk="0">
                  <a:moveTo>
                    <a:pt x="0" y="0"/>
                  </a:moveTo>
                  <a:lnTo>
                    <a:pt x="0" y="292"/>
                  </a:lnTo>
                  <a:lnTo>
                    <a:pt x="720" y="292"/>
                  </a:lnTo>
                  <a:lnTo>
                    <a:pt x="720" y="0"/>
                  </a:lnTo>
                  <a:close/>
                </a:path>
              </a:pathLst>
            </a:custGeom>
            <a:solidFill>
              <a:srgbClr val="E2F2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9"/>
            <p:cNvSpPr/>
            <p:nvPr/>
          </p:nvSpPr>
          <p:spPr>
            <a:xfrm>
              <a:off x="5515642" y="585413"/>
              <a:ext cx="58484" cy="23818"/>
            </a:xfrm>
            <a:custGeom>
              <a:avLst/>
              <a:gdLst/>
              <a:ahLst/>
              <a:cxnLst/>
              <a:rect l="l" t="t" r="r" b="b"/>
              <a:pathLst>
                <a:path w="717" h="292" extrusionOk="0">
                  <a:moveTo>
                    <a:pt x="1" y="0"/>
                  </a:moveTo>
                  <a:lnTo>
                    <a:pt x="1" y="292"/>
                  </a:lnTo>
                  <a:lnTo>
                    <a:pt x="716" y="292"/>
                  </a:lnTo>
                  <a:lnTo>
                    <a:pt x="716" y="0"/>
                  </a:lnTo>
                  <a:close/>
                </a:path>
              </a:pathLst>
            </a:custGeom>
            <a:solidFill>
              <a:srgbClr val="E2F2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29"/>
            <p:cNvSpPr/>
            <p:nvPr/>
          </p:nvSpPr>
          <p:spPr>
            <a:xfrm>
              <a:off x="5716951" y="585413"/>
              <a:ext cx="58402" cy="23818"/>
            </a:xfrm>
            <a:custGeom>
              <a:avLst/>
              <a:gdLst/>
              <a:ahLst/>
              <a:cxnLst/>
              <a:rect l="l" t="t" r="r" b="b"/>
              <a:pathLst>
                <a:path w="716" h="292" extrusionOk="0">
                  <a:moveTo>
                    <a:pt x="0" y="0"/>
                  </a:moveTo>
                  <a:lnTo>
                    <a:pt x="0" y="292"/>
                  </a:lnTo>
                  <a:lnTo>
                    <a:pt x="716" y="292"/>
                  </a:lnTo>
                  <a:lnTo>
                    <a:pt x="7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29"/>
            <p:cNvSpPr/>
            <p:nvPr/>
          </p:nvSpPr>
          <p:spPr>
            <a:xfrm>
              <a:off x="5904557" y="816657"/>
              <a:ext cx="190134" cy="181488"/>
            </a:xfrm>
            <a:custGeom>
              <a:avLst/>
              <a:gdLst/>
              <a:ahLst/>
              <a:cxnLst/>
              <a:rect l="l" t="t" r="r" b="b"/>
              <a:pathLst>
                <a:path w="2331" h="2225" extrusionOk="0">
                  <a:moveTo>
                    <a:pt x="2031" y="0"/>
                  </a:moveTo>
                  <a:cubicBezTo>
                    <a:pt x="2028" y="0"/>
                    <a:pt x="2025" y="1"/>
                    <a:pt x="2022" y="1"/>
                  </a:cubicBezTo>
                  <a:cubicBezTo>
                    <a:pt x="1984" y="9"/>
                    <a:pt x="1962" y="44"/>
                    <a:pt x="1967" y="82"/>
                  </a:cubicBezTo>
                  <a:cubicBezTo>
                    <a:pt x="1971" y="91"/>
                    <a:pt x="2189" y="1205"/>
                    <a:pt x="1740" y="1770"/>
                  </a:cubicBezTo>
                  <a:cubicBezTo>
                    <a:pt x="1572" y="1976"/>
                    <a:pt x="1337" y="2083"/>
                    <a:pt x="1033" y="2087"/>
                  </a:cubicBezTo>
                  <a:cubicBezTo>
                    <a:pt x="998" y="2087"/>
                    <a:pt x="227" y="2070"/>
                    <a:pt x="150" y="1350"/>
                  </a:cubicBezTo>
                  <a:cubicBezTo>
                    <a:pt x="138" y="1222"/>
                    <a:pt x="185" y="1102"/>
                    <a:pt x="275" y="1025"/>
                  </a:cubicBezTo>
                  <a:cubicBezTo>
                    <a:pt x="338" y="970"/>
                    <a:pt x="413" y="943"/>
                    <a:pt x="500" y="943"/>
                  </a:cubicBezTo>
                  <a:cubicBezTo>
                    <a:pt x="591" y="943"/>
                    <a:pt x="694" y="972"/>
                    <a:pt x="810" y="1029"/>
                  </a:cubicBezTo>
                  <a:cubicBezTo>
                    <a:pt x="819" y="1034"/>
                    <a:pt x="829" y="1037"/>
                    <a:pt x="839" y="1037"/>
                  </a:cubicBezTo>
                  <a:cubicBezTo>
                    <a:pt x="863" y="1037"/>
                    <a:pt x="888" y="1023"/>
                    <a:pt x="900" y="999"/>
                  </a:cubicBezTo>
                  <a:cubicBezTo>
                    <a:pt x="917" y="969"/>
                    <a:pt x="900" y="926"/>
                    <a:pt x="870" y="909"/>
                  </a:cubicBezTo>
                  <a:cubicBezTo>
                    <a:pt x="724" y="837"/>
                    <a:pt x="602" y="810"/>
                    <a:pt x="501" y="810"/>
                  </a:cubicBezTo>
                  <a:cubicBezTo>
                    <a:pt x="360" y="810"/>
                    <a:pt x="259" y="862"/>
                    <a:pt x="189" y="922"/>
                  </a:cubicBezTo>
                  <a:cubicBezTo>
                    <a:pt x="65" y="1025"/>
                    <a:pt x="0" y="1192"/>
                    <a:pt x="18" y="1363"/>
                  </a:cubicBezTo>
                  <a:cubicBezTo>
                    <a:pt x="108" y="2203"/>
                    <a:pt x="1020" y="2224"/>
                    <a:pt x="1033" y="2224"/>
                  </a:cubicBezTo>
                  <a:cubicBezTo>
                    <a:pt x="1380" y="2215"/>
                    <a:pt x="1654" y="2091"/>
                    <a:pt x="1842" y="1851"/>
                  </a:cubicBezTo>
                  <a:cubicBezTo>
                    <a:pt x="2331" y="1243"/>
                    <a:pt x="2108" y="104"/>
                    <a:pt x="2099" y="57"/>
                  </a:cubicBezTo>
                  <a:cubicBezTo>
                    <a:pt x="2092" y="21"/>
                    <a:pt x="2062" y="0"/>
                    <a:pt x="20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29"/>
            <p:cNvSpPr/>
            <p:nvPr/>
          </p:nvSpPr>
          <p:spPr>
            <a:xfrm>
              <a:off x="6045342" y="820898"/>
              <a:ext cx="152450" cy="312811"/>
            </a:xfrm>
            <a:custGeom>
              <a:avLst/>
              <a:gdLst/>
              <a:ahLst/>
              <a:cxnLst/>
              <a:rect l="l" t="t" r="r" b="b"/>
              <a:pathLst>
                <a:path w="1869" h="3835" extrusionOk="0">
                  <a:moveTo>
                    <a:pt x="1615" y="1"/>
                  </a:moveTo>
                  <a:cubicBezTo>
                    <a:pt x="1608" y="1"/>
                    <a:pt x="1601" y="2"/>
                    <a:pt x="1594" y="5"/>
                  </a:cubicBezTo>
                  <a:cubicBezTo>
                    <a:pt x="1560" y="13"/>
                    <a:pt x="1538" y="52"/>
                    <a:pt x="1551" y="86"/>
                  </a:cubicBezTo>
                  <a:cubicBezTo>
                    <a:pt x="1551" y="95"/>
                    <a:pt x="1731" y="660"/>
                    <a:pt x="1633" y="1384"/>
                  </a:cubicBezTo>
                  <a:cubicBezTo>
                    <a:pt x="1500" y="2356"/>
                    <a:pt x="964" y="3136"/>
                    <a:pt x="39" y="3710"/>
                  </a:cubicBezTo>
                  <a:cubicBezTo>
                    <a:pt x="9" y="3727"/>
                    <a:pt x="1" y="3770"/>
                    <a:pt x="18" y="3800"/>
                  </a:cubicBezTo>
                  <a:cubicBezTo>
                    <a:pt x="31" y="3821"/>
                    <a:pt x="52" y="3834"/>
                    <a:pt x="74" y="3834"/>
                  </a:cubicBezTo>
                  <a:cubicBezTo>
                    <a:pt x="86" y="3834"/>
                    <a:pt x="99" y="3830"/>
                    <a:pt x="112" y="3821"/>
                  </a:cubicBezTo>
                  <a:cubicBezTo>
                    <a:pt x="1311" y="3080"/>
                    <a:pt x="1676" y="2095"/>
                    <a:pt x="1766" y="1397"/>
                  </a:cubicBezTo>
                  <a:cubicBezTo>
                    <a:pt x="1868" y="643"/>
                    <a:pt x="1688" y="69"/>
                    <a:pt x="1680" y="47"/>
                  </a:cubicBezTo>
                  <a:cubicBezTo>
                    <a:pt x="1670" y="20"/>
                    <a:pt x="1643" y="1"/>
                    <a:pt x="16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29"/>
            <p:cNvSpPr/>
            <p:nvPr/>
          </p:nvSpPr>
          <p:spPr>
            <a:xfrm>
              <a:off x="6188249" y="820816"/>
              <a:ext cx="116478" cy="377168"/>
            </a:xfrm>
            <a:custGeom>
              <a:avLst/>
              <a:gdLst/>
              <a:ahLst/>
              <a:cxnLst/>
              <a:rect l="l" t="t" r="r" b="b"/>
              <a:pathLst>
                <a:path w="1428" h="4624" extrusionOk="0">
                  <a:moveTo>
                    <a:pt x="1070" y="1"/>
                  </a:moveTo>
                  <a:cubicBezTo>
                    <a:pt x="1068" y="1"/>
                    <a:pt x="1065" y="1"/>
                    <a:pt x="1063" y="1"/>
                  </a:cubicBezTo>
                  <a:cubicBezTo>
                    <a:pt x="1024" y="6"/>
                    <a:pt x="999" y="36"/>
                    <a:pt x="1003" y="74"/>
                  </a:cubicBezTo>
                  <a:cubicBezTo>
                    <a:pt x="1007" y="104"/>
                    <a:pt x="1290" y="3133"/>
                    <a:pt x="26" y="4512"/>
                  </a:cubicBezTo>
                  <a:cubicBezTo>
                    <a:pt x="1" y="4538"/>
                    <a:pt x="5" y="4580"/>
                    <a:pt x="31" y="4606"/>
                  </a:cubicBezTo>
                  <a:cubicBezTo>
                    <a:pt x="43" y="4619"/>
                    <a:pt x="61" y="4623"/>
                    <a:pt x="78" y="4623"/>
                  </a:cubicBezTo>
                  <a:cubicBezTo>
                    <a:pt x="95" y="4623"/>
                    <a:pt x="112" y="4615"/>
                    <a:pt x="125" y="4602"/>
                  </a:cubicBezTo>
                  <a:cubicBezTo>
                    <a:pt x="1427" y="3180"/>
                    <a:pt x="1149" y="190"/>
                    <a:pt x="1136" y="61"/>
                  </a:cubicBezTo>
                  <a:cubicBezTo>
                    <a:pt x="1132" y="26"/>
                    <a:pt x="1102" y="1"/>
                    <a:pt x="107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29"/>
            <p:cNvSpPr/>
            <p:nvPr/>
          </p:nvSpPr>
          <p:spPr>
            <a:xfrm>
              <a:off x="6553753" y="816657"/>
              <a:ext cx="190460" cy="181488"/>
            </a:xfrm>
            <a:custGeom>
              <a:avLst/>
              <a:gdLst/>
              <a:ahLst/>
              <a:cxnLst/>
              <a:rect l="l" t="t" r="r" b="b"/>
              <a:pathLst>
                <a:path w="2335" h="2225" extrusionOk="0">
                  <a:moveTo>
                    <a:pt x="303" y="0"/>
                  </a:moveTo>
                  <a:cubicBezTo>
                    <a:pt x="269" y="0"/>
                    <a:pt x="239" y="21"/>
                    <a:pt x="232" y="57"/>
                  </a:cubicBezTo>
                  <a:cubicBezTo>
                    <a:pt x="223" y="104"/>
                    <a:pt x="0" y="1243"/>
                    <a:pt x="489" y="1851"/>
                  </a:cubicBezTo>
                  <a:cubicBezTo>
                    <a:pt x="681" y="2091"/>
                    <a:pt x="951" y="2215"/>
                    <a:pt x="1302" y="2224"/>
                  </a:cubicBezTo>
                  <a:cubicBezTo>
                    <a:pt x="1311" y="2224"/>
                    <a:pt x="2228" y="2203"/>
                    <a:pt x="2313" y="1363"/>
                  </a:cubicBezTo>
                  <a:cubicBezTo>
                    <a:pt x="2335" y="1192"/>
                    <a:pt x="2270" y="1025"/>
                    <a:pt x="2146" y="922"/>
                  </a:cubicBezTo>
                  <a:cubicBezTo>
                    <a:pt x="2077" y="862"/>
                    <a:pt x="1975" y="810"/>
                    <a:pt x="1835" y="810"/>
                  </a:cubicBezTo>
                  <a:cubicBezTo>
                    <a:pt x="1733" y="810"/>
                    <a:pt x="1611" y="837"/>
                    <a:pt x="1465" y="909"/>
                  </a:cubicBezTo>
                  <a:cubicBezTo>
                    <a:pt x="1431" y="926"/>
                    <a:pt x="1418" y="969"/>
                    <a:pt x="1435" y="999"/>
                  </a:cubicBezTo>
                  <a:cubicBezTo>
                    <a:pt x="1447" y="1023"/>
                    <a:pt x="1470" y="1037"/>
                    <a:pt x="1494" y="1037"/>
                  </a:cubicBezTo>
                  <a:cubicBezTo>
                    <a:pt x="1504" y="1037"/>
                    <a:pt x="1515" y="1034"/>
                    <a:pt x="1525" y="1029"/>
                  </a:cubicBezTo>
                  <a:cubicBezTo>
                    <a:pt x="1641" y="972"/>
                    <a:pt x="1744" y="943"/>
                    <a:pt x="1835" y="943"/>
                  </a:cubicBezTo>
                  <a:cubicBezTo>
                    <a:pt x="1922" y="943"/>
                    <a:pt x="1998" y="970"/>
                    <a:pt x="2061" y="1025"/>
                  </a:cubicBezTo>
                  <a:cubicBezTo>
                    <a:pt x="2151" y="1102"/>
                    <a:pt x="2193" y="1222"/>
                    <a:pt x="2181" y="1350"/>
                  </a:cubicBezTo>
                  <a:cubicBezTo>
                    <a:pt x="2108" y="2070"/>
                    <a:pt x="1332" y="2087"/>
                    <a:pt x="1302" y="2087"/>
                  </a:cubicBezTo>
                  <a:cubicBezTo>
                    <a:pt x="998" y="2083"/>
                    <a:pt x="758" y="1976"/>
                    <a:pt x="596" y="1770"/>
                  </a:cubicBezTo>
                  <a:cubicBezTo>
                    <a:pt x="146" y="1209"/>
                    <a:pt x="364" y="91"/>
                    <a:pt x="364" y="82"/>
                  </a:cubicBezTo>
                  <a:cubicBezTo>
                    <a:pt x="373" y="44"/>
                    <a:pt x="347" y="9"/>
                    <a:pt x="313" y="1"/>
                  </a:cubicBezTo>
                  <a:cubicBezTo>
                    <a:pt x="310" y="1"/>
                    <a:pt x="306" y="0"/>
                    <a:pt x="30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29"/>
            <p:cNvSpPr/>
            <p:nvPr/>
          </p:nvSpPr>
          <p:spPr>
            <a:xfrm>
              <a:off x="6450978" y="820898"/>
              <a:ext cx="152450" cy="312811"/>
            </a:xfrm>
            <a:custGeom>
              <a:avLst/>
              <a:gdLst/>
              <a:ahLst/>
              <a:cxnLst/>
              <a:rect l="l" t="t" r="r" b="b"/>
              <a:pathLst>
                <a:path w="1869" h="3835" extrusionOk="0">
                  <a:moveTo>
                    <a:pt x="250" y="1"/>
                  </a:moveTo>
                  <a:cubicBezTo>
                    <a:pt x="222" y="1"/>
                    <a:pt x="196" y="20"/>
                    <a:pt x="189" y="47"/>
                  </a:cubicBezTo>
                  <a:cubicBezTo>
                    <a:pt x="181" y="69"/>
                    <a:pt x="1" y="643"/>
                    <a:pt x="99" y="1397"/>
                  </a:cubicBezTo>
                  <a:cubicBezTo>
                    <a:pt x="194" y="2095"/>
                    <a:pt x="558" y="3080"/>
                    <a:pt x="1757" y="3821"/>
                  </a:cubicBezTo>
                  <a:cubicBezTo>
                    <a:pt x="1766" y="3830"/>
                    <a:pt x="1779" y="3834"/>
                    <a:pt x="1791" y="3834"/>
                  </a:cubicBezTo>
                  <a:cubicBezTo>
                    <a:pt x="1813" y="3834"/>
                    <a:pt x="1834" y="3821"/>
                    <a:pt x="1847" y="3800"/>
                  </a:cubicBezTo>
                  <a:cubicBezTo>
                    <a:pt x="1868" y="3770"/>
                    <a:pt x="1860" y="3727"/>
                    <a:pt x="1826" y="3710"/>
                  </a:cubicBezTo>
                  <a:cubicBezTo>
                    <a:pt x="900" y="3136"/>
                    <a:pt x="365" y="2356"/>
                    <a:pt x="232" y="1384"/>
                  </a:cubicBezTo>
                  <a:cubicBezTo>
                    <a:pt x="134" y="660"/>
                    <a:pt x="314" y="95"/>
                    <a:pt x="314" y="86"/>
                  </a:cubicBezTo>
                  <a:cubicBezTo>
                    <a:pt x="326" y="52"/>
                    <a:pt x="309" y="13"/>
                    <a:pt x="271" y="5"/>
                  </a:cubicBezTo>
                  <a:cubicBezTo>
                    <a:pt x="264" y="2"/>
                    <a:pt x="257" y="1"/>
                    <a:pt x="25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29"/>
            <p:cNvSpPr/>
            <p:nvPr/>
          </p:nvSpPr>
          <p:spPr>
            <a:xfrm>
              <a:off x="6343717" y="820816"/>
              <a:ext cx="116478" cy="377168"/>
            </a:xfrm>
            <a:custGeom>
              <a:avLst/>
              <a:gdLst/>
              <a:ahLst/>
              <a:cxnLst/>
              <a:rect l="l" t="t" r="r" b="b"/>
              <a:pathLst>
                <a:path w="1428" h="4624" extrusionOk="0">
                  <a:moveTo>
                    <a:pt x="361" y="1"/>
                  </a:moveTo>
                  <a:cubicBezTo>
                    <a:pt x="326" y="1"/>
                    <a:pt x="296" y="26"/>
                    <a:pt x="292" y="61"/>
                  </a:cubicBezTo>
                  <a:cubicBezTo>
                    <a:pt x="284" y="190"/>
                    <a:pt x="1" y="3180"/>
                    <a:pt x="1303" y="4602"/>
                  </a:cubicBezTo>
                  <a:cubicBezTo>
                    <a:pt x="1316" y="4615"/>
                    <a:pt x="1337" y="4623"/>
                    <a:pt x="1354" y="4623"/>
                  </a:cubicBezTo>
                  <a:cubicBezTo>
                    <a:pt x="1372" y="4623"/>
                    <a:pt x="1384" y="4619"/>
                    <a:pt x="1397" y="4606"/>
                  </a:cubicBezTo>
                  <a:cubicBezTo>
                    <a:pt x="1427" y="4580"/>
                    <a:pt x="1427" y="4538"/>
                    <a:pt x="1402" y="4512"/>
                  </a:cubicBezTo>
                  <a:cubicBezTo>
                    <a:pt x="142" y="3133"/>
                    <a:pt x="425" y="104"/>
                    <a:pt x="429" y="74"/>
                  </a:cubicBezTo>
                  <a:cubicBezTo>
                    <a:pt x="429" y="36"/>
                    <a:pt x="403" y="6"/>
                    <a:pt x="369" y="1"/>
                  </a:cubicBezTo>
                  <a:cubicBezTo>
                    <a:pt x="366" y="1"/>
                    <a:pt x="364" y="1"/>
                    <a:pt x="36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569037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Google Shape;1564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4ECC61-4076-4484-AD03-7C6CD872BA23}"/>
              </a:ext>
            </a:extLst>
          </p:cNvPr>
          <p:cNvSpPr txBox="1"/>
          <p:nvPr/>
        </p:nvSpPr>
        <p:spPr>
          <a:xfrm>
            <a:off x="1419578" y="1295302"/>
            <a:ext cx="6304844" cy="2806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simplifies service from request to completion.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can request services easily and track progress.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Technicians and admins can manage work efficiently.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user-friendly and fast for everyone.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Google Shape;1570;p37"/>
          <p:cNvSpPr txBox="1">
            <a:spLocks noGrp="1"/>
          </p:cNvSpPr>
          <p:nvPr>
            <p:ph type="title"/>
          </p:nvPr>
        </p:nvSpPr>
        <p:spPr>
          <a:xfrm>
            <a:off x="4569612" y="1753175"/>
            <a:ext cx="3919631" cy="6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  <a:endParaRPr sz="5400" dirty="0"/>
          </a:p>
        </p:txBody>
      </p:sp>
      <p:sp>
        <p:nvSpPr>
          <p:cNvPr id="1571" name="Google Shape;1571;p37"/>
          <p:cNvSpPr txBox="1">
            <a:spLocks noGrp="1"/>
          </p:cNvSpPr>
          <p:nvPr>
            <p:ph type="subTitle" idx="1"/>
          </p:nvPr>
        </p:nvSpPr>
        <p:spPr>
          <a:xfrm>
            <a:off x="4222044" y="3041233"/>
            <a:ext cx="3375378" cy="102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latin typeface="Times New Roman" panose="02020603050405020304" pitchFamily="18" charset="0"/>
                <a:ea typeface="Raleway"/>
                <a:cs typeface="Times New Roman" panose="02020603050405020304" pitchFamily="18" charset="0"/>
                <a:sym typeface="Raleway"/>
              </a:rPr>
              <a:t>Do you have any questions?</a:t>
            </a:r>
            <a:r>
              <a:rPr lang="en-US" sz="1600" b="1" dirty="0">
                <a:latin typeface="Times New Roman" panose="02020603050405020304" pitchFamily="18" charset="0"/>
                <a:ea typeface="Raleway"/>
                <a:cs typeface="Times New Roman" panose="02020603050405020304" pitchFamily="18" charset="0"/>
                <a:sym typeface="Raleway"/>
              </a:rPr>
              <a:t>😊</a:t>
            </a:r>
          </a:p>
        </p:txBody>
      </p:sp>
      <p:sp>
        <p:nvSpPr>
          <p:cNvPr id="1572" name="Google Shape;1572;p37"/>
          <p:cNvSpPr/>
          <p:nvPr/>
        </p:nvSpPr>
        <p:spPr>
          <a:xfrm>
            <a:off x="1877367" y="891931"/>
            <a:ext cx="1664618" cy="3176204"/>
          </a:xfrm>
          <a:custGeom>
            <a:avLst/>
            <a:gdLst/>
            <a:ahLst/>
            <a:cxnLst/>
            <a:rect l="l" t="t" r="r" b="b"/>
            <a:pathLst>
              <a:path w="84552" h="161331" extrusionOk="0">
                <a:moveTo>
                  <a:pt x="1" y="1"/>
                </a:moveTo>
                <a:lnTo>
                  <a:pt x="1" y="161331"/>
                </a:lnTo>
                <a:lnTo>
                  <a:pt x="84551" y="161331"/>
                </a:lnTo>
                <a:lnTo>
                  <a:pt x="84551" y="1"/>
                </a:lnTo>
                <a:close/>
              </a:path>
            </a:pathLst>
          </a:custGeom>
          <a:solidFill>
            <a:srgbClr val="9090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73" name="Google Shape;1573;p37"/>
          <p:cNvGrpSpPr/>
          <p:nvPr/>
        </p:nvGrpSpPr>
        <p:grpSpPr>
          <a:xfrm>
            <a:off x="1792189" y="709411"/>
            <a:ext cx="1834973" cy="3724678"/>
            <a:chOff x="5186401" y="494525"/>
            <a:chExt cx="1834973" cy="3724678"/>
          </a:xfrm>
        </p:grpSpPr>
        <p:sp>
          <p:nvSpPr>
            <p:cNvPr id="1574" name="Google Shape;1574;p37"/>
            <p:cNvSpPr/>
            <p:nvPr/>
          </p:nvSpPr>
          <p:spPr>
            <a:xfrm>
              <a:off x="5186401" y="494525"/>
              <a:ext cx="1834973" cy="3724678"/>
            </a:xfrm>
            <a:custGeom>
              <a:avLst/>
              <a:gdLst/>
              <a:ahLst/>
              <a:cxnLst/>
              <a:rect l="l" t="t" r="r" b="b"/>
              <a:pathLst>
                <a:path w="93205" h="189190" extrusionOk="0">
                  <a:moveTo>
                    <a:pt x="2870" y="0"/>
                  </a:moveTo>
                  <a:cubicBezTo>
                    <a:pt x="1280" y="0"/>
                    <a:pt x="0" y="1280"/>
                    <a:pt x="0" y="2914"/>
                  </a:cubicBezTo>
                  <a:lnTo>
                    <a:pt x="0" y="186320"/>
                  </a:lnTo>
                  <a:cubicBezTo>
                    <a:pt x="0" y="187909"/>
                    <a:pt x="1280" y="189190"/>
                    <a:pt x="2870" y="189190"/>
                  </a:cubicBezTo>
                  <a:lnTo>
                    <a:pt x="90334" y="189190"/>
                  </a:lnTo>
                  <a:cubicBezTo>
                    <a:pt x="91924" y="189190"/>
                    <a:pt x="93204" y="187909"/>
                    <a:pt x="93204" y="186320"/>
                  </a:cubicBezTo>
                  <a:lnTo>
                    <a:pt x="93204" y="2914"/>
                  </a:lnTo>
                  <a:cubicBezTo>
                    <a:pt x="93204" y="1280"/>
                    <a:pt x="91924" y="0"/>
                    <a:pt x="903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37"/>
            <p:cNvSpPr/>
            <p:nvPr/>
          </p:nvSpPr>
          <p:spPr>
            <a:xfrm>
              <a:off x="5890455" y="3969678"/>
              <a:ext cx="458108" cy="154724"/>
            </a:xfrm>
            <a:custGeom>
              <a:avLst/>
              <a:gdLst/>
              <a:ahLst/>
              <a:cxnLst/>
              <a:rect l="l" t="t" r="r" b="b"/>
              <a:pathLst>
                <a:path w="23269" h="7859" extrusionOk="0">
                  <a:moveTo>
                    <a:pt x="796" y="0"/>
                  </a:moveTo>
                  <a:cubicBezTo>
                    <a:pt x="354" y="0"/>
                    <a:pt x="1" y="353"/>
                    <a:pt x="1" y="751"/>
                  </a:cubicBezTo>
                  <a:lnTo>
                    <a:pt x="1" y="7064"/>
                  </a:lnTo>
                  <a:cubicBezTo>
                    <a:pt x="1" y="7506"/>
                    <a:pt x="354" y="7859"/>
                    <a:pt x="796" y="7859"/>
                  </a:cubicBezTo>
                  <a:lnTo>
                    <a:pt x="22474" y="7859"/>
                  </a:lnTo>
                  <a:cubicBezTo>
                    <a:pt x="22916" y="7859"/>
                    <a:pt x="23269" y="7506"/>
                    <a:pt x="23269" y="7064"/>
                  </a:cubicBezTo>
                  <a:lnTo>
                    <a:pt x="23269" y="751"/>
                  </a:lnTo>
                  <a:cubicBezTo>
                    <a:pt x="23269" y="353"/>
                    <a:pt x="22916" y="0"/>
                    <a:pt x="224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576" name="Google Shape;1576;p37"/>
          <p:cNvPicPr preferRelativeResize="0"/>
          <p:nvPr/>
        </p:nvPicPr>
        <p:blipFill rotWithShape="1">
          <a:blip r:embed="rId3">
            <a:alphaModFix/>
          </a:blip>
          <a:srcRect l="61390" r="9129"/>
          <a:stretch/>
        </p:blipFill>
        <p:spPr>
          <a:xfrm>
            <a:off x="1877375" y="891935"/>
            <a:ext cx="1664599" cy="31761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ir-conditioning Business Plan by Slidesgo">
  <a:themeElements>
    <a:clrScheme name="Simple Light">
      <a:dk1>
        <a:srgbClr val="191919"/>
      </a:dk1>
      <a:lt1>
        <a:srgbClr val="A2E4FD"/>
      </a:lt1>
      <a:dk2>
        <a:srgbClr val="D0F3FF"/>
      </a:dk2>
      <a:lt2>
        <a:srgbClr val="FFD334"/>
      </a:lt2>
      <a:accent1>
        <a:srgbClr val="EFAF0F"/>
      </a:accent1>
      <a:accent2>
        <a:srgbClr val="FF5100"/>
      </a:accent2>
      <a:accent3>
        <a:srgbClr val="D87830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284</Words>
  <Application>Microsoft Office PowerPoint</Application>
  <PresentationFormat>On-screen Show (16:9)</PresentationFormat>
  <Paragraphs>70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Bebas Neue</vt:lpstr>
      <vt:lpstr>Raleway</vt:lpstr>
      <vt:lpstr>Catamaran Black</vt:lpstr>
      <vt:lpstr>Cambay</vt:lpstr>
      <vt:lpstr>Arial</vt:lpstr>
      <vt:lpstr>Catamaran</vt:lpstr>
      <vt:lpstr>Times New Roman</vt:lpstr>
      <vt:lpstr>Anaheim</vt:lpstr>
      <vt:lpstr>Air-conditioning Business Plan by Slidesgo</vt:lpstr>
      <vt:lpstr>Air-Conditioning  Mannagement System</vt:lpstr>
      <vt:lpstr>Table of contents</vt:lpstr>
      <vt:lpstr>Objectives</vt:lpstr>
      <vt:lpstr>Objectives</vt:lpstr>
      <vt:lpstr>Project Scope</vt:lpstr>
      <vt:lpstr>Project Scope</vt:lpstr>
      <vt:lpstr>Customer Flow</vt:lpstr>
      <vt:lpstr>Customer Flow</vt:lpstr>
      <vt:lpstr>Technician Flow</vt:lpstr>
      <vt:lpstr>Technician Flow</vt:lpstr>
      <vt:lpstr>Admin Flow</vt:lpstr>
      <vt:lpstr>Admin Flow</vt:lpstr>
      <vt:lpstr>Conclusion</vt:lpstr>
      <vt:lpstr>Conclusion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Air-Conditioning  Mannagement System</dc:title>
  <cp:lastModifiedBy>Cho Yee Mon Hlwar</cp:lastModifiedBy>
  <cp:revision>17</cp:revision>
  <dcterms:modified xsi:type="dcterms:W3CDTF">2026-01-26T05:21:33Z</dcterms:modified>
</cp:coreProperties>
</file>