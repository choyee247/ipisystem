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 Yee Mon Hlwar" userId="af02a6871528e934" providerId="LiveId" clId="{E8F6F93A-B73F-4989-AD7B-40EB0CE56ACD}"/>
    <pc:docChg chg="undo redo custSel addSld delSld modSld">
      <pc:chgData name="Cho Yee Mon Hlwar" userId="af02a6871528e934" providerId="LiveId" clId="{E8F6F93A-B73F-4989-AD7B-40EB0CE56ACD}" dt="2026-01-26T03:38:44.364" v="761" actId="21"/>
      <pc:docMkLst>
        <pc:docMk/>
      </pc:docMkLst>
      <pc:sldChg chg="addSp delSp modSp mod setBg modClrScheme chgLayout">
        <pc:chgData name="Cho Yee Mon Hlwar" userId="af02a6871528e934" providerId="LiveId" clId="{E8F6F93A-B73F-4989-AD7B-40EB0CE56ACD}" dt="2026-01-26T03:38:44.364" v="761" actId="21"/>
        <pc:sldMkLst>
          <pc:docMk/>
          <pc:sldMk cId="0" sldId="256"/>
        </pc:sldMkLst>
        <pc:spChg chg="mod ord">
          <ac:chgData name="Cho Yee Mon Hlwar" userId="af02a6871528e934" providerId="LiveId" clId="{E8F6F93A-B73F-4989-AD7B-40EB0CE56ACD}" dt="2026-01-23T10:04:29.158" v="632" actId="20577"/>
          <ac:spMkLst>
            <pc:docMk/>
            <pc:sldMk cId="0" sldId="256"/>
            <ac:spMk id="2" creationId="{00000000-0000-0000-0000-000000000000}"/>
          </ac:spMkLst>
        </pc:spChg>
        <pc:spChg chg="del mod ord">
          <ac:chgData name="Cho Yee Mon Hlwar" userId="af02a6871528e934" providerId="LiveId" clId="{E8F6F93A-B73F-4989-AD7B-40EB0CE56ACD}" dt="2026-01-23T08:27:34.041" v="22" actId="700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Cho Yee Mon Hlwar" userId="af02a6871528e934" providerId="LiveId" clId="{E8F6F93A-B73F-4989-AD7B-40EB0CE56ACD}" dt="2026-01-26T03:38:44.364" v="761" actId="21"/>
          <ac:spMkLst>
            <pc:docMk/>
            <pc:sldMk cId="0" sldId="256"/>
            <ac:spMk id="3" creationId="{15E85AFE-6B20-4FB5-AB16-E35BABCD532D}"/>
          </ac:spMkLst>
        </pc:spChg>
        <pc:spChg chg="add mod ord">
          <ac:chgData name="Cho Yee Mon Hlwar" userId="af02a6871528e934" providerId="LiveId" clId="{E8F6F93A-B73F-4989-AD7B-40EB0CE56ACD}" dt="2026-01-23T09:16:26.224" v="176" actId="113"/>
          <ac:spMkLst>
            <pc:docMk/>
            <pc:sldMk cId="0" sldId="256"/>
            <ac:spMk id="4" creationId="{A897131C-679B-4253-9B0D-9B1CC10BC6A8}"/>
          </ac:spMkLst>
        </pc:spChg>
        <pc:spChg chg="mod">
          <ac:chgData name="Cho Yee Mon Hlwar" userId="af02a6871528e934" providerId="LiveId" clId="{E8F6F93A-B73F-4989-AD7B-40EB0CE56ACD}" dt="2026-01-26T03:33:30.509" v="736" actId="1076"/>
          <ac:spMkLst>
            <pc:docMk/>
            <pc:sldMk cId="0" sldId="256"/>
            <ac:spMk id="5" creationId="{FFEED28F-38A4-4125-BE04-7717632B401E}"/>
          </ac:spMkLst>
        </pc:spChg>
      </pc:sldChg>
      <pc:sldChg chg="addSp delSp modSp mod">
        <pc:chgData name="Cho Yee Mon Hlwar" userId="af02a6871528e934" providerId="LiveId" clId="{E8F6F93A-B73F-4989-AD7B-40EB0CE56ACD}" dt="2026-01-26T03:36:05.482" v="743" actId="20577"/>
        <pc:sldMkLst>
          <pc:docMk/>
          <pc:sldMk cId="0" sldId="257"/>
        </pc:sldMkLst>
        <pc:spChg chg="mod">
          <ac:chgData name="Cho Yee Mon Hlwar" userId="af02a6871528e934" providerId="LiveId" clId="{E8F6F93A-B73F-4989-AD7B-40EB0CE56ACD}" dt="2026-01-23T10:11:18.782" v="675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Cho Yee Mon Hlwar" userId="af02a6871528e934" providerId="LiveId" clId="{E8F6F93A-B73F-4989-AD7B-40EB0CE56ACD}" dt="2026-01-23T10:11:18.782" v="675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Cho Yee Mon Hlwar" userId="af02a6871528e934" providerId="LiveId" clId="{E8F6F93A-B73F-4989-AD7B-40EB0CE56ACD}" dt="2026-01-23T09:26:48.114" v="203"/>
          <ac:spMkLst>
            <pc:docMk/>
            <pc:sldMk cId="0" sldId="257"/>
            <ac:spMk id="4" creationId="{C6E285A2-0BC9-4E91-8FB6-2305715E123B}"/>
          </ac:spMkLst>
        </pc:spChg>
        <pc:spChg chg="mod">
          <ac:chgData name="Cho Yee Mon Hlwar" userId="af02a6871528e934" providerId="LiveId" clId="{E8F6F93A-B73F-4989-AD7B-40EB0CE56ACD}" dt="2026-01-26T03:36:05.482" v="743" actId="20577"/>
          <ac:spMkLst>
            <pc:docMk/>
            <pc:sldMk cId="0" sldId="257"/>
            <ac:spMk id="4" creationId="{C94ED680-D2D9-436A-9C79-CB7D87F2FD18}"/>
          </ac:spMkLst>
        </pc:spChg>
        <pc:spChg chg="add del mod">
          <ac:chgData name="Cho Yee Mon Hlwar" userId="af02a6871528e934" providerId="LiveId" clId="{E8F6F93A-B73F-4989-AD7B-40EB0CE56ACD}" dt="2026-01-23T09:27:31.641" v="213"/>
          <ac:spMkLst>
            <pc:docMk/>
            <pc:sldMk cId="0" sldId="257"/>
            <ac:spMk id="5" creationId="{9D268169-53A0-4D11-BF97-D27742AFCD62}"/>
          </ac:spMkLst>
        </pc:spChg>
        <pc:spChg chg="add del">
          <ac:chgData name="Cho Yee Mon Hlwar" userId="af02a6871528e934" providerId="LiveId" clId="{E8F6F93A-B73F-4989-AD7B-40EB0CE56ACD}" dt="2026-01-23T09:27:45.888" v="217"/>
          <ac:spMkLst>
            <pc:docMk/>
            <pc:sldMk cId="0" sldId="257"/>
            <ac:spMk id="6" creationId="{16F7FC8C-B8FB-4A28-A2F5-E3C9D97A6A71}"/>
          </ac:spMkLst>
        </pc:spChg>
        <pc:spChg chg="add del">
          <ac:chgData name="Cho Yee Mon Hlwar" userId="af02a6871528e934" providerId="LiveId" clId="{E8F6F93A-B73F-4989-AD7B-40EB0CE56ACD}" dt="2026-01-23T09:28:01.084" v="219"/>
          <ac:spMkLst>
            <pc:docMk/>
            <pc:sldMk cId="0" sldId="257"/>
            <ac:spMk id="7" creationId="{1BF6D62E-2092-4A90-BB57-78DBFB4F6064}"/>
          </ac:spMkLst>
        </pc:spChg>
        <pc:spChg chg="add del">
          <ac:chgData name="Cho Yee Mon Hlwar" userId="af02a6871528e934" providerId="LiveId" clId="{E8F6F93A-B73F-4989-AD7B-40EB0CE56ACD}" dt="2026-01-23T09:28:05.476" v="221"/>
          <ac:spMkLst>
            <pc:docMk/>
            <pc:sldMk cId="0" sldId="257"/>
            <ac:spMk id="8" creationId="{A85BF873-B524-48C6-B788-3A8CD3050B66}"/>
          </ac:spMkLst>
        </pc:spChg>
        <pc:spChg chg="add del">
          <ac:chgData name="Cho Yee Mon Hlwar" userId="af02a6871528e934" providerId="LiveId" clId="{E8F6F93A-B73F-4989-AD7B-40EB0CE56ACD}" dt="2026-01-23T09:28:09.400" v="224"/>
          <ac:spMkLst>
            <pc:docMk/>
            <pc:sldMk cId="0" sldId="257"/>
            <ac:spMk id="9" creationId="{CD2C7DFC-BDC6-4C34-A79D-A12886D72115}"/>
          </ac:spMkLst>
        </pc:spChg>
        <pc:spChg chg="add del">
          <ac:chgData name="Cho Yee Mon Hlwar" userId="af02a6871528e934" providerId="LiveId" clId="{E8F6F93A-B73F-4989-AD7B-40EB0CE56ACD}" dt="2026-01-23T09:28:25.834" v="226"/>
          <ac:spMkLst>
            <pc:docMk/>
            <pc:sldMk cId="0" sldId="257"/>
            <ac:spMk id="10" creationId="{0A7AF2C6-ACA4-49F8-8A12-4E401D9B7E2E}"/>
          </ac:spMkLst>
        </pc:spChg>
        <pc:spChg chg="add del">
          <ac:chgData name="Cho Yee Mon Hlwar" userId="af02a6871528e934" providerId="LiveId" clId="{E8F6F93A-B73F-4989-AD7B-40EB0CE56ACD}" dt="2026-01-23T09:28:45.377" v="228"/>
          <ac:spMkLst>
            <pc:docMk/>
            <pc:sldMk cId="0" sldId="257"/>
            <ac:spMk id="11" creationId="{459E0F89-0851-4575-8FC0-725BCA4B562B}"/>
          </ac:spMkLst>
        </pc:spChg>
        <pc:spChg chg="add del">
          <ac:chgData name="Cho Yee Mon Hlwar" userId="af02a6871528e934" providerId="LiveId" clId="{E8F6F93A-B73F-4989-AD7B-40EB0CE56ACD}" dt="2026-01-23T09:29:45.688" v="241"/>
          <ac:spMkLst>
            <pc:docMk/>
            <pc:sldMk cId="0" sldId="257"/>
            <ac:spMk id="12" creationId="{BCCA3A25-9467-435B-8CD7-5AF62DC7CEF4}"/>
          </ac:spMkLst>
        </pc:spChg>
      </pc:sldChg>
      <pc:sldChg chg="addSp delSp modSp add mod">
        <pc:chgData name="Cho Yee Mon Hlwar" userId="af02a6871528e934" providerId="LiveId" clId="{E8F6F93A-B73F-4989-AD7B-40EB0CE56ACD}" dt="2026-01-23T10:11:18.782" v="675"/>
        <pc:sldMkLst>
          <pc:docMk/>
          <pc:sldMk cId="3301375612" sldId="258"/>
        </pc:sldMkLst>
        <pc:spChg chg="mod">
          <ac:chgData name="Cho Yee Mon Hlwar" userId="af02a6871528e934" providerId="LiveId" clId="{E8F6F93A-B73F-4989-AD7B-40EB0CE56ACD}" dt="2026-01-23T10:11:18.782" v="675"/>
          <ac:spMkLst>
            <pc:docMk/>
            <pc:sldMk cId="3301375612" sldId="258"/>
            <ac:spMk id="2" creationId="{00000000-0000-0000-0000-000000000000}"/>
          </ac:spMkLst>
        </pc:spChg>
        <pc:spChg chg="add del mod">
          <ac:chgData name="Cho Yee Mon Hlwar" userId="af02a6871528e934" providerId="LiveId" clId="{E8F6F93A-B73F-4989-AD7B-40EB0CE56ACD}" dt="2026-01-23T10:04:16.006" v="631" actId="14100"/>
          <ac:spMkLst>
            <pc:docMk/>
            <pc:sldMk cId="3301375612" sldId="258"/>
            <ac:spMk id="3" creationId="{00000000-0000-0000-0000-000000000000}"/>
          </ac:spMkLst>
        </pc:spChg>
        <pc:spChg chg="add del">
          <ac:chgData name="Cho Yee Mon Hlwar" userId="af02a6871528e934" providerId="LiveId" clId="{E8F6F93A-B73F-4989-AD7B-40EB0CE56ACD}" dt="2026-01-23T09:35:46.358" v="293"/>
          <ac:spMkLst>
            <pc:docMk/>
            <pc:sldMk cId="3301375612" sldId="258"/>
            <ac:spMk id="4" creationId="{51F245D3-592B-48B5-9D87-16F34CFEA37B}"/>
          </ac:spMkLst>
        </pc:spChg>
        <pc:spChg chg="add del mod">
          <ac:chgData name="Cho Yee Mon Hlwar" userId="af02a6871528e934" providerId="LiveId" clId="{E8F6F93A-B73F-4989-AD7B-40EB0CE56ACD}" dt="2026-01-23T09:36:05.170" v="298"/>
          <ac:spMkLst>
            <pc:docMk/>
            <pc:sldMk cId="3301375612" sldId="258"/>
            <ac:spMk id="5" creationId="{73068D0D-E8EF-4673-B153-73E79A03F01E}"/>
          </ac:spMkLst>
        </pc:spChg>
        <pc:spChg chg="add del">
          <ac:chgData name="Cho Yee Mon Hlwar" userId="af02a6871528e934" providerId="LiveId" clId="{E8F6F93A-B73F-4989-AD7B-40EB0CE56ACD}" dt="2026-01-23T09:36:11.348" v="301"/>
          <ac:spMkLst>
            <pc:docMk/>
            <pc:sldMk cId="3301375612" sldId="258"/>
            <ac:spMk id="6" creationId="{B24DA6CE-3A10-45A8-B49C-8B7ADFC5D88B}"/>
          </ac:spMkLst>
        </pc:spChg>
        <pc:spChg chg="add del">
          <ac:chgData name="Cho Yee Mon Hlwar" userId="af02a6871528e934" providerId="LiveId" clId="{E8F6F93A-B73F-4989-AD7B-40EB0CE56ACD}" dt="2026-01-23T09:36:14.657" v="304"/>
          <ac:spMkLst>
            <pc:docMk/>
            <pc:sldMk cId="3301375612" sldId="258"/>
            <ac:spMk id="7" creationId="{A462C1F7-4007-4B54-9F64-9A9DA1F96CC9}"/>
          </ac:spMkLst>
        </pc:spChg>
        <pc:spChg chg="add del">
          <ac:chgData name="Cho Yee Mon Hlwar" userId="af02a6871528e934" providerId="LiveId" clId="{E8F6F93A-B73F-4989-AD7B-40EB0CE56ACD}" dt="2026-01-23T09:36:26.226" v="365"/>
          <ac:spMkLst>
            <pc:docMk/>
            <pc:sldMk cId="3301375612" sldId="258"/>
            <ac:spMk id="8" creationId="{F112E969-88F1-4364-BC97-C92DF94AA429}"/>
          </ac:spMkLst>
        </pc:spChg>
        <pc:spChg chg="add del mod">
          <ac:chgData name="Cho Yee Mon Hlwar" userId="af02a6871528e934" providerId="LiveId" clId="{E8F6F93A-B73F-4989-AD7B-40EB0CE56ACD}" dt="2026-01-23T09:37:00.284" v="373"/>
          <ac:spMkLst>
            <pc:docMk/>
            <pc:sldMk cId="3301375612" sldId="258"/>
            <ac:spMk id="9" creationId="{F206DF47-73E8-4EC6-9CB3-3D359A18D82B}"/>
          </ac:spMkLst>
        </pc:spChg>
        <pc:spChg chg="add del">
          <ac:chgData name="Cho Yee Mon Hlwar" userId="af02a6871528e934" providerId="LiveId" clId="{E8F6F93A-B73F-4989-AD7B-40EB0CE56ACD}" dt="2026-01-23T09:37:27.046" v="383"/>
          <ac:spMkLst>
            <pc:docMk/>
            <pc:sldMk cId="3301375612" sldId="258"/>
            <ac:spMk id="10" creationId="{2E0EEE3E-997F-4019-A840-3AB5952ECAB8}"/>
          </ac:spMkLst>
        </pc:spChg>
        <pc:spChg chg="add del">
          <ac:chgData name="Cho Yee Mon Hlwar" userId="af02a6871528e934" providerId="LiveId" clId="{E8F6F93A-B73F-4989-AD7B-40EB0CE56ACD}" dt="2026-01-23T09:37:52.054" v="388"/>
          <ac:spMkLst>
            <pc:docMk/>
            <pc:sldMk cId="3301375612" sldId="258"/>
            <ac:spMk id="11" creationId="{8452D7FE-9814-4794-99F3-6F22CB5611AE}"/>
          </ac:spMkLst>
        </pc:spChg>
      </pc:sldChg>
      <pc:sldChg chg="modSp del mod">
        <pc:chgData name="Cho Yee Mon Hlwar" userId="af02a6871528e934" providerId="LiveId" clId="{E8F6F93A-B73F-4989-AD7B-40EB0CE56ACD}" dt="2026-01-26T03:36:16.714" v="745" actId="20577"/>
        <pc:sldMkLst>
          <pc:docMk/>
          <pc:sldMk cId="3301375612" sldId="258"/>
        </pc:sldMkLst>
        <pc:spChg chg="mod">
          <ac:chgData name="Cho Yee Mon Hlwar" userId="af02a6871528e934" providerId="LiveId" clId="{E8F6F93A-B73F-4989-AD7B-40EB0CE56ACD}" dt="2026-01-23T09:33:47.484" v="265" actId="113"/>
          <ac:spMkLst>
            <pc:docMk/>
            <pc:sldMk cId="3301375612" sldId="258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237" v="3" actId="27636"/>
          <ac:spMkLst>
            <pc:docMk/>
            <pc:sldMk cId="3301375612" sldId="258"/>
            <ac:spMk id="3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6T03:36:16.714" v="745" actId="20577"/>
          <ac:spMkLst>
            <pc:docMk/>
            <pc:sldMk cId="3301375612" sldId="258"/>
            <ac:spMk id="4" creationId="{3CA1F1DC-A9AB-4096-ACB0-E62FC8F743C9}"/>
          </ac:spMkLst>
        </pc:spChg>
      </pc:sldChg>
      <pc:sldChg chg="modSp del mod">
        <pc:chgData name="Cho Yee Mon Hlwar" userId="af02a6871528e934" providerId="LiveId" clId="{E8F6F93A-B73F-4989-AD7B-40EB0CE56ACD}" dt="2026-01-26T03:36:47.086" v="749" actId="20577"/>
        <pc:sldMkLst>
          <pc:docMk/>
          <pc:sldMk cId="2843965051" sldId="259"/>
        </pc:sldMkLst>
        <pc:spChg chg="mod">
          <ac:chgData name="Cho Yee Mon Hlwar" userId="af02a6871528e934" providerId="LiveId" clId="{E8F6F93A-B73F-4989-AD7B-40EB0CE56ACD}" dt="2026-01-23T08:26:16.248" v="4" actId="27636"/>
          <ac:spMkLst>
            <pc:docMk/>
            <pc:sldMk cId="2843965051" sldId="259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038" v="1"/>
          <ac:spMkLst>
            <pc:docMk/>
            <pc:sldMk cId="2843965051" sldId="259"/>
            <ac:spMk id="3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6T03:36:47.086" v="749" actId="20577"/>
          <ac:spMkLst>
            <pc:docMk/>
            <pc:sldMk cId="2843965051" sldId="259"/>
            <ac:spMk id="4" creationId="{8E5EC422-555D-409B-9CE3-1E31C3AF7533}"/>
          </ac:spMkLst>
        </pc:spChg>
      </pc:sldChg>
      <pc:sldChg chg="addSp delSp modSp add del mod">
        <pc:chgData name="Cho Yee Mon Hlwar" userId="af02a6871528e934" providerId="LiveId" clId="{E8F6F93A-B73F-4989-AD7B-40EB0CE56ACD}" dt="2026-01-23T10:11:18.782" v="675"/>
        <pc:sldMkLst>
          <pc:docMk/>
          <pc:sldMk cId="2843965051" sldId="259"/>
        </pc:sldMkLst>
        <pc:spChg chg="mod">
          <ac:chgData name="Cho Yee Mon Hlwar" userId="af02a6871528e934" providerId="LiveId" clId="{E8F6F93A-B73F-4989-AD7B-40EB0CE56ACD}" dt="2026-01-23T10:11:18.782" v="675"/>
          <ac:spMkLst>
            <pc:docMk/>
            <pc:sldMk cId="2843965051" sldId="259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9:55:05.702" v="540" actId="403"/>
          <ac:spMkLst>
            <pc:docMk/>
            <pc:sldMk cId="2843965051" sldId="259"/>
            <ac:spMk id="3" creationId="{00000000-0000-0000-0000-000000000000}"/>
          </ac:spMkLst>
        </pc:spChg>
        <pc:spChg chg="add del">
          <ac:chgData name="Cho Yee Mon Hlwar" userId="af02a6871528e934" providerId="LiveId" clId="{E8F6F93A-B73F-4989-AD7B-40EB0CE56ACD}" dt="2026-01-23T09:48:37.532" v="447"/>
          <ac:spMkLst>
            <pc:docMk/>
            <pc:sldMk cId="2843965051" sldId="259"/>
            <ac:spMk id="4" creationId="{4D583AAE-7B23-40DD-A2B9-BD73611F6945}"/>
          </ac:spMkLst>
        </pc:spChg>
        <pc:spChg chg="add del mod">
          <ac:chgData name="Cho Yee Mon Hlwar" userId="af02a6871528e934" providerId="LiveId" clId="{E8F6F93A-B73F-4989-AD7B-40EB0CE56ACD}" dt="2026-01-23T09:48:36.010" v="445"/>
          <ac:spMkLst>
            <pc:docMk/>
            <pc:sldMk cId="2843965051" sldId="259"/>
            <ac:spMk id="5" creationId="{17EE887F-B42E-40D2-9A83-083DB80406A5}"/>
          </ac:spMkLst>
        </pc:spChg>
        <pc:spChg chg="add del">
          <ac:chgData name="Cho Yee Mon Hlwar" userId="af02a6871528e934" providerId="LiveId" clId="{E8F6F93A-B73F-4989-AD7B-40EB0CE56ACD}" dt="2026-01-23T09:51:36.433" v="501"/>
          <ac:spMkLst>
            <pc:docMk/>
            <pc:sldMk cId="2843965051" sldId="259"/>
            <ac:spMk id="6" creationId="{BC02A6EB-F077-417D-8DCB-EA9D7FE9709E}"/>
          </ac:spMkLst>
        </pc:spChg>
        <pc:spChg chg="add del mod">
          <ac:chgData name="Cho Yee Mon Hlwar" userId="af02a6871528e934" providerId="LiveId" clId="{E8F6F93A-B73F-4989-AD7B-40EB0CE56ACD}" dt="2026-01-23T09:51:35.861" v="500"/>
          <ac:spMkLst>
            <pc:docMk/>
            <pc:sldMk cId="2843965051" sldId="259"/>
            <ac:spMk id="7" creationId="{EB1EE013-FD35-4220-B075-5E823786433B}"/>
          </ac:spMkLst>
        </pc:spChg>
        <pc:spChg chg="add del mod">
          <ac:chgData name="Cho Yee Mon Hlwar" userId="af02a6871528e934" providerId="LiveId" clId="{E8F6F93A-B73F-4989-AD7B-40EB0CE56ACD}" dt="2026-01-23T09:51:35.642" v="499"/>
          <ac:spMkLst>
            <pc:docMk/>
            <pc:sldMk cId="2843965051" sldId="259"/>
            <ac:spMk id="8" creationId="{40CD1D5B-05B6-4A03-9F84-55E70D902EAB}"/>
          </ac:spMkLst>
        </pc:spChg>
      </pc:sldChg>
      <pc:sldChg chg="modSp add mod">
        <pc:chgData name="Cho Yee Mon Hlwar" userId="af02a6871528e934" providerId="LiveId" clId="{E8F6F93A-B73F-4989-AD7B-40EB0CE56ACD}" dt="2026-01-23T10:11:18.782" v="675"/>
        <pc:sldMkLst>
          <pc:docMk/>
          <pc:sldMk cId="3147532468" sldId="260"/>
        </pc:sldMkLst>
        <pc:spChg chg="mod">
          <ac:chgData name="Cho Yee Mon Hlwar" userId="af02a6871528e934" providerId="LiveId" clId="{E8F6F93A-B73F-4989-AD7B-40EB0CE56ACD}" dt="2026-01-23T10:11:18.782" v="675"/>
          <ac:spMkLst>
            <pc:docMk/>
            <pc:sldMk cId="3147532468" sldId="260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10:03:41.772" v="622" actId="404"/>
          <ac:spMkLst>
            <pc:docMk/>
            <pc:sldMk cId="3147532468" sldId="260"/>
            <ac:spMk id="3" creationId="{00000000-0000-0000-0000-000000000000}"/>
          </ac:spMkLst>
        </pc:spChg>
      </pc:sldChg>
      <pc:sldChg chg="modSp del mod">
        <pc:chgData name="Cho Yee Mon Hlwar" userId="af02a6871528e934" providerId="LiveId" clId="{E8F6F93A-B73F-4989-AD7B-40EB0CE56ACD}" dt="2026-01-26T03:36:56.768" v="751" actId="20577"/>
        <pc:sldMkLst>
          <pc:docMk/>
          <pc:sldMk cId="3147532468" sldId="260"/>
        </pc:sldMkLst>
        <pc:spChg chg="mod">
          <ac:chgData name="Cho Yee Mon Hlwar" userId="af02a6871528e934" providerId="LiveId" clId="{E8F6F93A-B73F-4989-AD7B-40EB0CE56ACD}" dt="2026-01-23T08:26:16.248" v="5" actId="27636"/>
          <ac:spMkLst>
            <pc:docMk/>
            <pc:sldMk cId="3147532468" sldId="260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261" v="6" actId="27636"/>
          <ac:spMkLst>
            <pc:docMk/>
            <pc:sldMk cId="3147532468" sldId="260"/>
            <ac:spMk id="3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6T03:36:56.768" v="751" actId="20577"/>
          <ac:spMkLst>
            <pc:docMk/>
            <pc:sldMk cId="3147532468" sldId="260"/>
            <ac:spMk id="4" creationId="{AA6EAB2F-740F-4224-8007-092DBE337CAF}"/>
          </ac:spMkLst>
        </pc:spChg>
      </pc:sldChg>
      <pc:sldChg chg="modSp add mod">
        <pc:chgData name="Cho Yee Mon Hlwar" userId="af02a6871528e934" providerId="LiveId" clId="{E8F6F93A-B73F-4989-AD7B-40EB0CE56ACD}" dt="2026-01-23T10:11:18.782" v="675"/>
        <pc:sldMkLst>
          <pc:docMk/>
          <pc:sldMk cId="4224936558" sldId="261"/>
        </pc:sldMkLst>
        <pc:spChg chg="mod">
          <ac:chgData name="Cho Yee Mon Hlwar" userId="af02a6871528e934" providerId="LiveId" clId="{E8F6F93A-B73F-4989-AD7B-40EB0CE56ACD}" dt="2026-01-23T10:11:18.782" v="675"/>
          <ac:spMkLst>
            <pc:docMk/>
            <pc:sldMk cId="4224936558" sldId="261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10:03:27.282" v="619" actId="27636"/>
          <ac:spMkLst>
            <pc:docMk/>
            <pc:sldMk cId="4224936558" sldId="261"/>
            <ac:spMk id="3" creationId="{00000000-0000-0000-0000-000000000000}"/>
          </ac:spMkLst>
        </pc:spChg>
      </pc:sldChg>
      <pc:sldChg chg="modSp del mod">
        <pc:chgData name="Cho Yee Mon Hlwar" userId="af02a6871528e934" providerId="LiveId" clId="{E8F6F93A-B73F-4989-AD7B-40EB0CE56ACD}" dt="2026-01-26T03:37:05.592" v="753" actId="20577"/>
        <pc:sldMkLst>
          <pc:docMk/>
          <pc:sldMk cId="4224936558" sldId="261"/>
        </pc:sldMkLst>
        <pc:spChg chg="mod">
          <ac:chgData name="Cho Yee Mon Hlwar" userId="af02a6871528e934" providerId="LiveId" clId="{E8F6F93A-B73F-4989-AD7B-40EB0CE56ACD}" dt="2026-01-23T08:26:16.038" v="1"/>
          <ac:spMkLst>
            <pc:docMk/>
            <pc:sldMk cId="4224936558" sldId="261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275" v="7" actId="27636"/>
          <ac:spMkLst>
            <pc:docMk/>
            <pc:sldMk cId="4224936558" sldId="261"/>
            <ac:spMk id="3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6T03:37:05.592" v="753" actId="20577"/>
          <ac:spMkLst>
            <pc:docMk/>
            <pc:sldMk cId="4224936558" sldId="261"/>
            <ac:spMk id="4" creationId="{E77904D4-0768-416E-89BD-4A541D42634B}"/>
          </ac:spMkLst>
        </pc:spChg>
      </pc:sldChg>
      <pc:sldChg chg="modSp add mod">
        <pc:chgData name="Cho Yee Mon Hlwar" userId="af02a6871528e934" providerId="LiveId" clId="{E8F6F93A-B73F-4989-AD7B-40EB0CE56ACD}" dt="2026-01-23T10:11:18.782" v="675"/>
        <pc:sldMkLst>
          <pc:docMk/>
          <pc:sldMk cId="188573314" sldId="262"/>
        </pc:sldMkLst>
        <pc:spChg chg="mod">
          <ac:chgData name="Cho Yee Mon Hlwar" userId="af02a6871528e934" providerId="LiveId" clId="{E8F6F93A-B73F-4989-AD7B-40EB0CE56ACD}" dt="2026-01-23T10:11:18.782" v="675"/>
          <ac:spMkLst>
            <pc:docMk/>
            <pc:sldMk cId="188573314" sldId="262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10:11:14.268" v="671" actId="20577"/>
          <ac:spMkLst>
            <pc:docMk/>
            <pc:sldMk cId="188573314" sldId="262"/>
            <ac:spMk id="3" creationId="{00000000-0000-0000-0000-000000000000}"/>
          </ac:spMkLst>
        </pc:spChg>
      </pc:sldChg>
      <pc:sldChg chg="modSp del mod">
        <pc:chgData name="Cho Yee Mon Hlwar" userId="af02a6871528e934" providerId="LiveId" clId="{E8F6F93A-B73F-4989-AD7B-40EB0CE56ACD}" dt="2026-01-26T03:37:13.411" v="755" actId="20577"/>
        <pc:sldMkLst>
          <pc:docMk/>
          <pc:sldMk cId="188573314" sldId="262"/>
        </pc:sldMkLst>
        <pc:spChg chg="mod">
          <ac:chgData name="Cho Yee Mon Hlwar" userId="af02a6871528e934" providerId="LiveId" clId="{E8F6F93A-B73F-4989-AD7B-40EB0CE56ACD}" dt="2026-01-23T08:26:16.282" v="8" actId="27636"/>
          <ac:spMkLst>
            <pc:docMk/>
            <pc:sldMk cId="188573314" sldId="262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038" v="1"/>
          <ac:spMkLst>
            <pc:docMk/>
            <pc:sldMk cId="188573314" sldId="262"/>
            <ac:spMk id="3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6T03:37:13.411" v="755" actId="20577"/>
          <ac:spMkLst>
            <pc:docMk/>
            <pc:sldMk cId="188573314" sldId="262"/>
            <ac:spMk id="4" creationId="{81D1930E-4839-4C9A-A942-D4EA674E7D13}"/>
          </ac:spMkLst>
        </pc:spChg>
      </pc:sldChg>
      <pc:sldChg chg="delSp modSp del mod">
        <pc:chgData name="Cho Yee Mon Hlwar" userId="af02a6871528e934" providerId="LiveId" clId="{E8F6F93A-B73F-4989-AD7B-40EB0CE56ACD}" dt="2026-01-26T03:37:44.428" v="758" actId="21"/>
        <pc:sldMkLst>
          <pc:docMk/>
          <pc:sldMk cId="4162311817" sldId="263"/>
        </pc:sldMkLst>
        <pc:spChg chg="mod">
          <ac:chgData name="Cho Yee Mon Hlwar" userId="af02a6871528e934" providerId="LiveId" clId="{E8F6F93A-B73F-4989-AD7B-40EB0CE56ACD}" dt="2026-01-26T03:37:23.882" v="757" actId="1076"/>
          <ac:spMkLst>
            <pc:docMk/>
            <pc:sldMk cId="4162311817" sldId="263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038" v="1"/>
          <ac:spMkLst>
            <pc:docMk/>
            <pc:sldMk cId="4162311817" sldId="263"/>
            <ac:spMk id="3" creationId="{00000000-0000-0000-0000-000000000000}"/>
          </ac:spMkLst>
        </pc:spChg>
        <pc:spChg chg="del mod">
          <ac:chgData name="Cho Yee Mon Hlwar" userId="af02a6871528e934" providerId="LiveId" clId="{E8F6F93A-B73F-4989-AD7B-40EB0CE56ACD}" dt="2026-01-26T03:37:44.428" v="758" actId="21"/>
          <ac:spMkLst>
            <pc:docMk/>
            <pc:sldMk cId="4162311817" sldId="263"/>
            <ac:spMk id="3" creationId="{655C0B0C-1FF1-4AA1-B75E-91D774D91E44}"/>
          </ac:spMkLst>
        </pc:spChg>
      </pc:sldChg>
      <pc:sldChg chg="delSp modSp add mod">
        <pc:chgData name="Cho Yee Mon Hlwar" userId="af02a6871528e934" providerId="LiveId" clId="{E8F6F93A-B73F-4989-AD7B-40EB0CE56ACD}" dt="2026-01-23T10:06:00.611" v="652" actId="403"/>
        <pc:sldMkLst>
          <pc:docMk/>
          <pc:sldMk cId="4162311817" sldId="263"/>
        </pc:sldMkLst>
        <pc:spChg chg="mod">
          <ac:chgData name="Cho Yee Mon Hlwar" userId="af02a6871528e934" providerId="LiveId" clId="{E8F6F93A-B73F-4989-AD7B-40EB0CE56ACD}" dt="2026-01-23T10:06:00.611" v="652" actId="403"/>
          <ac:spMkLst>
            <pc:docMk/>
            <pc:sldMk cId="4162311817" sldId="263"/>
            <ac:spMk id="2" creationId="{00000000-0000-0000-0000-000000000000}"/>
          </ac:spMkLst>
        </pc:spChg>
        <pc:spChg chg="del mod">
          <ac:chgData name="Cho Yee Mon Hlwar" userId="af02a6871528e934" providerId="LiveId" clId="{E8F6F93A-B73F-4989-AD7B-40EB0CE56ACD}" dt="2026-01-23T10:05:43.224" v="649" actId="21"/>
          <ac:spMkLst>
            <pc:docMk/>
            <pc:sldMk cId="4162311817" sldId="263"/>
            <ac:spMk id="4" creationId="{A897131C-679B-4253-9B0D-9B1CC10BC6A8}"/>
          </ac:spMkLst>
        </pc:spChg>
      </pc:sldChg>
      <pc:sldChg chg="modSp del mod">
        <pc:chgData name="Cho Yee Mon Hlwar" userId="af02a6871528e934" providerId="LiveId" clId="{E8F6F93A-B73F-4989-AD7B-40EB0CE56ACD}" dt="2026-01-23T09:34:52.900" v="272" actId="2696"/>
        <pc:sldMkLst>
          <pc:docMk/>
          <pc:sldMk cId="0" sldId="264"/>
        </pc:sldMkLst>
        <pc:spChg chg="mod">
          <ac:chgData name="Cho Yee Mon Hlwar" userId="af02a6871528e934" providerId="LiveId" clId="{E8F6F93A-B73F-4989-AD7B-40EB0CE56ACD}" dt="2026-01-23T08:26:16.297" v="10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038" v="1"/>
          <ac:spMkLst>
            <pc:docMk/>
            <pc:sldMk cId="0" sldId="264"/>
            <ac:spMk id="3" creationId="{00000000-0000-0000-0000-000000000000}"/>
          </ac:spMkLst>
        </pc:spChg>
      </pc:sldChg>
      <pc:sldChg chg="modSp del mod">
        <pc:chgData name="Cho Yee Mon Hlwar" userId="af02a6871528e934" providerId="LiveId" clId="{E8F6F93A-B73F-4989-AD7B-40EB0CE56ACD}" dt="2026-01-23T09:34:56.766" v="273" actId="2696"/>
        <pc:sldMkLst>
          <pc:docMk/>
          <pc:sldMk cId="0" sldId="265"/>
        </pc:sldMkLst>
        <pc:spChg chg="mod">
          <ac:chgData name="Cho Yee Mon Hlwar" userId="af02a6871528e934" providerId="LiveId" clId="{E8F6F93A-B73F-4989-AD7B-40EB0CE56ACD}" dt="2026-01-23T08:26:16.307" v="11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307" v="12" actId="27636"/>
          <ac:spMkLst>
            <pc:docMk/>
            <pc:sldMk cId="0" sldId="265"/>
            <ac:spMk id="3" creationId="{00000000-0000-0000-0000-000000000000}"/>
          </ac:spMkLst>
        </pc:spChg>
      </pc:sldChg>
      <pc:sldChg chg="modSp del mod">
        <pc:chgData name="Cho Yee Mon Hlwar" userId="af02a6871528e934" providerId="LiveId" clId="{E8F6F93A-B73F-4989-AD7B-40EB0CE56ACD}" dt="2026-01-23T09:34:59.916" v="274" actId="2696"/>
        <pc:sldMkLst>
          <pc:docMk/>
          <pc:sldMk cId="0" sldId="266"/>
        </pc:sldMkLst>
        <pc:spChg chg="mod">
          <ac:chgData name="Cho Yee Mon Hlwar" userId="af02a6871528e934" providerId="LiveId" clId="{E8F6F93A-B73F-4989-AD7B-40EB0CE56ACD}" dt="2026-01-23T08:26:16.321" v="13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328" v="14" actId="27636"/>
          <ac:spMkLst>
            <pc:docMk/>
            <pc:sldMk cId="0" sldId="266"/>
            <ac:spMk id="3" creationId="{00000000-0000-0000-0000-000000000000}"/>
          </ac:spMkLst>
        </pc:spChg>
      </pc:sldChg>
      <pc:sldChg chg="modSp del mod">
        <pc:chgData name="Cho Yee Mon Hlwar" userId="af02a6871528e934" providerId="LiveId" clId="{E8F6F93A-B73F-4989-AD7B-40EB0CE56ACD}" dt="2026-01-23T09:35:02.968" v="275" actId="2696"/>
        <pc:sldMkLst>
          <pc:docMk/>
          <pc:sldMk cId="0" sldId="267"/>
        </pc:sldMkLst>
        <pc:spChg chg="mod">
          <ac:chgData name="Cho Yee Mon Hlwar" userId="af02a6871528e934" providerId="LiveId" clId="{E8F6F93A-B73F-4989-AD7B-40EB0CE56ACD}" dt="2026-01-23T08:26:16.038" v="1"/>
          <ac:spMkLst>
            <pc:docMk/>
            <pc:sldMk cId="0" sldId="267"/>
            <ac:spMk id="2" creationId="{00000000-0000-0000-0000-000000000000}"/>
          </ac:spMkLst>
        </pc:spChg>
        <pc:spChg chg="mod">
          <ac:chgData name="Cho Yee Mon Hlwar" userId="af02a6871528e934" providerId="LiveId" clId="{E8F6F93A-B73F-4989-AD7B-40EB0CE56ACD}" dt="2026-01-23T08:26:16.338" v="15" actId="27636"/>
          <ac:spMkLst>
            <pc:docMk/>
            <pc:sldMk cId="0" sldId="267"/>
            <ac:spMk id="3" creationId="{00000000-0000-0000-0000-000000000000}"/>
          </ac:spMkLst>
        </pc:spChg>
      </pc:sldChg>
      <pc:sldChg chg="add del">
        <pc:chgData name="Cho Yee Mon Hlwar" userId="af02a6871528e934" providerId="LiveId" clId="{E8F6F93A-B73F-4989-AD7B-40EB0CE56ACD}" dt="2026-01-23T09:35:14.310" v="277" actId="2696"/>
        <pc:sldMkLst>
          <pc:docMk/>
          <pc:sldMk cId="4028378101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88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This presentation explains the AirCon Management System, including customer, technician, and admin workflows, payment, maintenance, and database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system supports three user roles: Customers, Technicians, and Admins. It handles normal and urgent services, cash payments, and maintenance &amp; warranty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system supports three user roles: Customers, Technicians, and Admins. It handles normal and urgent services, cash payments, and maintenance &amp; warranty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06544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system supports three user roles: Customers, Technicians, and Admins. It handles normal and urgent services, cash payments, and maintenance &amp; warranty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9707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system supports three user roles: Customers, Technicians, and Admins. It handles normal and urgent services, cash payments, and maintenance &amp; warranty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8333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system supports three user roles: Customers, Technicians, and Admins. It handles normal and urgent services, cash payments, and maintenance &amp; warranty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62796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system supports three user roles: Customers, Technicians, and Admins. It handles normal and urgent services, cash payments, and maintenance &amp; warranty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31574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This presentation explains the AirCon Management System, including customer, technician, and admin workflows, payment, maintenance, and database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5762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BDBED9F1-39A4-4189-97A8-C03700DA1B60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0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403C66C8-A008-45AB-9649-5A9565622990}" type="datetime1">
              <a:rPr lang="en-US" smtClean="0"/>
              <a:t>26-Jan-26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9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AE86-BDBA-45D1-BAF4-44AA280782AA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9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122B-35EB-4143-90DB-333ECE202705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726BF-D4D6-4A26-BC3A-857AA70CEC5B}" type="datetime1">
              <a:rPr lang="en-US" smtClean="0"/>
              <a:t>26-Jan-26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2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11B17-A78C-4827-9316-BEDC2CD644C8}" type="datetime1">
              <a:rPr lang="en-US" smtClean="0"/>
              <a:t>26-Jan-26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2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1688-E3AB-46B7-B580-79101E9578CB}" type="datetime1">
              <a:rPr lang="en-US" smtClean="0"/>
              <a:t>26-Jan-26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0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00F9-1DDC-443E-983F-FAA50EABAD67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40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347CC-A01B-49F8-B43E-3983485ACFB4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D8CC-9CD2-4652-BC41-97448675EAC9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0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F89D-D103-4D8B-B2D8-0F3F62A23E25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58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C4B-CBD5-47BC-A613-6B0BD1CD5AD7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3010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39F1A-F4F5-4A7A-9B6A-362D39024063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010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5312-E68D-42D5-869E-691CFF8F0247}" type="datetime1">
              <a:rPr lang="en-US" smtClean="0"/>
              <a:t>26-Jan-26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29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4A11B-3214-4768-8DF1-92205D5CF70A}" type="datetime1">
              <a:rPr lang="en-US" smtClean="0"/>
              <a:t>26-Jan-26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85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4F1C7-F4F9-4439-904B-02CCFF13DAF0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94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623F-711C-49D8-9E02-7A078AFFDB16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7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B2BC5-5230-445B-ABA1-5A6B9B044D5F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68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01" y="910507"/>
            <a:ext cx="7429501" cy="251183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Con Management System</a:t>
            </a:r>
            <a:b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7131C-679B-4253-9B0D-9B1CC10BC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023" y="3633890"/>
            <a:ext cx="7428379" cy="2164409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Powered by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D.I.S Technology Co,. Ltd</a:t>
            </a:r>
          </a:p>
          <a:p>
            <a:pPr algn="ctr"/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platform , All services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ED28F-38A4-4125-BE04-7717632B40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3503" y="5902329"/>
            <a:ext cx="2057400" cy="365125"/>
          </a:xfrm>
        </p:spPr>
        <p:txBody>
          <a:bodyPr/>
          <a:lstStyle/>
          <a:p>
            <a:fld id="{1E368E94-27FA-4AF6-ADA7-56D15860961E}" type="datetime3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 January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of this system is to provide a simple and user-friendly platform where customers can easily request Air Con services.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Technicians can manage jobs efficiently and complete work faster.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and control all operations from one centralized system.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ED680-D2D9-436A-9C79-CB7D87F2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7241" y="5911850"/>
            <a:ext cx="578317" cy="365125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0941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login using phone + OTP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request (Normal &amp; Urgent)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scheduling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technician assignment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tracking &amp; warranty checking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payment recording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scheduling &amp; reminders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reports and management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1F1DC-A9AB-4096-ACB0-E62FC8F7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375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Flow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98999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phone + OTP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service type (Normal/Urgent)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appointment (if needed)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finds nearest technician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confirms request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service status &amp; warranty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EC422-555D-409B-9CE3-1E31C3AF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96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 Flow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98999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assigned service requests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or reject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service at customer location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status (Pending/Completed)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cash payment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EAB2F-740F-4224-8007-092DBE33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53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Flow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98999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customers, technicians, and user roles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Air Con units and warranties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technicians to service requests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service fees (Normal &amp; Urgent)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maintenance and send reminders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reports for payments, services, warranties, and maintenance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904D4-0768-416E-89BD-4A541D42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936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98999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simplifies service from request to completion.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can request services easily and track progress.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Technicians and admins can manage work efficiently.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user-friendly and fast for everyone.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1930E-4839-4C9A-A942-D4EA674E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7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01" y="853357"/>
            <a:ext cx="7429501" cy="293283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US" sz="4400" b="1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311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277</TotalTime>
  <Words>487</Words>
  <Application>Microsoft Office PowerPoint</Application>
  <PresentationFormat>On-screen Show (4:3)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Tw Cen MT</vt:lpstr>
      <vt:lpstr>Circuit</vt:lpstr>
      <vt:lpstr>Air Con Management System </vt:lpstr>
      <vt:lpstr>Objectives</vt:lpstr>
      <vt:lpstr>Project Scope</vt:lpstr>
      <vt:lpstr>Customer Flow</vt:lpstr>
      <vt:lpstr>Technician Flow</vt:lpstr>
      <vt:lpstr>Admin Flow</vt:lpstr>
      <vt:lpstr>Conclusion</vt:lpstr>
      <vt:lpstr>Thank you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AirCon Management System</dc:title>
  <dc:subject>System Flow &amp; Database Tables</dc:subject>
  <dc:creator>User</dc:creator>
  <cp:keywords/>
  <dc:description>generated using python-pptx</dc:description>
  <cp:lastModifiedBy>Cho Yee Mon Hlwar</cp:lastModifiedBy>
  <cp:revision>10</cp:revision>
  <dcterms:created xsi:type="dcterms:W3CDTF">2013-01-27T09:14:16Z</dcterms:created>
  <dcterms:modified xsi:type="dcterms:W3CDTF">2026-01-26T03:38:45Z</dcterms:modified>
  <cp:category/>
</cp:coreProperties>
</file>