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 CON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platform, All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service request</a:t>
            </a:r>
          </a:p>
          <a:p>
            <a:r>
              <a:t>Efficient technician management</a:t>
            </a:r>
          </a:p>
          <a:p>
            <a:r>
              <a:t>Centralized admin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login</a:t>
            </a:r>
          </a:p>
          <a:p>
            <a:r>
              <a:t>Service request</a:t>
            </a:r>
          </a:p>
          <a:p>
            <a:r>
              <a:t>Technician assignment</a:t>
            </a:r>
          </a:p>
          <a:p>
            <a:r>
              <a:t>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</a:t>
            </a:r>
          </a:p>
          <a:p>
            <a:r>
              <a:t>Request service</a:t>
            </a:r>
          </a:p>
          <a:p>
            <a:r>
              <a:t>Track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TECHNICIAN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View jobs</a:t>
            </a:r>
          </a:p>
          <a:p>
            <a:r>
              <a:t>Perform service</a:t>
            </a:r>
          </a:p>
          <a:p>
            <a:r>
              <a:t>Update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users</a:t>
            </a:r>
          </a:p>
          <a:p>
            <a:r>
              <a:t>Set fees</a:t>
            </a:r>
          </a:p>
          <a:p>
            <a:r>
              <a:t>View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Powered by D.I.S Technology Co., Ltd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❄ AirCon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