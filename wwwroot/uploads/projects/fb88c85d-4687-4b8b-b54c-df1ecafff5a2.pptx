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13"/>
  </p:notesMasterIdLst>
  <p:sldIdLst>
    <p:sldId id="263" r:id="rId2"/>
    <p:sldId id="257" r:id="rId3"/>
    <p:sldId id="256" r:id="rId4"/>
    <p:sldId id="258" r:id="rId5"/>
    <p:sldId id="264" r:id="rId6"/>
    <p:sldId id="259" r:id="rId7"/>
    <p:sldId id="260" r:id="rId8"/>
    <p:sldId id="261" r:id="rId9"/>
    <p:sldId id="262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4174E-354A-46B6-A6AB-64DC7D294BAA}" type="datetimeFigureOut">
              <a:rPr lang="en-US" smtClean="0"/>
              <a:t>24-Oct-25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6D3B-7DCA-4533-BAAC-D031005E7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5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6D3B-7DCA-4533-BAAC-D031005E76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2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4858-11FD-4448-8355-CBB9FDD690C2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7371-1DC2-4B44-9DF1-207D0897AA43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21A5-DCC7-4B67-ABEB-2954688A8576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4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756C5-9A26-402E-A040-24BF977FDE12}" type="datetime1">
              <a:rPr lang="en-US" smtClean="0"/>
              <a:t>24-Oct-25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B344-9767-4646-B45D-80BF8B7E47A7}" type="datetime1">
              <a:rPr lang="en-US" smtClean="0"/>
              <a:t>24-Oct-25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1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CAEF-E27A-43F4-8DD7-14944B788005}" type="datetime1">
              <a:rPr lang="en-US" smtClean="0"/>
              <a:t>24-Oct-25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8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1DB8-55AD-497E-A022-FA02EF2F28EF}" type="datetime1">
              <a:rPr lang="en-US" smtClean="0"/>
              <a:t>24-Oct-25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0A54-F2D3-4FAA-AA95-625688EF07E0}" type="datetime1">
              <a:rPr lang="en-US" smtClean="0"/>
              <a:t>24-Oct-25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6C27-532D-482F-B0E5-D7149141748C}" type="datetime1">
              <a:rPr lang="en-US" smtClean="0"/>
              <a:t>24-Oct-25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1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BCBC-FA17-42AA-9A0C-749228825828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8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258-8E3E-4E79-8C34-788B4C635997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00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2921-4ACD-4DF4-85E1-B7979BB15548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2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FCBE3-B72C-4916-B39A-86875907A3F3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29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2FA4-6BD1-4E9D-A839-1B5FB9D77244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7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3418-66E5-407B-8F39-A16CF675BEFB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6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322-71A4-42E5-8975-E19D24525CC6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2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1EF7A-3FC8-42A3-85D6-560D86C33638}" type="datetime1">
              <a:rPr lang="en-US" smtClean="0"/>
              <a:t>24-Oct-25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0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8F8F-02C4-41D2-A158-0C55CECE7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4" y="2138892"/>
            <a:ext cx="5826719" cy="1646302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Information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7BD6B-2B07-4A44-89C9-6FD70A5F3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595" y="4015443"/>
            <a:ext cx="5826719" cy="109689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D.I.S Technology Co,. Ltd</a:t>
            </a:r>
            <a:endParaRPr lang="en-US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5C1AD-CBAA-4173-AE59-2BA1D7D8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103" y="6041363"/>
            <a:ext cx="1811800" cy="365125"/>
          </a:xfrm>
        </p:spPr>
        <p:txBody>
          <a:bodyPr/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October 2025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07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6347713" cy="82591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1488613"/>
            <a:ext cx="6347714" cy="4759787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platform for everything internship-related information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students gain real-world experience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teachers’ work simpler and more effective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teamwork between students, teachers, and companies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paperwork, more focus on learning and success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19963A-F589-4B19-827C-A5EEBFF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1" y="1668977"/>
            <a:ext cx="6347714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System Brings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 hub to manage all internship projects with ease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build profiles, create projects, and form teams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manage student emails and project approve and reject.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with OTP to keep everything safe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smoothly on both desktop and mobile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0754EF-8A52-45BD-A25B-CA4B40C3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(Definition)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91997"/>
            <a:ext cx="6676104" cy="4441212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000000"/>
                </a:solidFill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public portal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of the Internship Project System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anyone without logging 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general information about the system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resources for students and teachers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insights for students, teachers, and visitors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FC8B52-C77B-4015-A59A-F16670D9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F25F-B99C-2A6C-09FC-EB65B202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CF6F-6250-33F1-CD7C-ADD1D1D1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 Workflow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5C81-D246-7994-E4AE-BB6B467BB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3" y="1600152"/>
            <a:ext cx="6676104" cy="39157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Log in Require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 A warm welcome and easy navigation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Dashboard: Number of the project types and languages used.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Ideas: Explore approved projects for inspiration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Companies: Discover opportunities by city or domain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FAQ: Quick answers without needing support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5600D5-8C34-BFDB-7331-527009FB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878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7901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8612"/>
            <a:ext cx="6347714" cy="4759788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Journey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Roll No &amp; Email (OTP verification)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check → Leader or Member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Create → profile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Dashboard → Create project, manage team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Dashboard → View-only access to project details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adds members, finalizes project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submitted → status updated to Pending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track progress together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43B1FF-C550-4DFB-809A-3B4AAFBC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12799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3" y="1580487"/>
            <a:ext cx="6347714" cy="466791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Teachers Shape the Process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securely with institutional account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shows pending projects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projects with feedback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student’s emails &amp; their projects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Add/manage internship companies (future scope)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991B84-2E80-493B-A6C2-0B93A2C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16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 Helps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hub for students, teachers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		communication &amp; smooth collaboration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time, reduces manual errors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easy to use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expenses for documents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as a unique reference database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685909-8ED1-4A54-B791-48AA923F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1609984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Keep in Mind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nternet connection is required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delays could affect students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cost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259C6-9EC3-46A1-8C95-33AE639A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8065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2A74-A1B7-1140-483A-46FBBA10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821F-8AD9-70ED-5756-185756128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5764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Announcement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FA6F-8B33-E319-0563-774E4A58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2" y="1609984"/>
            <a:ext cx="6676104" cy="4638416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000000"/>
                </a:solidFill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kinds of announcements and features are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writes and publishes announcements (deadlines, events, updates).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notified immediately when a new announcement is posted.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announcements are stored in a history/archive section so students can review anytime.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can update an existing announcement and students see the “Updated” tag.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208009-07C4-CDD7-EBF2-59541150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31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A659-4DE0-2852-3FD7-3B377CA0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2F24-0B36-E944-B309-A35C0E22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66" y="2863645"/>
            <a:ext cx="6347713" cy="11307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A1BFC1-210D-30F5-01BC-9500B3C7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720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579</TotalTime>
  <Words>441</Words>
  <Application>Microsoft Office PowerPoint</Application>
  <PresentationFormat>On-screen Show (4:3)</PresentationFormat>
  <Paragraphs>80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 3</vt:lpstr>
      <vt:lpstr>Facet</vt:lpstr>
      <vt:lpstr>Internship Project Information System</vt:lpstr>
      <vt:lpstr>Objectives</vt:lpstr>
      <vt:lpstr>Project Scope</vt:lpstr>
      <vt:lpstr>Public Portal (Definition)</vt:lpstr>
      <vt:lpstr>Public Portal Workflow </vt:lpstr>
      <vt:lpstr>Final Year Student Workflow</vt:lpstr>
      <vt:lpstr>Teacher Workflow</vt:lpstr>
      <vt:lpstr>Advantages</vt:lpstr>
      <vt:lpstr>Disadvantages</vt:lpstr>
      <vt:lpstr>News and Announcement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Scope</dc:title>
  <dc:subject/>
  <dc:creator/>
  <cp:keywords/>
  <dc:description>generated using python-pptx</dc:description>
  <cp:lastModifiedBy>Cho Yee Mon Hlwar</cp:lastModifiedBy>
  <cp:revision>57</cp:revision>
  <dcterms:created xsi:type="dcterms:W3CDTF">2013-01-27T09:14:16Z</dcterms:created>
  <dcterms:modified xsi:type="dcterms:W3CDTF">2025-10-24T10:26:06Z</dcterms:modified>
  <cp:category/>
</cp:coreProperties>
</file>