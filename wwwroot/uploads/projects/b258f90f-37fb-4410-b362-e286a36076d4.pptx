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47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9882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This presentation explains the AirCon Management System, including customer, technician, and admin workflows, payment, maintenance, and database tables.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system supports three user roles: Customers, Technicians, and Admins. It handles normal and urgent services, cash payments, and maintenance &amp; warranty management.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Customer logs in using phone number and OTP. They choose service type (Normal or Urgent). The system finds the nearest available technician. Customer confirms the request. Technician completes the service. Customer pays cash directly to technician. Customer can check status and warranty.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urgent services, the system assigns a technician immediately with priority. An additional fee is applied, and the technician receives higher payment. The goal is faster response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Technician logs in and sees assigned service requests. They can accept or reject. They perform service at customer location, update status (Pending or Completed), and collect cash payment from the customer.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 logs in to manage customers, technicians, and user roles. They register AirCon units and warranties, assign technicians, set service fees, schedule maintenance (every 3 or 6 months), and view reports.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Payment is made directly by the customer to the technician in cash. Admin records and monitors these payments. Urgent services include an additional priority fee.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 schedules maintenance for each AirCon unit. The system reminds admin before the scheduled date. Admin contacts customer to confirm. Technician performs maintenance. Warranty is checked for free or discounted service depending on status.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main database tables used in the system. They store customers, technicians, aircon units, service requests, warranties, user roles, maintenance schedules, payments, and appointments.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Relationships: Customer has many AirCon units and service requests. Technician has many service requests. Service request has one payment. AirCon unit has one warranty and many maintenance schedules. Appointments link customers and technicians.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Appointment feature allows customers to book service time in advance. The system can auto-assign a technician if available, otherwise admin assigns. Technician can accept or reject, and status is tracked. Once completed, a service request can be generated for the actual repair/maintenance.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project is a platform-based system with three main interfaces: Customer app, Technician app, and Admin portal. The customer app focuses on requesting services and tracking status. Technicians receive tasks and update status in real-time. Admin manages everything behind the scenes including fees, assignments, maintenance, and reports. The backend database stores all entities and relationships for reliable tracking.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23-Jan-26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23-Jan-26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23-Jan-26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23-Jan-26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23-Jan-26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23-Jan-26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23-Jan-26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t>AirCon</a:t>
            </a:r>
            <a:r>
              <a:rPr dirty="0"/>
              <a:t> Management System</a:t>
            </a:r>
          </a:p>
        </p:txBody>
      </p:sp>
      <p:sp>
        <p:nvSpPr>
          <p:cNvPr id="3" name="Subtitle 2"/>
          <p:cNvSpPr>
            <a:spLocks noGrp="1"/>
          </p:cNvSpPr>
          <p:nvPr>
            <p:ph type="subTitle" idx="1"/>
          </p:nvPr>
        </p:nvSpPr>
        <p:spPr/>
        <p:txBody>
          <a:bodyPr/>
          <a:lstStyle/>
          <a:p>
            <a:r>
              <a:rPr lang="my-MM" dirty="0"/>
              <a:t>အေအေးပေးစက် စီမံခန့်ခွဲရေး စနစ်</a:t>
            </a:r>
          </a:p>
          <a:p>
            <a:r>
              <a:rPr lang="en-US" dirty="0"/>
              <a:t>System Flow &amp; Database Tables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Overview </a:t>
            </a:r>
            <a:r>
              <a:rPr lang="en-US" dirty="0"/>
              <a:t>/ </a:t>
            </a:r>
            <a:r>
              <a:rPr lang="my-MM" dirty="0"/>
              <a:t>စနစ်အကျဉ်း</a:t>
            </a:r>
            <a:endParaRPr dirty="0"/>
          </a:p>
        </p:txBody>
      </p:sp>
      <p:sp>
        <p:nvSpPr>
          <p:cNvPr id="3" name="Content Placeholder 2"/>
          <p:cNvSpPr>
            <a:spLocks noGrp="1"/>
          </p:cNvSpPr>
          <p:nvPr>
            <p:ph idx="1"/>
          </p:nvPr>
        </p:nvSpPr>
        <p:spPr/>
        <p:txBody>
          <a:bodyPr/>
          <a:lstStyle/>
          <a:p>
            <a:endParaRPr dirty="0"/>
          </a:p>
          <a:p>
            <a:r>
              <a:rPr dirty="0"/>
              <a:t>Customers, Technicians, Admin (3 User Roles)</a:t>
            </a:r>
          </a:p>
          <a:p>
            <a:r>
              <a:rPr dirty="0"/>
              <a:t>Normal &amp; Urgent Service Types</a:t>
            </a:r>
          </a:p>
          <a:p>
            <a:r>
              <a:rPr dirty="0"/>
              <a:t>Cash Payment (Customer → Technician)</a:t>
            </a:r>
          </a:p>
          <a:p>
            <a:r>
              <a:rPr dirty="0"/>
              <a:t>Maintenance &amp; Warranty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Customer Flow </a:t>
            </a:r>
            <a:r>
              <a:rPr lang="en-US" dirty="0"/>
              <a:t>/</a:t>
            </a:r>
            <a:r>
              <a:rPr lang="my-MM" dirty="0"/>
              <a:t> ဖောက်သည် လည်ပတ်မှု</a:t>
            </a:r>
            <a:endParaRPr dirty="0"/>
          </a:p>
        </p:txBody>
      </p:sp>
      <p:sp>
        <p:nvSpPr>
          <p:cNvPr id="3" name="Content Placeholder 2"/>
          <p:cNvSpPr>
            <a:spLocks noGrp="1"/>
          </p:cNvSpPr>
          <p:nvPr>
            <p:ph idx="1"/>
          </p:nvPr>
        </p:nvSpPr>
        <p:spPr/>
        <p:txBody>
          <a:bodyPr/>
          <a:lstStyle/>
          <a:p>
            <a:endParaRPr dirty="0"/>
          </a:p>
          <a:p>
            <a:r>
              <a:rPr dirty="0"/>
              <a:t>Login using Phone Number + OTP (OTP </a:t>
            </a:r>
            <a:r>
              <a:rPr dirty="0" err="1"/>
              <a:t>ဖြင</a:t>
            </a:r>
            <a:r>
              <a:rPr dirty="0"/>
              <a:t>့် </a:t>
            </a:r>
            <a:r>
              <a:rPr dirty="0" err="1"/>
              <a:t>လော့ဂ်အင</a:t>
            </a:r>
            <a:r>
              <a:rPr dirty="0"/>
              <a:t>်)</a:t>
            </a:r>
          </a:p>
          <a:p>
            <a:r>
              <a:rPr dirty="0"/>
              <a:t>Choose Service Type: Normal or Urgent</a:t>
            </a:r>
          </a:p>
          <a:p>
            <a:r>
              <a:rPr dirty="0"/>
              <a:t>System finds nearest available technician</a:t>
            </a:r>
          </a:p>
          <a:p>
            <a:r>
              <a:rPr dirty="0"/>
              <a:t>Customer confirms service request</a:t>
            </a:r>
          </a:p>
          <a:p>
            <a:r>
              <a:rPr dirty="0"/>
              <a:t>Technician completes service</a:t>
            </a:r>
          </a:p>
          <a:p>
            <a:r>
              <a:rPr dirty="0"/>
              <a:t>Customer pays cash directly to technician</a:t>
            </a:r>
          </a:p>
          <a:p>
            <a:r>
              <a:rPr dirty="0"/>
              <a:t>Customer checks service status &amp; warranty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Urgent Service / အရေးပေါ် ဝန်ဆောင်မှု</a:t>
            </a:r>
          </a:p>
        </p:txBody>
      </p:sp>
      <p:sp>
        <p:nvSpPr>
          <p:cNvPr id="3" name="Content Placeholder 2"/>
          <p:cNvSpPr>
            <a:spLocks noGrp="1"/>
          </p:cNvSpPr>
          <p:nvPr>
            <p:ph idx="1"/>
          </p:nvPr>
        </p:nvSpPr>
        <p:spPr/>
        <p:txBody>
          <a:bodyPr/>
          <a:lstStyle/>
          <a:p>
            <a:endParaRPr/>
          </a:p>
          <a:p>
            <a:r>
              <a:t>Technician is assigned immediately with priority</a:t>
            </a:r>
          </a:p>
          <a:p>
            <a:r>
              <a:t>Additional priority fee is applied</a:t>
            </a:r>
          </a:p>
          <a:p>
            <a:r>
              <a:t>Technician receives higher payment</a:t>
            </a:r>
          </a:p>
          <a:p>
            <a:r>
              <a:t>Service completion is prioritized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Technician Flow / နည်းပညာရှင် လည်ပတ်မှု</a:t>
            </a:r>
          </a:p>
        </p:txBody>
      </p:sp>
      <p:sp>
        <p:nvSpPr>
          <p:cNvPr id="3" name="Content Placeholder 2"/>
          <p:cNvSpPr>
            <a:spLocks noGrp="1"/>
          </p:cNvSpPr>
          <p:nvPr>
            <p:ph idx="1"/>
          </p:nvPr>
        </p:nvSpPr>
        <p:spPr/>
        <p:txBody>
          <a:bodyPr/>
          <a:lstStyle/>
          <a:p>
            <a:endParaRPr/>
          </a:p>
          <a:p>
            <a:r>
              <a:t>Technician logs in</a:t>
            </a:r>
          </a:p>
          <a:p>
            <a:r>
              <a:t>Views assigned service requests</a:t>
            </a:r>
          </a:p>
          <a:p>
            <a:r>
              <a:t>Accepts or Rejects service</a:t>
            </a:r>
          </a:p>
          <a:p>
            <a:r>
              <a:t>Performs service at customer location</a:t>
            </a:r>
          </a:p>
          <a:p>
            <a:r>
              <a:t>Updates service status (Pending / Completed)</a:t>
            </a:r>
          </a:p>
          <a:p>
            <a:r>
              <a:t>Collects cash payment from customer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Admin Flow / အက်ဒ်မင် လည်ပတ်မှု</a:t>
            </a:r>
          </a:p>
        </p:txBody>
      </p:sp>
      <p:sp>
        <p:nvSpPr>
          <p:cNvPr id="3" name="Content Placeholder 2"/>
          <p:cNvSpPr>
            <a:spLocks noGrp="1"/>
          </p:cNvSpPr>
          <p:nvPr>
            <p:ph idx="1"/>
          </p:nvPr>
        </p:nvSpPr>
        <p:spPr/>
        <p:txBody>
          <a:bodyPr/>
          <a:lstStyle/>
          <a:p>
            <a:endParaRPr/>
          </a:p>
          <a:p>
            <a:r>
              <a:t>Admin logs in</a:t>
            </a:r>
          </a:p>
          <a:p>
            <a:r>
              <a:t>Manages Customers, Technicians, UserRoles</a:t>
            </a:r>
          </a:p>
          <a:p>
            <a:r>
              <a:t>Registers AirCon units and warranty</a:t>
            </a:r>
          </a:p>
          <a:p>
            <a:r>
              <a:t>Assigns technicians to service requests</a:t>
            </a:r>
          </a:p>
          <a:p>
            <a:r>
              <a:t>Sets service fees (Normal &amp; Urgent)</a:t>
            </a:r>
          </a:p>
          <a:p>
            <a:r>
              <a:t>Schedules maintenance (3/6 months)</a:t>
            </a:r>
          </a:p>
          <a:p>
            <a:r>
              <a:t>Views reports (payments, service, warranty, maintenance)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Payment Flow / ငွေပေးချေမှု လည်ပတ်မှု</a:t>
            </a:r>
          </a:p>
        </p:txBody>
      </p:sp>
      <p:sp>
        <p:nvSpPr>
          <p:cNvPr id="3" name="Content Placeholder 2"/>
          <p:cNvSpPr>
            <a:spLocks noGrp="1"/>
          </p:cNvSpPr>
          <p:nvPr>
            <p:ph idx="1"/>
          </p:nvPr>
        </p:nvSpPr>
        <p:spPr/>
        <p:txBody>
          <a:bodyPr/>
          <a:lstStyle/>
          <a:p>
            <a:endParaRPr/>
          </a:p>
          <a:p>
            <a:r>
              <a:t>Customer pays technician directly (Cash Payment)</a:t>
            </a:r>
          </a:p>
          <a:p>
            <a:r>
              <a:t>Admin records and monitors payments</a:t>
            </a:r>
          </a:p>
          <a:p>
            <a:r>
              <a:t>Urgent services include additional priority fee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Maintenance &amp; Warranty Flow / ပြုပြင်ထိန်းသိမ်းမှု &amp; အာမခံ</a:t>
            </a:r>
          </a:p>
        </p:txBody>
      </p:sp>
      <p:sp>
        <p:nvSpPr>
          <p:cNvPr id="3" name="Content Placeholder 2"/>
          <p:cNvSpPr>
            <a:spLocks noGrp="1"/>
          </p:cNvSpPr>
          <p:nvPr>
            <p:ph idx="1"/>
          </p:nvPr>
        </p:nvSpPr>
        <p:spPr/>
        <p:txBody>
          <a:bodyPr/>
          <a:lstStyle/>
          <a:p>
            <a:endParaRPr/>
          </a:p>
          <a:p>
            <a:r>
              <a:t>Admin schedules maintenance for each AirCon unit</a:t>
            </a:r>
          </a:p>
          <a:p>
            <a:r>
              <a:t>System reminds admin before scheduled date</a:t>
            </a:r>
          </a:p>
          <a:p>
            <a:r>
              <a:t>Admin contacts customer to confirm</a:t>
            </a:r>
          </a:p>
          <a:p>
            <a:r>
              <a:t>Technician performs maintenance</a:t>
            </a:r>
          </a:p>
          <a:p>
            <a:r>
              <a:t>Warranty is checked for free/discounted service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Tables / အချက်အလက် အတန်းများ</a:t>
            </a:r>
          </a:p>
        </p:txBody>
      </p:sp>
      <p:sp>
        <p:nvSpPr>
          <p:cNvPr id="3" name="Content Placeholder 2"/>
          <p:cNvSpPr>
            <a:spLocks noGrp="1"/>
          </p:cNvSpPr>
          <p:nvPr>
            <p:ph idx="1"/>
          </p:nvPr>
        </p:nvSpPr>
        <p:spPr/>
        <p:txBody>
          <a:bodyPr/>
          <a:lstStyle/>
          <a:p>
            <a:endParaRPr/>
          </a:p>
          <a:p>
            <a:r>
              <a:t>Customers, Technicians, AirConUnits</a:t>
            </a:r>
          </a:p>
          <a:p>
            <a:r>
              <a:t>ServiceRequests, Warranties, UserRoles</a:t>
            </a:r>
          </a:p>
          <a:p>
            <a:r>
              <a:t>MaintenanceSchedules, Payments, Appointments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Relationships (ER Overview) / ဆက်နွယ်မှုများ</a:t>
            </a:r>
          </a:p>
        </p:txBody>
      </p:sp>
      <p:sp>
        <p:nvSpPr>
          <p:cNvPr id="3" name="Content Placeholder 2"/>
          <p:cNvSpPr>
            <a:spLocks noGrp="1"/>
          </p:cNvSpPr>
          <p:nvPr>
            <p:ph idx="1"/>
          </p:nvPr>
        </p:nvSpPr>
        <p:spPr/>
        <p:txBody>
          <a:bodyPr/>
          <a:lstStyle/>
          <a:p>
            <a:endParaRPr/>
          </a:p>
          <a:p>
            <a:r>
              <a:t>Customer 1:N AirConUnits</a:t>
            </a:r>
          </a:p>
          <a:p>
            <a:r>
              <a:t>Customer 1:N ServiceRequests</a:t>
            </a:r>
          </a:p>
          <a:p>
            <a:r>
              <a:t>Technician 1:N ServiceRequests</a:t>
            </a:r>
          </a:p>
          <a:p>
            <a:r>
              <a:t>ServiceRequest 1:1 Payments</a:t>
            </a:r>
          </a:p>
          <a:p>
            <a:r>
              <a:t>AirConUnit 1:1 Warranty</a:t>
            </a:r>
          </a:p>
          <a:p>
            <a:r>
              <a:t>AirConUnit 1:N MaintenanceSchedules</a:t>
            </a:r>
          </a:p>
          <a:p>
            <a:r>
              <a:t>Customer 1:N Appointments, Technician 1:N Appointments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Appointment Flow / အပေါင်းချိန်း (Appointment) လည်ပတ်မှု</a:t>
            </a:r>
          </a:p>
        </p:txBody>
      </p:sp>
      <p:sp>
        <p:nvSpPr>
          <p:cNvPr id="3" name="Content Placeholder 2"/>
          <p:cNvSpPr>
            <a:spLocks noGrp="1"/>
          </p:cNvSpPr>
          <p:nvPr>
            <p:ph idx="1"/>
          </p:nvPr>
        </p:nvSpPr>
        <p:spPr/>
        <p:txBody>
          <a:bodyPr/>
          <a:lstStyle/>
          <a:p>
            <a:endParaRPr/>
          </a:p>
          <a:p>
            <a:r>
              <a:t>Customer creates an appointment request (date, time, location).</a:t>
            </a:r>
          </a:p>
          <a:p>
            <a:r>
              <a:t>System assigns nearest available technician (optional) or admin assigns manually.</a:t>
            </a:r>
          </a:p>
          <a:p>
            <a:r>
              <a:t>Technician confirms appointment (Accept/Reject).</a:t>
            </a:r>
          </a:p>
          <a:p>
            <a:r>
              <a:t>Appointment status updates: Pending → Completed / Cancelled.</a:t>
            </a:r>
          </a:p>
          <a:p>
            <a:r>
              <a:t>Service request can be created from completed appointment.</a:t>
            </a:r>
          </a:p>
          <a:p>
            <a:r>
              <a:t>Admin and customer can view appointment history.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Platform &amp; Project Overview / ပလက်ဖောင်း ပုံစံ (Project Overview)</a:t>
            </a:r>
          </a:p>
        </p:txBody>
      </p:sp>
      <p:sp>
        <p:nvSpPr>
          <p:cNvPr id="3" name="Content Placeholder 2"/>
          <p:cNvSpPr>
            <a:spLocks noGrp="1"/>
          </p:cNvSpPr>
          <p:nvPr>
            <p:ph idx="1"/>
          </p:nvPr>
        </p:nvSpPr>
        <p:spPr/>
        <p:txBody>
          <a:bodyPr/>
          <a:lstStyle/>
          <a:p>
            <a:endParaRPr/>
          </a:p>
          <a:p>
            <a:r>
              <a:t>Platform Model: Web + Mobile App (Customer &amp; Technician) + Admin Portal</a:t>
            </a:r>
          </a:p>
          <a:p>
            <a:r>
              <a:t>Customer App: Login, Service Request, Appointment, Status &amp; Warranty Tracking</a:t>
            </a:r>
          </a:p>
          <a:p>
            <a:r>
              <a:t>Technician App: Assigned Requests, Accept/Reject, Status Updates, Cash Payment Confirmation</a:t>
            </a:r>
          </a:p>
          <a:p>
            <a:r>
              <a:t>Admin Portal: User Management, Service Assignment, Maintenance Scheduling, Reports</a:t>
            </a:r>
          </a:p>
          <a:p>
            <a:r>
              <a:t>Database Backend: SQL Server / MySQL with Tables for Customers, Technicians, AirConUnits, etc.</a:t>
            </a:r>
          </a:p>
          <a:p>
            <a:r>
              <a:t>Project Goal: Fast, Reliable AirCon Service Management with Clear Tracking &amp; Reporting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88</TotalTime>
  <Words>1108</Words>
  <Application>Microsoft Office PowerPoint</Application>
  <PresentationFormat>On-screen Show (4:3)</PresentationFormat>
  <Paragraphs>95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AirCon Management System</vt:lpstr>
      <vt:lpstr>System Overview / စနစ်အကျဉ်း</vt:lpstr>
      <vt:lpstr>Customer Flow / ဖောက်သည် လည်ပတ်မှု</vt:lpstr>
      <vt:lpstr>Urgent Service / အရေးပေါ် ဝန်ဆောင်မှု</vt:lpstr>
      <vt:lpstr>Technician Flow / နည်းပညာရှင် လည်ပတ်မှု</vt:lpstr>
      <vt:lpstr>Admin Flow / အက်ဒ်မင် လည်ပတ်မှု</vt:lpstr>
      <vt:lpstr>Payment Flow / ငွေပေးချေမှု လည်ပတ်မှု</vt:lpstr>
      <vt:lpstr>Maintenance &amp; Warranty Flow / ပြုပြင်ထိန်းသိမ်းမှု &amp; အာမခံ</vt:lpstr>
      <vt:lpstr>Database Tables / အချက်အလက် အတန်းများ</vt:lpstr>
      <vt:lpstr>Relationships (ER Overview) / ဆက်နွယ်မှုများ</vt:lpstr>
      <vt:lpstr>Appointment Flow / အပေါင်းချိန်း (Appointment) လည်ပတ်မှု</vt:lpstr>
      <vt:lpstr>Platform &amp; Project Overview / ပလက်ဖောင်း ပုံစံ (Project Overview)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AirCon Management System</dc:title>
  <dc:subject>System Flow &amp; Database Tables</dc:subject>
  <dc:creator/>
  <cp:keywords/>
  <dc:description>generated using python-pptx</dc:description>
  <cp:lastModifiedBy>Cho Yee Mon Hlwar</cp:lastModifiedBy>
  <cp:revision>2</cp:revision>
  <dcterms:created xsi:type="dcterms:W3CDTF">2013-01-27T09:14:16Z</dcterms:created>
  <dcterms:modified xsi:type="dcterms:W3CDTF">2026-01-23T07:26:55Z</dcterms:modified>
  <cp:category/>
</cp:coreProperties>
</file>